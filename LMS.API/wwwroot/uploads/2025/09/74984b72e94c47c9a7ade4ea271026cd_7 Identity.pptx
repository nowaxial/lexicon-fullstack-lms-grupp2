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0"/>
  </p:notesMasterIdLst>
  <p:sldIdLst>
    <p:sldId id="293" r:id="rId2"/>
    <p:sldId id="294" r:id="rId3"/>
    <p:sldId id="356" r:id="rId4"/>
    <p:sldId id="432" r:id="rId5"/>
    <p:sldId id="402" r:id="rId6"/>
    <p:sldId id="399" r:id="rId7"/>
    <p:sldId id="403" r:id="rId8"/>
    <p:sldId id="358" r:id="rId9"/>
    <p:sldId id="416" r:id="rId10"/>
    <p:sldId id="357" r:id="rId11"/>
    <p:sldId id="415" r:id="rId12"/>
    <p:sldId id="426" r:id="rId13"/>
    <p:sldId id="422" r:id="rId14"/>
    <p:sldId id="425" r:id="rId15"/>
    <p:sldId id="421" r:id="rId16"/>
    <p:sldId id="384" r:id="rId17"/>
    <p:sldId id="386" r:id="rId18"/>
    <p:sldId id="427" r:id="rId19"/>
    <p:sldId id="389" r:id="rId20"/>
    <p:sldId id="428" r:id="rId21"/>
    <p:sldId id="375" r:id="rId22"/>
    <p:sldId id="342" r:id="rId23"/>
    <p:sldId id="418" r:id="rId24"/>
    <p:sldId id="419" r:id="rId25"/>
    <p:sldId id="423" r:id="rId26"/>
    <p:sldId id="429" r:id="rId27"/>
    <p:sldId id="304" r:id="rId28"/>
    <p:sldId id="35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C3996-816B-43C2-A919-F20BC236D596}" v="377" dt="2025-06-12T07:28:51.6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tus Wittenmark" userId="f735600e1fbeff6c" providerId="LiveId" clId="{D10916FA-9DBA-4D57-B9E8-C8E9CF86F14B}"/>
    <pc:docChg chg="undo redo custSel addSld delSld modSld">
      <pc:chgData name="Pontus Wittenmark" userId="f735600e1fbeff6c" providerId="LiveId" clId="{D10916FA-9DBA-4D57-B9E8-C8E9CF86F14B}" dt="2025-05-10T11:44:03.212" v="3144" actId="20577"/>
      <pc:docMkLst>
        <pc:docMk/>
      </pc:docMkLst>
      <pc:sldChg chg="modSp mod">
        <pc:chgData name="Pontus Wittenmark" userId="f735600e1fbeff6c" providerId="LiveId" clId="{D10916FA-9DBA-4D57-B9E8-C8E9CF86F14B}" dt="2025-05-10T11:44:03.212" v="3144" actId="20577"/>
        <pc:sldMkLst>
          <pc:docMk/>
          <pc:sldMk cId="1538964893" sldId="294"/>
        </pc:sldMkLst>
        <pc:spChg chg="mod">
          <ac:chgData name="Pontus Wittenmark" userId="f735600e1fbeff6c" providerId="LiveId" clId="{D10916FA-9DBA-4D57-B9E8-C8E9CF86F14B}" dt="2025-05-10T11:44:03.212" v="3144" actId="20577"/>
          <ac:spMkLst>
            <pc:docMk/>
            <pc:sldMk cId="1538964893" sldId="29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D10916FA-9DBA-4D57-B9E8-C8E9CF86F14B}" dt="2025-05-10T11:26:07.704" v="3118" actId="1076"/>
        <pc:sldMkLst>
          <pc:docMk/>
          <pc:sldMk cId="263935937" sldId="349"/>
        </pc:sldMkLst>
      </pc:sldChg>
      <pc:sldChg chg="modSp mod">
        <pc:chgData name="Pontus Wittenmark" userId="f735600e1fbeff6c" providerId="LiveId" clId="{D10916FA-9DBA-4D57-B9E8-C8E9CF86F14B}" dt="2025-05-10T11:21:19.437" v="2804" actId="1076"/>
        <pc:sldMkLst>
          <pc:docMk/>
          <pc:sldMk cId="808517850" sldId="418"/>
        </pc:sldMkLst>
        <pc:spChg chg="mod">
          <ac:chgData name="Pontus Wittenmark" userId="f735600e1fbeff6c" providerId="LiveId" clId="{D10916FA-9DBA-4D57-B9E8-C8E9CF86F14B}" dt="2025-05-10T11:21:19.437" v="2804" actId="1076"/>
          <ac:spMkLst>
            <pc:docMk/>
            <pc:sldMk cId="808517850" sldId="418"/>
            <ac:spMk id="2" creationId="{506CB928-28D8-A64F-08FC-FF4EDC5274DC}"/>
          </ac:spMkLst>
        </pc:spChg>
        <pc:spChg chg="mod">
          <ac:chgData name="Pontus Wittenmark" userId="f735600e1fbeff6c" providerId="LiveId" clId="{D10916FA-9DBA-4D57-B9E8-C8E9CF86F14B}" dt="2025-05-10T11:21:16.269" v="2803" actId="1076"/>
          <ac:spMkLst>
            <pc:docMk/>
            <pc:sldMk cId="808517850" sldId="418"/>
            <ac:spMk id="3" creationId="{A620628F-2C0C-E581-B557-429DE8952F41}"/>
          </ac:spMkLst>
        </pc:spChg>
      </pc:sldChg>
      <pc:sldChg chg="addSp delSp modSp mod">
        <pc:chgData name="Pontus Wittenmark" userId="f735600e1fbeff6c" providerId="LiveId" clId="{D10916FA-9DBA-4D57-B9E8-C8E9CF86F14B}" dt="2025-05-10T11:22:18.937" v="2863" actId="20577"/>
        <pc:sldMkLst>
          <pc:docMk/>
          <pc:sldMk cId="3254090478" sldId="419"/>
        </pc:sldMkLst>
        <pc:spChg chg="mod">
          <ac:chgData name="Pontus Wittenmark" userId="f735600e1fbeff6c" providerId="LiveId" clId="{D10916FA-9DBA-4D57-B9E8-C8E9CF86F14B}" dt="2025-05-10T11:22:07.973" v="2846" actId="20577"/>
          <ac:spMkLst>
            <pc:docMk/>
            <pc:sldMk cId="3254090478" sldId="419"/>
            <ac:spMk id="2" creationId="{2B0FC184-256D-45A9-2D8D-2C88AB9F4649}"/>
          </ac:spMkLst>
        </pc:spChg>
        <pc:spChg chg="add mod">
          <ac:chgData name="Pontus Wittenmark" userId="f735600e1fbeff6c" providerId="LiveId" clId="{D10916FA-9DBA-4D57-B9E8-C8E9CF86F14B}" dt="2025-05-10T11:01:05.356" v="2260" actId="1076"/>
          <ac:spMkLst>
            <pc:docMk/>
            <pc:sldMk cId="3254090478" sldId="419"/>
            <ac:spMk id="5" creationId="{BE958F9F-D614-5C0F-6F60-29FB3295567E}"/>
          </ac:spMkLst>
        </pc:spChg>
        <pc:spChg chg="mod">
          <ac:chgData name="Pontus Wittenmark" userId="f735600e1fbeff6c" providerId="LiveId" clId="{D10916FA-9DBA-4D57-B9E8-C8E9CF86F14B}" dt="2025-05-10T11:22:18.937" v="2863" actId="20577"/>
          <ac:spMkLst>
            <pc:docMk/>
            <pc:sldMk cId="3254090478" sldId="419"/>
            <ac:spMk id="7" creationId="{50EC57D8-89BD-DB6C-54F9-127D847E1958}"/>
          </ac:spMkLst>
        </pc:spChg>
        <pc:cxnChg chg="add mod">
          <ac:chgData name="Pontus Wittenmark" userId="f735600e1fbeff6c" providerId="LiveId" clId="{D10916FA-9DBA-4D57-B9E8-C8E9CF86F14B}" dt="2025-05-10T11:09:09.222" v="2417" actId="1076"/>
          <ac:cxnSpMkLst>
            <pc:docMk/>
            <pc:sldMk cId="3254090478" sldId="419"/>
            <ac:cxnSpMk id="11" creationId="{71599ED1-3EA0-8E6F-0ED1-C30F958C8418}"/>
          </ac:cxnSpMkLst>
        </pc:cxnChg>
      </pc:sldChg>
      <pc:sldChg chg="addSp delSp modSp add mod">
        <pc:chgData name="Pontus Wittenmark" userId="f735600e1fbeff6c" providerId="LiveId" clId="{D10916FA-9DBA-4D57-B9E8-C8E9CF86F14B}" dt="2025-05-10T10:38:13.533" v="1639" actId="20577"/>
        <pc:sldMkLst>
          <pc:docMk/>
          <pc:sldMk cId="796677057" sldId="420"/>
        </pc:sldMkLst>
      </pc:sldChg>
      <pc:sldChg chg="addSp delSp modSp add mod">
        <pc:chgData name="Pontus Wittenmark" userId="f735600e1fbeff6c" providerId="LiveId" clId="{D10916FA-9DBA-4D57-B9E8-C8E9CF86F14B}" dt="2025-05-10T10:46:21.277" v="1691"/>
        <pc:sldMkLst>
          <pc:docMk/>
          <pc:sldMk cId="620073716" sldId="421"/>
        </pc:sldMkLst>
        <pc:spChg chg="add mod">
          <ac:chgData name="Pontus Wittenmark" userId="f735600e1fbeff6c" providerId="LiveId" clId="{D10916FA-9DBA-4D57-B9E8-C8E9CF86F14B}" dt="2025-05-10T10:14:52.897" v="1141"/>
          <ac:spMkLst>
            <pc:docMk/>
            <pc:sldMk cId="620073716" sldId="421"/>
            <ac:spMk id="4" creationId="{44C53C93-6FDE-EDBF-AB4B-F24CD54AAEEF}"/>
          </ac:spMkLst>
        </pc:spChg>
      </pc:sldChg>
      <pc:sldChg chg="addSp delSp modSp add mod">
        <pc:chgData name="Pontus Wittenmark" userId="f735600e1fbeff6c" providerId="LiveId" clId="{D10916FA-9DBA-4D57-B9E8-C8E9CF86F14B}" dt="2025-05-10T10:20:26.544" v="1475" actId="27636"/>
        <pc:sldMkLst>
          <pc:docMk/>
          <pc:sldMk cId="1882269939" sldId="422"/>
        </pc:sldMkLst>
        <pc:spChg chg="mod">
          <ac:chgData name="Pontus Wittenmark" userId="f735600e1fbeff6c" providerId="LiveId" clId="{D10916FA-9DBA-4D57-B9E8-C8E9CF86F14B}" dt="2025-05-10T10:20:26.544" v="1475" actId="27636"/>
          <ac:spMkLst>
            <pc:docMk/>
            <pc:sldMk cId="1882269939" sldId="422"/>
            <ac:spMk id="3" creationId="{125155B8-1E4E-FC61-4365-92284C06CA0F}"/>
          </ac:spMkLst>
        </pc:spChg>
        <pc:spChg chg="add mod">
          <ac:chgData name="Pontus Wittenmark" userId="f735600e1fbeff6c" providerId="LiveId" clId="{D10916FA-9DBA-4D57-B9E8-C8E9CF86F14B}" dt="2025-05-10T10:14:59.508" v="1143" actId="1076"/>
          <ac:spMkLst>
            <pc:docMk/>
            <pc:sldMk cId="1882269939" sldId="422"/>
            <ac:spMk id="5" creationId="{DF6EC24D-B69A-6E7D-6400-0F192BBA9E12}"/>
          </ac:spMkLst>
        </pc:spChg>
      </pc:sldChg>
      <pc:sldChg chg="addSp delSp modSp add del mod">
        <pc:chgData name="Pontus Wittenmark" userId="f735600e1fbeff6c" providerId="LiveId" clId="{D10916FA-9DBA-4D57-B9E8-C8E9CF86F14B}" dt="2025-05-10T11:12:05.813" v="2525" actId="47"/>
        <pc:sldMkLst>
          <pc:docMk/>
          <pc:sldMk cId="365144307" sldId="423"/>
        </pc:sldMkLst>
      </pc:sldChg>
      <pc:sldChg chg="addSp delSp modSp add mod">
        <pc:chgData name="Pontus Wittenmark" userId="f735600e1fbeff6c" providerId="LiveId" clId="{D10916FA-9DBA-4D57-B9E8-C8E9CF86F14B}" dt="2025-05-10T11:26:22.145" v="3124" actId="20577"/>
        <pc:sldMkLst>
          <pc:docMk/>
          <pc:sldMk cId="3209209091" sldId="423"/>
        </pc:sldMkLst>
        <pc:spChg chg="add del mod">
          <ac:chgData name="Pontus Wittenmark" userId="f735600e1fbeff6c" providerId="LiveId" clId="{D10916FA-9DBA-4D57-B9E8-C8E9CF86F14B}" dt="2025-05-10T11:22:00.710" v="2844" actId="20577"/>
          <ac:spMkLst>
            <pc:docMk/>
            <pc:sldMk cId="3209209091" sldId="423"/>
            <ac:spMk id="2" creationId="{5CA69DA4-EC32-345B-7367-DE7AC4201CD9}"/>
          </ac:spMkLst>
        </pc:spChg>
        <pc:spChg chg="add del mod">
          <ac:chgData name="Pontus Wittenmark" userId="f735600e1fbeff6c" providerId="LiveId" clId="{D10916FA-9DBA-4D57-B9E8-C8E9CF86F14B}" dt="2025-05-10T11:26:22.145" v="3124" actId="20577"/>
          <ac:spMkLst>
            <pc:docMk/>
            <pc:sldMk cId="3209209091" sldId="423"/>
            <ac:spMk id="3" creationId="{2628C4D0-9F40-F3A6-EEAD-7074F98779E7}"/>
          </ac:spMkLst>
        </pc:spChg>
      </pc:sldChg>
      <pc:sldChg chg="modSp add mod">
        <pc:chgData name="Pontus Wittenmark" userId="f735600e1fbeff6c" providerId="LiveId" clId="{D10916FA-9DBA-4D57-B9E8-C8E9CF86F14B}" dt="2025-05-10T11:25:44.439" v="3114" actId="14100"/>
        <pc:sldMkLst>
          <pc:docMk/>
          <pc:sldMk cId="2266007266" sldId="424"/>
        </pc:sldMkLst>
      </pc:sldChg>
    </pc:docChg>
  </pc:docChgLst>
  <pc:docChgLst>
    <pc:chgData name="Pontus Wittenmark" userId="f735600e1fbeff6c" providerId="LiveId" clId="{8ECFF397-2F6D-454A-B0CA-6AC9CC3F590D}"/>
    <pc:docChg chg="undo custSel modSld">
      <pc:chgData name="Pontus Wittenmark" userId="f735600e1fbeff6c" providerId="LiveId" clId="{8ECFF397-2F6D-454A-B0CA-6AC9CC3F590D}" dt="2023-08-25T09:00:43.957" v="624" actId="20577"/>
      <pc:docMkLst>
        <pc:docMk/>
      </pc:docMkLst>
      <pc:sldChg chg="modSp mod">
        <pc:chgData name="Pontus Wittenmark" userId="f735600e1fbeff6c" providerId="LiveId" clId="{8ECFF397-2F6D-454A-B0CA-6AC9CC3F590D}" dt="2023-08-25T08:23:13.389" v="201"/>
        <pc:sldMkLst>
          <pc:docMk/>
          <pc:sldMk cId="2711315616" sldId="342"/>
        </pc:sldMkLst>
      </pc:sldChg>
      <pc:sldChg chg="addSp delSp modSp mod">
        <pc:chgData name="Pontus Wittenmark" userId="f735600e1fbeff6c" providerId="LiveId" clId="{8ECFF397-2F6D-454A-B0CA-6AC9CC3F590D}" dt="2023-08-25T09:00:43.957" v="624" actId="20577"/>
        <pc:sldMkLst>
          <pc:docMk/>
          <pc:sldMk cId="2532957008" sldId="357"/>
        </pc:sldMkLst>
      </pc:sldChg>
      <pc:sldChg chg="modSp mod">
        <pc:chgData name="Pontus Wittenmark" userId="f735600e1fbeff6c" providerId="LiveId" clId="{8ECFF397-2F6D-454A-B0CA-6AC9CC3F590D}" dt="2023-08-25T08:22:29.725" v="197" actId="20577"/>
        <pc:sldMkLst>
          <pc:docMk/>
          <pc:sldMk cId="3468219419" sldId="383"/>
        </pc:sldMkLst>
      </pc:sldChg>
      <pc:sldChg chg="modSp mod">
        <pc:chgData name="Pontus Wittenmark" userId="f735600e1fbeff6c" providerId="LiveId" clId="{8ECFF397-2F6D-454A-B0CA-6AC9CC3F590D}" dt="2023-08-25T08:33:41.539" v="264" actId="20577"/>
        <pc:sldMkLst>
          <pc:docMk/>
          <pc:sldMk cId="2766621064" sldId="386"/>
        </pc:sldMkLst>
      </pc:sldChg>
      <pc:sldChg chg="modSp mod">
        <pc:chgData name="Pontus Wittenmark" userId="f735600e1fbeff6c" providerId="LiveId" clId="{8ECFF397-2F6D-454A-B0CA-6AC9CC3F590D}" dt="2023-08-25T08:15:46.702" v="11" actId="20577"/>
        <pc:sldMkLst>
          <pc:docMk/>
          <pc:sldMk cId="4172744297" sldId="416"/>
        </pc:sldMkLst>
      </pc:sldChg>
    </pc:docChg>
  </pc:docChgLst>
  <pc:docChgLst>
    <pc:chgData name="Pontus Wittenmark" userId="f735600e1fbeff6c" providerId="LiveId" clId="{619B9C8E-0DB3-4B17-B69F-218C5F7B05E8}"/>
    <pc:docChg chg="undo custSel addSld delSld modSld">
      <pc:chgData name="Pontus Wittenmark" userId="f735600e1fbeff6c" providerId="LiveId" clId="{619B9C8E-0DB3-4B17-B69F-218C5F7B05E8}" dt="2019-05-03T11:29:57.022" v="1002" actId="20577"/>
      <pc:docMkLst>
        <pc:docMk/>
      </pc:docMkLst>
      <pc:sldChg chg="modSp">
        <pc:chgData name="Pontus Wittenmark" userId="f735600e1fbeff6c" providerId="LiveId" clId="{619B9C8E-0DB3-4B17-B69F-218C5F7B05E8}" dt="2019-05-03T11:29:57.022" v="1002" actId="20577"/>
        <pc:sldMkLst>
          <pc:docMk/>
          <pc:sldMk cId="2380901486" sldId="372"/>
        </pc:sldMkLst>
      </pc:sldChg>
    </pc:docChg>
  </pc:docChgLst>
  <pc:docChgLst>
    <pc:chgData name="Pontus Wittenmark" userId="f735600e1fbeff6c" providerId="LiveId" clId="{6C24B48E-5F12-4DF2-B5A8-A12AA5AC7DC9}"/>
    <pc:docChg chg="undo redo custSel addSld modSld">
      <pc:chgData name="Pontus Wittenmark" userId="f735600e1fbeff6c" providerId="LiveId" clId="{6C24B48E-5F12-4DF2-B5A8-A12AA5AC7DC9}" dt="2019-12-12T10:13:22.993" v="219" actId="1076"/>
      <pc:docMkLst>
        <pc:docMk/>
      </pc:docMkLst>
      <pc:sldChg chg="addSp delSp modSp">
        <pc:chgData name="Pontus Wittenmark" userId="f735600e1fbeff6c" providerId="LiveId" clId="{6C24B48E-5F12-4DF2-B5A8-A12AA5AC7DC9}" dt="2019-12-12T10:13:22.993" v="219" actId="1076"/>
        <pc:sldMkLst>
          <pc:docMk/>
          <pc:sldMk cId="2760819910" sldId="293"/>
        </pc:sldMkLst>
      </pc:sldChg>
      <pc:sldChg chg="delSp modSp">
        <pc:chgData name="Pontus Wittenmark" userId="f735600e1fbeff6c" providerId="LiveId" clId="{6C24B48E-5F12-4DF2-B5A8-A12AA5AC7DC9}" dt="2019-12-10T15:52:10.375" v="3" actId="478"/>
        <pc:sldMkLst>
          <pc:docMk/>
          <pc:sldMk cId="3124446921" sldId="341"/>
        </pc:sldMkLst>
      </pc:sldChg>
      <pc:sldChg chg="modSp">
        <pc:chgData name="Pontus Wittenmark" userId="f735600e1fbeff6c" providerId="LiveId" clId="{6C24B48E-5F12-4DF2-B5A8-A12AA5AC7DC9}" dt="2019-12-10T16:02:55.080" v="116" actId="11"/>
        <pc:sldMkLst>
          <pc:docMk/>
          <pc:sldMk cId="2532957008" sldId="357"/>
        </pc:sldMkLst>
      </pc:sldChg>
      <pc:sldChg chg="modSp">
        <pc:chgData name="Pontus Wittenmark" userId="f735600e1fbeff6c" providerId="LiveId" clId="{6C24B48E-5F12-4DF2-B5A8-A12AA5AC7DC9}" dt="2019-12-10T16:01:58.850" v="114" actId="114"/>
        <pc:sldMkLst>
          <pc:docMk/>
          <pc:sldMk cId="3901861638" sldId="358"/>
        </pc:sldMkLst>
      </pc:sldChg>
      <pc:sldChg chg="delSp modSp">
        <pc:chgData name="Pontus Wittenmark" userId="f735600e1fbeff6c" providerId="LiveId" clId="{6C24B48E-5F12-4DF2-B5A8-A12AA5AC7DC9}" dt="2019-12-10T16:09:03.697" v="216" actId="478"/>
        <pc:sldMkLst>
          <pc:docMk/>
          <pc:sldMk cId="3471271674" sldId="359"/>
        </pc:sldMkLst>
      </pc:sldChg>
      <pc:sldChg chg="modSp">
        <pc:chgData name="Pontus Wittenmark" userId="f735600e1fbeff6c" providerId="LiveId" clId="{6C24B48E-5F12-4DF2-B5A8-A12AA5AC7DC9}" dt="2019-12-10T16:03:09.175" v="117" actId="11"/>
        <pc:sldMkLst>
          <pc:docMk/>
          <pc:sldMk cId="2890982431" sldId="368"/>
        </pc:sldMkLst>
      </pc:sldChg>
      <pc:sldChg chg="modSp">
        <pc:chgData name="Pontus Wittenmark" userId="f735600e1fbeff6c" providerId="LiveId" clId="{6C24B48E-5F12-4DF2-B5A8-A12AA5AC7DC9}" dt="2019-12-10T16:04:57.823" v="149" actId="20577"/>
        <pc:sldMkLst>
          <pc:docMk/>
          <pc:sldMk cId="3468219419" sldId="383"/>
        </pc:sldMkLst>
      </pc:sldChg>
      <pc:sldChg chg="modSp">
        <pc:chgData name="Pontus Wittenmark" userId="f735600e1fbeff6c" providerId="LiveId" clId="{6C24B48E-5F12-4DF2-B5A8-A12AA5AC7DC9}" dt="2019-12-10T16:02:44.112" v="115" actId="11"/>
        <pc:sldMkLst>
          <pc:docMk/>
          <pc:sldMk cId="1298324018" sldId="394"/>
        </pc:sldMkLst>
      </pc:sldChg>
      <pc:sldChg chg="delSp modSp add">
        <pc:chgData name="Pontus Wittenmark" userId="f735600e1fbeff6c" providerId="LiveId" clId="{6C24B48E-5F12-4DF2-B5A8-A12AA5AC7DC9}" dt="2019-12-10T16:07:40.625" v="207" actId="207"/>
        <pc:sldMkLst>
          <pc:docMk/>
          <pc:sldMk cId="2128037063" sldId="395"/>
        </pc:sldMkLst>
      </pc:sldChg>
    </pc:docChg>
  </pc:docChgLst>
  <pc:docChgLst>
    <pc:chgData name="Pontus Wittenmark" userId="f735600e1fbeff6c" providerId="LiveId" clId="{3D3DF429-FBC6-4AF4-80F1-78ACB45A5EF1}"/>
    <pc:docChg chg="undo redo custSel addSld modSld">
      <pc:chgData name="Pontus Wittenmark" userId="f735600e1fbeff6c" providerId="LiveId" clId="{3D3DF429-FBC6-4AF4-80F1-78ACB45A5EF1}" dt="2021-04-06T10:16:07.063" v="1091" actId="790"/>
      <pc:docMkLst>
        <pc:docMk/>
      </pc:docMkLst>
      <pc:sldChg chg="modSp mod">
        <pc:chgData name="Pontus Wittenmark" userId="f735600e1fbeff6c" providerId="LiveId" clId="{3D3DF429-FBC6-4AF4-80F1-78ACB45A5EF1}" dt="2021-03-23T14:34:34.612" v="1" actId="20577"/>
        <pc:sldMkLst>
          <pc:docMk/>
          <pc:sldMk cId="2760819910" sldId="293"/>
        </pc:sldMkLst>
      </pc:sldChg>
      <pc:sldChg chg="modSp mod">
        <pc:chgData name="Pontus Wittenmark" userId="f735600e1fbeff6c" providerId="LiveId" clId="{3D3DF429-FBC6-4AF4-80F1-78ACB45A5EF1}" dt="2021-03-30T13:52:24.703" v="899" actId="20577"/>
        <pc:sldMkLst>
          <pc:docMk/>
          <pc:sldMk cId="1538964893" sldId="294"/>
        </pc:sldMkLst>
      </pc:sldChg>
      <pc:sldChg chg="modSp mod">
        <pc:chgData name="Pontus Wittenmark" userId="f735600e1fbeff6c" providerId="LiveId" clId="{3D3DF429-FBC6-4AF4-80F1-78ACB45A5EF1}" dt="2021-03-23T16:09:18.446" v="90" actId="20577"/>
        <pc:sldMkLst>
          <pc:docMk/>
          <pc:sldMk cId="263935937" sldId="349"/>
        </pc:sldMkLst>
      </pc:sldChg>
      <pc:sldChg chg="modSp mod">
        <pc:chgData name="Pontus Wittenmark" userId="f735600e1fbeff6c" providerId="LiveId" clId="{3D3DF429-FBC6-4AF4-80F1-78ACB45A5EF1}" dt="2021-03-23T16:31:22.053" v="457" actId="20577"/>
        <pc:sldMkLst>
          <pc:docMk/>
          <pc:sldMk cId="458914881" sldId="353"/>
        </pc:sldMkLst>
      </pc:sldChg>
      <pc:sldChg chg="modSp mod">
        <pc:chgData name="Pontus Wittenmark" userId="f735600e1fbeff6c" providerId="LiveId" clId="{3D3DF429-FBC6-4AF4-80F1-78ACB45A5EF1}" dt="2021-04-06T10:15:23.742" v="1077" actId="20577"/>
        <pc:sldMkLst>
          <pc:docMk/>
          <pc:sldMk cId="2532957008" sldId="357"/>
        </pc:sldMkLst>
      </pc:sldChg>
      <pc:sldChg chg="modSp mod">
        <pc:chgData name="Pontus Wittenmark" userId="f735600e1fbeff6c" providerId="LiveId" clId="{3D3DF429-FBC6-4AF4-80F1-78ACB45A5EF1}" dt="2021-04-06T10:07:47.047" v="917" actId="12"/>
        <pc:sldMkLst>
          <pc:docMk/>
          <pc:sldMk cId="3901861638" sldId="358"/>
        </pc:sldMkLst>
      </pc:sldChg>
      <pc:sldChg chg="modSp mod">
        <pc:chgData name="Pontus Wittenmark" userId="f735600e1fbeff6c" providerId="LiveId" clId="{3D3DF429-FBC6-4AF4-80F1-78ACB45A5EF1}" dt="2021-04-06T10:16:07.063" v="1091" actId="790"/>
        <pc:sldMkLst>
          <pc:docMk/>
          <pc:sldMk cId="2890982431" sldId="368"/>
        </pc:sldMkLst>
      </pc:sldChg>
      <pc:sldChg chg="modSp mod">
        <pc:chgData name="Pontus Wittenmark" userId="f735600e1fbeff6c" providerId="LiveId" clId="{3D3DF429-FBC6-4AF4-80F1-78ACB45A5EF1}" dt="2021-03-23T14:35:27.325" v="8" actId="20577"/>
        <pc:sldMkLst>
          <pc:docMk/>
          <pc:sldMk cId="2380901486" sldId="372"/>
        </pc:sldMkLst>
      </pc:sldChg>
      <pc:sldChg chg="modSp mod">
        <pc:chgData name="Pontus Wittenmark" userId="f735600e1fbeff6c" providerId="LiveId" clId="{3D3DF429-FBC6-4AF4-80F1-78ACB45A5EF1}" dt="2021-04-06T10:14:07.057" v="1073" actId="20577"/>
        <pc:sldMkLst>
          <pc:docMk/>
          <pc:sldMk cId="3468219419" sldId="383"/>
        </pc:sldMkLst>
      </pc:sldChg>
      <pc:sldChg chg="modSp mod">
        <pc:chgData name="Pontus Wittenmark" userId="f735600e1fbeff6c" providerId="LiveId" clId="{3D3DF429-FBC6-4AF4-80F1-78ACB45A5EF1}" dt="2021-04-06T10:14:46.895" v="1076" actId="20577"/>
        <pc:sldMkLst>
          <pc:docMk/>
          <pc:sldMk cId="1495394903" sldId="387"/>
        </pc:sldMkLst>
      </pc:sldChg>
      <pc:sldChg chg="modSp mod">
        <pc:chgData name="Pontus Wittenmark" userId="f735600e1fbeff6c" providerId="LiveId" clId="{3D3DF429-FBC6-4AF4-80F1-78ACB45A5EF1}" dt="2021-03-29T13:15:32.120" v="690" actId="6549"/>
        <pc:sldMkLst>
          <pc:docMk/>
          <pc:sldMk cId="1298324018" sldId="394"/>
        </pc:sldMkLst>
      </pc:sldChg>
      <pc:sldChg chg="addSp delSp modSp add mod">
        <pc:chgData name="Pontus Wittenmark" userId="f735600e1fbeff6c" providerId="LiveId" clId="{3D3DF429-FBC6-4AF4-80F1-78ACB45A5EF1}" dt="2021-03-30T13:51:41.903" v="880" actId="1076"/>
        <pc:sldMkLst>
          <pc:docMk/>
          <pc:sldMk cId="2575850643" sldId="397"/>
        </pc:sldMkLst>
      </pc:sldChg>
    </pc:docChg>
  </pc:docChgLst>
  <pc:docChgLst>
    <pc:chgData name="Pontus Wittenmark" userId="f735600e1fbeff6c" providerId="LiveId" clId="{04FB47DC-1779-40E7-9F02-A497B7D1E2B8}"/>
    <pc:docChg chg="undo custSel addSld delSld modSld sldOrd">
      <pc:chgData name="Pontus Wittenmark" userId="f735600e1fbeff6c" providerId="LiveId" clId="{04FB47DC-1779-40E7-9F02-A497B7D1E2B8}" dt="2022-01-21T13:24:03.625" v="177" actId="20577"/>
      <pc:docMkLst>
        <pc:docMk/>
      </pc:docMkLst>
      <pc:sldChg chg="modSp mod">
        <pc:chgData name="Pontus Wittenmark" userId="f735600e1fbeff6c" providerId="LiveId" clId="{04FB47DC-1779-40E7-9F02-A497B7D1E2B8}" dt="2022-01-21T13:24:03.625" v="177" actId="20577"/>
        <pc:sldMkLst>
          <pc:docMk/>
          <pc:sldMk cId="1538964893" sldId="294"/>
        </pc:sldMkLst>
      </pc:sldChg>
      <pc:sldChg chg="modSp mod">
        <pc:chgData name="Pontus Wittenmark" userId="f735600e1fbeff6c" providerId="LiveId" clId="{04FB47DC-1779-40E7-9F02-A497B7D1E2B8}" dt="2022-01-21T12:35:16.380" v="171"/>
        <pc:sldMkLst>
          <pc:docMk/>
          <pc:sldMk cId="1168120925" sldId="304"/>
        </pc:sldMkLst>
      </pc:sldChg>
      <pc:sldChg chg="del">
        <pc:chgData name="Pontus Wittenmark" userId="f735600e1fbeff6c" providerId="LiveId" clId="{04FB47DC-1779-40E7-9F02-A497B7D1E2B8}" dt="2022-01-21T10:02:01.469" v="41" actId="47"/>
        <pc:sldMkLst>
          <pc:docMk/>
          <pc:sldMk cId="3124446921" sldId="341"/>
        </pc:sldMkLst>
      </pc:sldChg>
      <pc:sldChg chg="del">
        <pc:chgData name="Pontus Wittenmark" userId="f735600e1fbeff6c" providerId="LiveId" clId="{04FB47DC-1779-40E7-9F02-A497B7D1E2B8}" dt="2022-01-21T10:07:46.159" v="138" actId="2696"/>
        <pc:sldMkLst>
          <pc:docMk/>
          <pc:sldMk cId="212266307" sldId="342"/>
        </pc:sldMkLst>
      </pc:sldChg>
      <pc:sldChg chg="add">
        <pc:chgData name="Pontus Wittenmark" userId="f735600e1fbeff6c" providerId="LiveId" clId="{04FB47DC-1779-40E7-9F02-A497B7D1E2B8}" dt="2022-01-21T10:07:57.882" v="139"/>
        <pc:sldMkLst>
          <pc:docMk/>
          <pc:sldMk cId="3209416303" sldId="342"/>
        </pc:sldMkLst>
      </pc:sldChg>
      <pc:sldChg chg="addSp delSp modSp mod">
        <pc:chgData name="Pontus Wittenmark" userId="f735600e1fbeff6c" providerId="LiveId" clId="{04FB47DC-1779-40E7-9F02-A497B7D1E2B8}" dt="2022-01-21T10:31:43.078" v="159" actId="20577"/>
        <pc:sldMkLst>
          <pc:docMk/>
          <pc:sldMk cId="2532957008" sldId="357"/>
        </pc:sldMkLst>
      </pc:sldChg>
      <pc:sldChg chg="modSp mod">
        <pc:chgData name="Pontus Wittenmark" userId="f735600e1fbeff6c" providerId="LiveId" clId="{04FB47DC-1779-40E7-9F02-A497B7D1E2B8}" dt="2022-01-21T10:06:35.470" v="133" actId="20577"/>
        <pc:sldMkLst>
          <pc:docMk/>
          <pc:sldMk cId="3901861638" sldId="358"/>
        </pc:sldMkLst>
      </pc:sldChg>
      <pc:sldChg chg="add">
        <pc:chgData name="Pontus Wittenmark" userId="f735600e1fbeff6c" providerId="LiveId" clId="{04FB47DC-1779-40E7-9F02-A497B7D1E2B8}" dt="2022-01-21T10:07:57.882" v="139"/>
        <pc:sldMkLst>
          <pc:docMk/>
          <pc:sldMk cId="2920582365" sldId="375"/>
        </pc:sldMkLst>
      </pc:sldChg>
      <pc:sldChg chg="del">
        <pc:chgData name="Pontus Wittenmark" userId="f735600e1fbeff6c" providerId="LiveId" clId="{04FB47DC-1779-40E7-9F02-A497B7D1E2B8}" dt="2022-01-21T10:07:46.159" v="138" actId="2696"/>
        <pc:sldMkLst>
          <pc:docMk/>
          <pc:sldMk cId="3944310890" sldId="375"/>
        </pc:sldMkLst>
      </pc:sldChg>
      <pc:sldChg chg="del">
        <pc:chgData name="Pontus Wittenmark" userId="f735600e1fbeff6c" providerId="LiveId" clId="{04FB47DC-1779-40E7-9F02-A497B7D1E2B8}" dt="2022-01-21T10:07:26.854" v="136" actId="47"/>
        <pc:sldMkLst>
          <pc:docMk/>
          <pc:sldMk cId="3654824756" sldId="396"/>
        </pc:sldMkLst>
      </pc:sldChg>
      <pc:sldChg chg="del">
        <pc:chgData name="Pontus Wittenmark" userId="f735600e1fbeff6c" providerId="LiveId" clId="{04FB47DC-1779-40E7-9F02-A497B7D1E2B8}" dt="2022-01-21T10:07:46.159" v="138" actId="2696"/>
        <pc:sldMkLst>
          <pc:docMk/>
          <pc:sldMk cId="2575850643" sldId="397"/>
        </pc:sldMkLst>
      </pc:sldChg>
      <pc:sldChg chg="add">
        <pc:chgData name="Pontus Wittenmark" userId="f735600e1fbeff6c" providerId="LiveId" clId="{04FB47DC-1779-40E7-9F02-A497B7D1E2B8}" dt="2022-01-21T10:07:57.882" v="139"/>
        <pc:sldMkLst>
          <pc:docMk/>
          <pc:sldMk cId="3695969814" sldId="397"/>
        </pc:sldMkLst>
      </pc:sldChg>
      <pc:sldChg chg="modSp mod">
        <pc:chgData name="Pontus Wittenmark" userId="f735600e1fbeff6c" providerId="LiveId" clId="{04FB47DC-1779-40E7-9F02-A497B7D1E2B8}" dt="2022-01-21T12:23:11.058" v="169" actId="20577"/>
        <pc:sldMkLst>
          <pc:docMk/>
          <pc:sldMk cId="2607698769" sldId="398"/>
        </pc:sldMkLst>
      </pc:sldChg>
      <pc:sldChg chg="modSp mod">
        <pc:chgData name="Pontus Wittenmark" userId="f735600e1fbeff6c" providerId="LiveId" clId="{04FB47DC-1779-40E7-9F02-A497B7D1E2B8}" dt="2022-01-21T10:06:39.199" v="135" actId="20577"/>
        <pc:sldMkLst>
          <pc:docMk/>
          <pc:sldMk cId="3876589622" sldId="399"/>
        </pc:sldMkLst>
      </pc:sldChg>
      <pc:sldChg chg="add del ord">
        <pc:chgData name="Pontus Wittenmark" userId="f735600e1fbeff6c" providerId="LiveId" clId="{04FB47DC-1779-40E7-9F02-A497B7D1E2B8}" dt="2022-01-21T10:07:41.059" v="137" actId="47"/>
        <pc:sldMkLst>
          <pc:docMk/>
          <pc:sldMk cId="4230084732" sldId="400"/>
        </pc:sldMkLst>
      </pc:sldChg>
      <pc:sldChg chg="addSp delSp modSp add mod">
        <pc:chgData name="Pontus Wittenmark" userId="f735600e1fbeff6c" providerId="LiveId" clId="{04FB47DC-1779-40E7-9F02-A497B7D1E2B8}" dt="2022-01-21T10:06:18.465" v="126" actId="113"/>
        <pc:sldMkLst>
          <pc:docMk/>
          <pc:sldMk cId="2584105884" sldId="401"/>
        </pc:sldMkLst>
      </pc:sldChg>
    </pc:docChg>
  </pc:docChgLst>
  <pc:docChgLst>
    <pc:chgData name="Pontus Wittenmark" userId="f735600e1fbeff6c" providerId="LiveId" clId="{5E59CAB9-021C-4086-A227-6E3EFB7AB453}"/>
    <pc:docChg chg="undo custSel modSld sldOrd">
      <pc:chgData name="Pontus Wittenmark" userId="f735600e1fbeff6c" providerId="LiveId" clId="{5E59CAB9-021C-4086-A227-6E3EFB7AB453}" dt="2020-01-16T09:10:09.358" v="18"/>
      <pc:docMkLst>
        <pc:docMk/>
      </pc:docMkLst>
      <pc:sldChg chg="modSp">
        <pc:chgData name="Pontus Wittenmark" userId="f735600e1fbeff6c" providerId="LiveId" clId="{5E59CAB9-021C-4086-A227-6E3EFB7AB453}" dt="2020-01-16T09:07:00.921" v="16" actId="20577"/>
        <pc:sldMkLst>
          <pc:docMk/>
          <pc:sldMk cId="3471271674" sldId="359"/>
        </pc:sldMkLst>
      </pc:sldChg>
      <pc:sldChg chg="ord">
        <pc:chgData name="Pontus Wittenmark" userId="f735600e1fbeff6c" providerId="LiveId" clId="{5E59CAB9-021C-4086-A227-6E3EFB7AB453}" dt="2020-01-16T09:10:09.358" v="18"/>
        <pc:sldMkLst>
          <pc:docMk/>
          <pc:sldMk cId="1701081978" sldId="393"/>
        </pc:sldMkLst>
      </pc:sldChg>
    </pc:docChg>
  </pc:docChgLst>
  <pc:docChgLst>
    <pc:chgData name="Pontus Wittenmark" userId="f735600e1fbeff6c" providerId="LiveId" clId="{4D3133D3-1E21-43DA-9A6C-C7113A934ACB}"/>
    <pc:docChg chg="modSld">
      <pc:chgData name="Pontus Wittenmark" userId="f735600e1fbeff6c" providerId="LiveId" clId="{4D3133D3-1E21-43DA-9A6C-C7113A934ACB}" dt="2022-07-25T14:54:20.585" v="4" actId="20577"/>
      <pc:docMkLst>
        <pc:docMk/>
      </pc:docMkLst>
      <pc:sldChg chg="modSp mod">
        <pc:chgData name="Pontus Wittenmark" userId="f735600e1fbeff6c" providerId="LiveId" clId="{4D3133D3-1E21-43DA-9A6C-C7113A934ACB}" dt="2022-07-25T14:54:20.585" v="4" actId="20577"/>
        <pc:sldMkLst>
          <pc:docMk/>
          <pc:sldMk cId="3209416303" sldId="342"/>
        </pc:sldMkLst>
      </pc:sldChg>
      <pc:sldChg chg="modSp mod">
        <pc:chgData name="Pontus Wittenmark" userId="f735600e1fbeff6c" providerId="LiveId" clId="{4D3133D3-1E21-43DA-9A6C-C7113A934ACB}" dt="2022-07-25T14:53:54.559" v="2" actId="20577"/>
        <pc:sldMkLst>
          <pc:docMk/>
          <pc:sldMk cId="2920582365" sldId="375"/>
        </pc:sldMkLst>
      </pc:sldChg>
    </pc:docChg>
  </pc:docChgLst>
  <pc:docChgLst>
    <pc:chgData name="Pontus Wittenmark" userId="f735600e1fbeff6c" providerId="LiveId" clId="{08D6F8C9-AFA4-4E84-A251-4E336BC6559E}"/>
    <pc:docChg chg="custSel addSld modSld">
      <pc:chgData name="Pontus Wittenmark" userId="f735600e1fbeff6c" providerId="LiveId" clId="{08D6F8C9-AFA4-4E84-A251-4E336BC6559E}" dt="2021-03-31T07:50:37.649" v="500" actId="22"/>
      <pc:docMkLst>
        <pc:docMk/>
      </pc:docMkLst>
      <pc:sldChg chg="modSp add">
        <pc:chgData name="Pontus Wittenmark" userId="f735600e1fbeff6c" providerId="LiveId" clId="{08D6F8C9-AFA4-4E84-A251-4E336BC6559E}" dt="2021-03-31T07:50:24.321" v="498" actId="20577"/>
        <pc:sldMkLst>
          <pc:docMk/>
          <pc:sldMk cId="2607698769" sldId="398"/>
        </pc:sldMkLst>
      </pc:sldChg>
    </pc:docChg>
  </pc:docChgLst>
  <pc:docChgLst>
    <pc:chgData name="Pontus Wittenmark" userId="f735600e1fbeff6c" providerId="LiveId" clId="{7577E388-0B8D-47AA-B6C3-A6F0210DF02D}"/>
    <pc:docChg chg="undo custSel addSld delSld modSld">
      <pc:chgData name="Pontus Wittenmark" userId="f735600e1fbeff6c" providerId="LiveId" clId="{7577E388-0B8D-47AA-B6C3-A6F0210DF02D}" dt="2020-04-16T13:16:12.814" v="426" actId="47"/>
      <pc:docMkLst>
        <pc:docMk/>
      </pc:docMkLst>
      <pc:sldChg chg="addSp delSp modSp">
        <pc:chgData name="Pontus Wittenmark" userId="f735600e1fbeff6c" providerId="LiveId" clId="{7577E388-0B8D-47AA-B6C3-A6F0210DF02D}" dt="2020-04-16T13:15:32.777" v="420" actId="6549"/>
        <pc:sldMkLst>
          <pc:docMk/>
          <pc:sldMk cId="3124446921" sldId="341"/>
        </pc:sldMkLst>
      </pc:sldChg>
      <pc:sldChg chg="del">
        <pc:chgData name="Pontus Wittenmark" userId="f735600e1fbeff6c" providerId="LiveId" clId="{7577E388-0B8D-47AA-B6C3-A6F0210DF02D}" dt="2020-04-16T10:49:04.769" v="43" actId="47"/>
        <pc:sldMkLst>
          <pc:docMk/>
          <pc:sldMk cId="3867091781" sldId="343"/>
        </pc:sldMkLst>
      </pc:sldChg>
      <pc:sldChg chg="del">
        <pc:chgData name="Pontus Wittenmark" userId="f735600e1fbeff6c" providerId="LiveId" clId="{7577E388-0B8D-47AA-B6C3-A6F0210DF02D}" dt="2020-04-16T10:52:56.571" v="52" actId="47"/>
        <pc:sldMkLst>
          <pc:docMk/>
          <pc:sldMk cId="3924334618" sldId="345"/>
        </pc:sldMkLst>
      </pc:sldChg>
      <pc:sldChg chg="addSp delSp modSp del">
        <pc:chgData name="Pontus Wittenmark" userId="f735600e1fbeff6c" providerId="LiveId" clId="{7577E388-0B8D-47AA-B6C3-A6F0210DF02D}" dt="2020-04-16T13:16:12.814" v="426" actId="47"/>
        <pc:sldMkLst>
          <pc:docMk/>
          <pc:sldMk cId="3471271674" sldId="359"/>
        </pc:sldMkLst>
      </pc:sldChg>
      <pc:sldChg chg="modSp">
        <pc:chgData name="Pontus Wittenmark" userId="f735600e1fbeff6c" providerId="LiveId" clId="{7577E388-0B8D-47AA-B6C3-A6F0210DF02D}" dt="2020-04-14T09:14:51.111" v="42"/>
        <pc:sldMkLst>
          <pc:docMk/>
          <pc:sldMk cId="2380901486" sldId="372"/>
        </pc:sldMkLst>
      </pc:sldChg>
      <pc:sldChg chg="del">
        <pc:chgData name="Pontus Wittenmark" userId="f735600e1fbeff6c" providerId="LiveId" clId="{7577E388-0B8D-47AA-B6C3-A6F0210DF02D}" dt="2020-04-16T10:52:56.571" v="52" actId="47"/>
        <pc:sldMkLst>
          <pc:docMk/>
          <pc:sldMk cId="1049107154" sldId="392"/>
        </pc:sldMkLst>
      </pc:sldChg>
      <pc:sldChg chg="del">
        <pc:chgData name="Pontus Wittenmark" userId="f735600e1fbeff6c" providerId="LiveId" clId="{7577E388-0B8D-47AA-B6C3-A6F0210DF02D}" dt="2020-04-16T10:52:56.571" v="52" actId="47"/>
        <pc:sldMkLst>
          <pc:docMk/>
          <pc:sldMk cId="1701081978" sldId="393"/>
        </pc:sldMkLst>
      </pc:sldChg>
      <pc:sldChg chg="modSp del">
        <pc:chgData name="Pontus Wittenmark" userId="f735600e1fbeff6c" providerId="LiveId" clId="{7577E388-0B8D-47AA-B6C3-A6F0210DF02D}" dt="2020-04-16T10:52:17.879" v="51" actId="47"/>
        <pc:sldMkLst>
          <pc:docMk/>
          <pc:sldMk cId="2128037063" sldId="395"/>
        </pc:sldMkLst>
      </pc:sldChg>
      <pc:sldChg chg="addSp delSp modSp add del">
        <pc:chgData name="Pontus Wittenmark" userId="f735600e1fbeff6c" providerId="LiveId" clId="{7577E388-0B8D-47AA-B6C3-A6F0210DF02D}" dt="2020-04-16T13:14:38.407" v="410" actId="47"/>
        <pc:sldMkLst>
          <pc:docMk/>
          <pc:sldMk cId="3504669595" sldId="395"/>
        </pc:sldMkLst>
      </pc:sldChg>
      <pc:sldChg chg="addSp delSp modSp add">
        <pc:chgData name="Pontus Wittenmark" userId="f735600e1fbeff6c" providerId="LiveId" clId="{7577E388-0B8D-47AA-B6C3-A6F0210DF02D}" dt="2020-04-16T13:16:01.086" v="425" actId="404"/>
        <pc:sldMkLst>
          <pc:docMk/>
          <pc:sldMk cId="3654824756" sldId="396"/>
        </pc:sldMkLst>
      </pc:sldChg>
    </pc:docChg>
  </pc:docChgLst>
  <pc:docChgLst>
    <pc:chgData name="Pontus Wittenmark" userId="f735600e1fbeff6c" providerId="LiveId" clId="{D554AF1F-9F79-4F06-8CAA-BC61AA2B236E}"/>
    <pc:docChg chg="custSel modSld">
      <pc:chgData name="Pontus Wittenmark" userId="f735600e1fbeff6c" providerId="LiveId" clId="{D554AF1F-9F79-4F06-8CAA-BC61AA2B236E}" dt="2025-04-28T14:44:20.456" v="37"/>
      <pc:docMkLst>
        <pc:docMk/>
      </pc:docMkLst>
      <pc:sldChg chg="modSp mod">
        <pc:chgData name="Pontus Wittenmark" userId="f735600e1fbeff6c" providerId="LiveId" clId="{D554AF1F-9F79-4F06-8CAA-BC61AA2B236E}" dt="2025-04-28T14:44:20.456" v="37"/>
        <pc:sldMkLst>
          <pc:docMk/>
          <pc:sldMk cId="2969019531" sldId="375"/>
        </pc:sldMkLst>
        <pc:spChg chg="mod">
          <ac:chgData name="Pontus Wittenmark" userId="f735600e1fbeff6c" providerId="LiveId" clId="{D554AF1F-9F79-4F06-8CAA-BC61AA2B236E}" dt="2025-04-28T14:44:20.456" v="37"/>
          <ac:spMkLst>
            <pc:docMk/>
            <pc:sldMk cId="2969019531" sldId="375"/>
            <ac:spMk id="6" creationId="{0ABDF11A-0A1D-4205-9B48-B170126FAF64}"/>
          </ac:spMkLst>
        </pc:spChg>
      </pc:sldChg>
    </pc:docChg>
  </pc:docChgLst>
  <pc:docChgLst>
    <pc:chgData name="Joakim Lignerkrona" userId="0173215a21e44cda" providerId="Windows Live" clId="Web-{CA11ACB6-C54D-46C4-A777-B6FF1B679FDA}"/>
    <pc:docChg chg="sldOrd">
      <pc:chgData name="Joakim Lignerkrona" userId="0173215a21e44cda" providerId="Windows Live" clId="Web-{CA11ACB6-C54D-46C4-A777-B6FF1B679FDA}" dt="2023-01-01T22:59:43.781" v="1"/>
      <pc:docMkLst>
        <pc:docMk/>
      </pc:docMkLst>
      <pc:sldChg chg="ord">
        <pc:chgData name="Joakim Lignerkrona" userId="0173215a21e44cda" providerId="Windows Live" clId="Web-{CA11ACB6-C54D-46C4-A777-B6FF1B679FDA}" dt="2023-01-01T22:59:43.781" v="1"/>
        <pc:sldMkLst>
          <pc:docMk/>
          <pc:sldMk cId="458914881" sldId="353"/>
        </pc:sldMkLst>
      </pc:sldChg>
    </pc:docChg>
  </pc:docChgLst>
  <pc:docChgLst>
    <pc:chgData name="Pontus Wittenmark" userId="f735600e1fbeff6c" providerId="LiveId" clId="{9CCAD450-7F18-4C9A-85F5-104128BFAD81}"/>
    <pc:docChg chg="undo custSel modSld">
      <pc:chgData name="Pontus Wittenmark" userId="f735600e1fbeff6c" providerId="LiveId" clId="{9CCAD450-7F18-4C9A-85F5-104128BFAD81}" dt="2024-11-19T15:12:07.404" v="61" actId="1076"/>
      <pc:docMkLst>
        <pc:docMk/>
      </pc:docMkLst>
      <pc:sldChg chg="modSp mod">
        <pc:chgData name="Pontus Wittenmark" userId="f735600e1fbeff6c" providerId="LiveId" clId="{9CCAD450-7F18-4C9A-85F5-104128BFAD81}" dt="2024-11-19T15:12:07.404" v="61" actId="1076"/>
        <pc:sldMkLst>
          <pc:docMk/>
          <pc:sldMk cId="1168120925" sldId="304"/>
        </pc:sldMkLst>
      </pc:sldChg>
      <pc:sldChg chg="modSp mod">
        <pc:chgData name="Pontus Wittenmark" userId="f735600e1fbeff6c" providerId="LiveId" clId="{9CCAD450-7F18-4C9A-85F5-104128BFAD81}" dt="2024-11-19T14:28:50.365" v="5" actId="20577"/>
        <pc:sldMkLst>
          <pc:docMk/>
          <pc:sldMk cId="4172744297" sldId="416"/>
        </pc:sldMkLst>
      </pc:sldChg>
    </pc:docChg>
  </pc:docChgLst>
  <pc:docChgLst>
    <pc:chgData name="Pontus Wittenmark" userId="f735600e1fbeff6c" providerId="LiveId" clId="{CA98D814-A91D-47F1-ADFC-3E73D425F83A}"/>
    <pc:docChg chg="undo custSel modSld">
      <pc:chgData name="Pontus Wittenmark" userId="f735600e1fbeff6c" providerId="LiveId" clId="{CA98D814-A91D-47F1-ADFC-3E73D425F83A}" dt="2022-08-04T07:53:41.744" v="999" actId="20577"/>
      <pc:docMkLst>
        <pc:docMk/>
      </pc:docMkLst>
      <pc:sldChg chg="modSp mod">
        <pc:chgData name="Pontus Wittenmark" userId="f735600e1fbeff6c" providerId="LiveId" clId="{CA98D814-A91D-47F1-ADFC-3E73D425F83A}" dt="2022-07-28T08:59:26.112" v="41"/>
        <pc:sldMkLst>
          <pc:docMk/>
          <pc:sldMk cId="1168120925" sldId="304"/>
        </pc:sldMkLst>
      </pc:sldChg>
      <pc:sldChg chg="modSp mod">
        <pc:chgData name="Pontus Wittenmark" userId="f735600e1fbeff6c" providerId="LiveId" clId="{CA98D814-A91D-47F1-ADFC-3E73D425F83A}" dt="2022-07-26T14:10:26.176" v="12" actId="20577"/>
        <pc:sldMkLst>
          <pc:docMk/>
          <pc:sldMk cId="408650720" sldId="356"/>
        </pc:sldMkLst>
      </pc:sldChg>
      <pc:sldChg chg="modSp mod">
        <pc:chgData name="Pontus Wittenmark" userId="f735600e1fbeff6c" providerId="LiveId" clId="{CA98D814-A91D-47F1-ADFC-3E73D425F83A}" dt="2022-08-02T12:05:58.053" v="993" actId="114"/>
        <pc:sldMkLst>
          <pc:docMk/>
          <pc:sldMk cId="2380901486" sldId="372"/>
        </pc:sldMkLst>
      </pc:sldChg>
      <pc:sldChg chg="modSp mod">
        <pc:chgData name="Pontus Wittenmark" userId="f735600e1fbeff6c" providerId="LiveId" clId="{CA98D814-A91D-47F1-ADFC-3E73D425F83A}" dt="2022-07-26T14:38:21.443" v="38" actId="20577"/>
        <pc:sldMkLst>
          <pc:docMk/>
          <pc:sldMk cId="2920582365" sldId="375"/>
        </pc:sldMkLst>
      </pc:sldChg>
      <pc:sldChg chg="modSp mod">
        <pc:chgData name="Pontus Wittenmark" userId="f735600e1fbeff6c" providerId="LiveId" clId="{CA98D814-A91D-47F1-ADFC-3E73D425F83A}" dt="2022-07-26T14:35:31.965" v="37" actId="20577"/>
        <pc:sldMkLst>
          <pc:docMk/>
          <pc:sldMk cId="2584105884" sldId="401"/>
        </pc:sldMkLst>
      </pc:sldChg>
    </pc:docChg>
  </pc:docChgLst>
  <pc:docChgLst>
    <pc:chgData name="Gästanvändare" providerId="Windows Live" clId="Web-{05E63A90-F8EE-4A12-B67C-A1EDD9A91075}"/>
    <pc:docChg chg="modSld">
      <pc:chgData name="Gästanvändare" userId="" providerId="Windows Live" clId="Web-{05E63A90-F8EE-4A12-B67C-A1EDD9A91075}" dt="2022-07-28T11:11:46.708" v="0" actId="1076"/>
      <pc:docMkLst>
        <pc:docMk/>
      </pc:docMkLst>
      <pc:sldChg chg="modSp">
        <pc:chgData name="Gästanvändare" userId="" providerId="Windows Live" clId="Web-{05E63A90-F8EE-4A12-B67C-A1EDD9A91075}" dt="2022-07-28T11:11:46.708" v="0" actId="1076"/>
        <pc:sldMkLst>
          <pc:docMk/>
          <pc:sldMk cId="3987862222" sldId="384"/>
        </pc:sldMkLst>
      </pc:sldChg>
    </pc:docChg>
  </pc:docChgLst>
  <pc:docChgLst>
    <pc:chgData name="Pontus Wittenmark" userId="f735600e1fbeff6c" providerId="LiveId" clId="{BDD9F2CB-3C6C-490B-A104-0A6B12C69508}"/>
    <pc:docChg chg="delSld">
      <pc:chgData name="Pontus Wittenmark" userId="f735600e1fbeff6c" providerId="LiveId" clId="{BDD9F2CB-3C6C-490B-A104-0A6B12C69508}" dt="2020-01-04T17:13:31.837" v="0" actId="47"/>
      <pc:docMkLst>
        <pc:docMk/>
      </pc:docMkLst>
      <pc:sldChg chg="del">
        <pc:chgData name="Pontus Wittenmark" userId="f735600e1fbeff6c" providerId="LiveId" clId="{BDD9F2CB-3C6C-490B-A104-0A6B12C69508}" dt="2020-01-04T17:13:31.837" v="0" actId="47"/>
        <pc:sldMkLst>
          <pc:docMk/>
          <pc:sldMk cId="3255575799" sldId="373"/>
        </pc:sldMkLst>
      </pc:sldChg>
      <pc:sldMasterChg chg="delSldLayout">
        <pc:chgData name="Pontus Wittenmark" userId="f735600e1fbeff6c" providerId="LiveId" clId="{BDD9F2CB-3C6C-490B-A104-0A6B12C69508}" dt="2020-01-04T17:13:31.837" v="0" actId="47"/>
        <pc:sldMasterMkLst>
          <pc:docMk/>
          <pc:sldMasterMk cId="3516712882" sldId="2147483688"/>
        </pc:sldMasterMkLst>
        <pc:sldLayoutChg chg="del">
          <pc:chgData name="Pontus Wittenmark" userId="f735600e1fbeff6c" providerId="LiveId" clId="{BDD9F2CB-3C6C-490B-A104-0A6B12C69508}" dt="2020-01-04T17:13:31.837" v="0" actId="47"/>
          <pc:sldLayoutMkLst>
            <pc:docMk/>
            <pc:sldMasterMk cId="3516712882" sldId="2147483688"/>
            <pc:sldLayoutMk cId="4092732367" sldId="2147483700"/>
          </pc:sldLayoutMkLst>
        </pc:sldLayoutChg>
      </pc:sldMasterChg>
    </pc:docChg>
  </pc:docChgLst>
  <pc:docChgLst>
    <pc:chgData name="Pontus Wittenmark" userId="f735600e1fbeff6c" providerId="LiveId" clId="{31D5E5D0-0DEE-4DDE-A6BA-FC3E17CB4863}"/>
    <pc:docChg chg="undo redo custSel addSld modSld">
      <pc:chgData name="Pontus Wittenmark" userId="f735600e1fbeff6c" providerId="LiveId" clId="{31D5E5D0-0DEE-4DDE-A6BA-FC3E17CB4863}" dt="2025-05-09T18:08:23.142" v="892" actId="5793"/>
      <pc:docMkLst>
        <pc:docMk/>
      </pc:docMkLst>
      <pc:sldChg chg="modSp mod">
        <pc:chgData name="Pontus Wittenmark" userId="f735600e1fbeff6c" providerId="LiveId" clId="{31D5E5D0-0DEE-4DDE-A6BA-FC3E17CB4863}" dt="2025-05-09T17:15:55.519" v="223" actId="20577"/>
        <pc:sldMkLst>
          <pc:docMk/>
          <pc:sldMk cId="3468219419" sldId="383"/>
        </pc:sldMkLst>
      </pc:sldChg>
      <pc:sldChg chg="modSp">
        <pc:chgData name="Pontus Wittenmark" userId="f735600e1fbeff6c" providerId="LiveId" clId="{31D5E5D0-0DEE-4DDE-A6BA-FC3E17CB4863}" dt="2025-05-09T13:23:35.091" v="0" actId="1076"/>
        <pc:sldMkLst>
          <pc:docMk/>
          <pc:sldMk cId="1495394903" sldId="387"/>
        </pc:sldMkLst>
      </pc:sldChg>
      <pc:sldChg chg="modSp mod">
        <pc:chgData name="Pontus Wittenmark" userId="f735600e1fbeff6c" providerId="LiveId" clId="{31D5E5D0-0DEE-4DDE-A6BA-FC3E17CB4863}" dt="2025-05-09T16:16:00.839" v="209" actId="14100"/>
        <pc:sldMkLst>
          <pc:docMk/>
          <pc:sldMk cId="732634518" sldId="403"/>
        </pc:sldMkLst>
        <pc:spChg chg="mod">
          <ac:chgData name="Pontus Wittenmark" userId="f735600e1fbeff6c" providerId="LiveId" clId="{31D5E5D0-0DEE-4DDE-A6BA-FC3E17CB4863}" dt="2025-05-09T16:16:00.839" v="209" actId="14100"/>
          <ac:spMkLst>
            <pc:docMk/>
            <pc:sldMk cId="732634518" sldId="403"/>
            <ac:spMk id="5" creationId="{17457DA0-CB65-8445-3196-8AA3927EDC7E}"/>
          </ac:spMkLst>
        </pc:spChg>
      </pc:sldChg>
      <pc:sldChg chg="addSp modSp mod">
        <pc:chgData name="Pontus Wittenmark" userId="f735600e1fbeff6c" providerId="LiveId" clId="{31D5E5D0-0DEE-4DDE-A6BA-FC3E17CB4863}" dt="2025-05-09T17:20:22.703" v="239" actId="20577"/>
        <pc:sldMkLst>
          <pc:docMk/>
          <pc:sldMk cId="1654011926" sldId="415"/>
        </pc:sldMkLst>
        <pc:spChg chg="add mod">
          <ac:chgData name="Pontus Wittenmark" userId="f735600e1fbeff6c" providerId="LiveId" clId="{31D5E5D0-0DEE-4DDE-A6BA-FC3E17CB4863}" dt="2025-05-09T17:20:22.703" v="239" actId="20577"/>
          <ac:spMkLst>
            <pc:docMk/>
            <pc:sldMk cId="1654011926" sldId="415"/>
            <ac:spMk id="4" creationId="{668A2A10-D1F9-9F9F-EEA4-85608451A4AB}"/>
          </ac:spMkLst>
        </pc:spChg>
      </pc:sldChg>
      <pc:sldChg chg="modSp mod">
        <pc:chgData name="Pontus Wittenmark" userId="f735600e1fbeff6c" providerId="LiveId" clId="{31D5E5D0-0DEE-4DDE-A6BA-FC3E17CB4863}" dt="2025-05-09T15:12:59.298" v="171" actId="207"/>
        <pc:sldMkLst>
          <pc:docMk/>
          <pc:sldMk cId="4172744297" sldId="416"/>
        </pc:sldMkLst>
        <pc:spChg chg="mod">
          <ac:chgData name="Pontus Wittenmark" userId="f735600e1fbeff6c" providerId="LiveId" clId="{31D5E5D0-0DEE-4DDE-A6BA-FC3E17CB4863}" dt="2025-05-09T15:12:59.298" v="171" actId="207"/>
          <ac:spMkLst>
            <pc:docMk/>
            <pc:sldMk cId="4172744297" sldId="416"/>
            <ac:spMk id="5" creationId="{94B1134B-B0CB-817A-2723-1223324D2808}"/>
          </ac:spMkLst>
        </pc:spChg>
      </pc:sldChg>
      <pc:sldChg chg="delSp modSp add mod">
        <pc:chgData name="Pontus Wittenmark" userId="f735600e1fbeff6c" providerId="LiveId" clId="{31D5E5D0-0DEE-4DDE-A6BA-FC3E17CB4863}" dt="2025-05-09T17:59:22.771" v="883" actId="20577"/>
        <pc:sldMkLst>
          <pc:docMk/>
          <pc:sldMk cId="808517850" sldId="418"/>
        </pc:sldMkLst>
        <pc:spChg chg="mod">
          <ac:chgData name="Pontus Wittenmark" userId="f735600e1fbeff6c" providerId="LiveId" clId="{31D5E5D0-0DEE-4DDE-A6BA-FC3E17CB4863}" dt="2025-05-09T17:31:54.933" v="246" actId="20577"/>
          <ac:spMkLst>
            <pc:docMk/>
            <pc:sldMk cId="808517850" sldId="418"/>
            <ac:spMk id="2" creationId="{506CB928-28D8-A64F-08FC-FF4EDC5274DC}"/>
          </ac:spMkLst>
        </pc:spChg>
        <pc:spChg chg="mod">
          <ac:chgData name="Pontus Wittenmark" userId="f735600e1fbeff6c" providerId="LiveId" clId="{31D5E5D0-0DEE-4DDE-A6BA-FC3E17CB4863}" dt="2025-05-09T17:59:22.771" v="883" actId="20577"/>
          <ac:spMkLst>
            <pc:docMk/>
            <pc:sldMk cId="808517850" sldId="418"/>
            <ac:spMk id="3" creationId="{A620628F-2C0C-E581-B557-429DE8952F41}"/>
          </ac:spMkLst>
        </pc:spChg>
      </pc:sldChg>
      <pc:sldChg chg="addSp delSp modSp add mod">
        <pc:chgData name="Pontus Wittenmark" userId="f735600e1fbeff6c" providerId="LiveId" clId="{31D5E5D0-0DEE-4DDE-A6BA-FC3E17CB4863}" dt="2025-05-09T18:08:23.142" v="892" actId="5793"/>
        <pc:sldMkLst>
          <pc:docMk/>
          <pc:sldMk cId="3254090478" sldId="419"/>
        </pc:sldMkLst>
        <pc:spChg chg="mod">
          <ac:chgData name="Pontus Wittenmark" userId="f735600e1fbeff6c" providerId="LiveId" clId="{31D5E5D0-0DEE-4DDE-A6BA-FC3E17CB4863}" dt="2025-05-09T17:51:43.507" v="666" actId="20577"/>
          <ac:spMkLst>
            <pc:docMk/>
            <pc:sldMk cId="3254090478" sldId="419"/>
            <ac:spMk id="2" creationId="{2B0FC184-256D-45A9-2D8D-2C88AB9F4649}"/>
          </ac:spMkLst>
        </pc:spChg>
        <pc:spChg chg="add mod">
          <ac:chgData name="Pontus Wittenmark" userId="f735600e1fbeff6c" providerId="LiveId" clId="{31D5E5D0-0DEE-4DDE-A6BA-FC3E17CB4863}" dt="2025-05-09T18:08:14.083" v="891" actId="20577"/>
          <ac:spMkLst>
            <pc:docMk/>
            <pc:sldMk cId="3254090478" sldId="419"/>
            <ac:spMk id="7" creationId="{50EC57D8-89BD-DB6C-54F9-127D847E1958}"/>
          </ac:spMkLst>
        </pc:spChg>
      </pc:sldChg>
    </pc:docChg>
  </pc:docChgLst>
  <pc:docChgLst>
    <pc:chgData name="Pontus Wittenmark" userId="f735600e1fbeff6c" providerId="LiveId" clId="{DB5C3996-816B-43C2-A919-F20BC236D596}"/>
    <pc:docChg chg="undo custSel addSld delSld modSld sldOrd">
      <pc:chgData name="Pontus Wittenmark" userId="f735600e1fbeff6c" providerId="LiveId" clId="{DB5C3996-816B-43C2-A919-F20BC236D596}" dt="2025-06-12T07:29:46.873" v="2382" actId="20577"/>
      <pc:docMkLst>
        <pc:docMk/>
      </pc:docMkLst>
      <pc:sldChg chg="modSp mod">
        <pc:chgData name="Pontus Wittenmark" userId="f735600e1fbeff6c" providerId="LiveId" clId="{DB5C3996-816B-43C2-A919-F20BC236D596}" dt="2025-06-11T13:09:29.858" v="1011"/>
        <pc:sldMkLst>
          <pc:docMk/>
          <pc:sldMk cId="1538964893" sldId="294"/>
        </pc:sldMkLst>
        <pc:spChg chg="mod">
          <ac:chgData name="Pontus Wittenmark" userId="f735600e1fbeff6c" providerId="LiveId" clId="{DB5C3996-816B-43C2-A919-F20BC236D596}" dt="2025-06-11T13:09:29.858" v="1011"/>
          <ac:spMkLst>
            <pc:docMk/>
            <pc:sldMk cId="1538964893" sldId="294"/>
            <ac:spMk id="3" creationId="{00000000-0000-0000-0000-000000000000}"/>
          </ac:spMkLst>
        </pc:spChg>
      </pc:sldChg>
      <pc:sldChg chg="del">
        <pc:chgData name="Pontus Wittenmark" userId="f735600e1fbeff6c" providerId="LiveId" clId="{DB5C3996-816B-43C2-A919-F20BC236D596}" dt="2025-06-04T17:42:34.513" v="1" actId="47"/>
        <pc:sldMkLst>
          <pc:docMk/>
          <pc:sldMk cId="263935937" sldId="349"/>
        </pc:sldMkLst>
      </pc:sldChg>
      <pc:sldChg chg="modSp mod">
        <pc:chgData name="Pontus Wittenmark" userId="f735600e1fbeff6c" providerId="LiveId" clId="{DB5C3996-816B-43C2-A919-F20BC236D596}" dt="2025-06-05T09:56:20.272" v="369" actId="20577"/>
        <pc:sldMkLst>
          <pc:docMk/>
          <pc:sldMk cId="458914881" sldId="353"/>
        </pc:sldMkLst>
        <pc:spChg chg="mod">
          <ac:chgData name="Pontus Wittenmark" userId="f735600e1fbeff6c" providerId="LiveId" clId="{DB5C3996-816B-43C2-A919-F20BC236D596}" dt="2025-06-05T09:56:20.272" v="369" actId="20577"/>
          <ac:spMkLst>
            <pc:docMk/>
            <pc:sldMk cId="458914881" sldId="353"/>
            <ac:spMk id="3" creationId="{00000000-0000-0000-0000-000000000000}"/>
          </ac:spMkLst>
        </pc:spChg>
      </pc:sldChg>
      <pc:sldChg chg="del">
        <pc:chgData name="Pontus Wittenmark" userId="f735600e1fbeff6c" providerId="LiveId" clId="{DB5C3996-816B-43C2-A919-F20BC236D596}" dt="2025-06-04T17:42:25.907" v="0" actId="47"/>
        <pc:sldMkLst>
          <pc:docMk/>
          <pc:sldMk cId="3468219419" sldId="383"/>
        </pc:sldMkLst>
      </pc:sldChg>
      <pc:sldChg chg="modSp mod">
        <pc:chgData name="Pontus Wittenmark" userId="f735600e1fbeff6c" providerId="LiveId" clId="{DB5C3996-816B-43C2-A919-F20BC236D596}" dt="2025-06-05T09:04:02.967" v="120" actId="14100"/>
        <pc:sldMkLst>
          <pc:docMk/>
          <pc:sldMk cId="3987862222" sldId="384"/>
        </pc:sldMkLst>
        <pc:spChg chg="mod">
          <ac:chgData name="Pontus Wittenmark" userId="f735600e1fbeff6c" providerId="LiveId" clId="{DB5C3996-816B-43C2-A919-F20BC236D596}" dt="2025-06-05T09:04:02.967" v="120" actId="14100"/>
          <ac:spMkLst>
            <pc:docMk/>
            <pc:sldMk cId="3987862222" sldId="384"/>
            <ac:spMk id="6" creationId="{93833F17-2DD4-4388-83DD-57C12A419BA8}"/>
          </ac:spMkLst>
        </pc:spChg>
      </pc:sldChg>
      <pc:sldChg chg="modSp mod">
        <pc:chgData name="Pontus Wittenmark" userId="f735600e1fbeff6c" providerId="LiveId" clId="{DB5C3996-816B-43C2-A919-F20BC236D596}" dt="2025-06-09T09:02:41.961" v="490"/>
        <pc:sldMkLst>
          <pc:docMk/>
          <pc:sldMk cId="3547523239" sldId="389"/>
        </pc:sldMkLst>
        <pc:spChg chg="mod">
          <ac:chgData name="Pontus Wittenmark" userId="f735600e1fbeff6c" providerId="LiveId" clId="{DB5C3996-816B-43C2-A919-F20BC236D596}" dt="2025-06-09T09:02:41.961" v="490"/>
          <ac:spMkLst>
            <pc:docMk/>
            <pc:sldMk cId="3547523239" sldId="389"/>
            <ac:spMk id="5" creationId="{C3E65784-5B7C-48D5-84EF-A9B3CC7520FD}"/>
          </ac:spMkLst>
        </pc:spChg>
      </pc:sldChg>
      <pc:sldChg chg="modSp del mod">
        <pc:chgData name="Pontus Wittenmark" userId="f735600e1fbeff6c" providerId="LiveId" clId="{DB5C3996-816B-43C2-A919-F20BC236D596}" dt="2025-06-12T07:24:47.616" v="2232" actId="47"/>
        <pc:sldMkLst>
          <pc:docMk/>
          <pc:sldMk cId="2975776250" sldId="397"/>
        </pc:sldMkLst>
        <pc:spChg chg="mod">
          <ac:chgData name="Pontus Wittenmark" userId="f735600e1fbeff6c" providerId="LiveId" clId="{DB5C3996-816B-43C2-A919-F20BC236D596}" dt="2025-06-12T07:20:21.229" v="2095" actId="20577"/>
          <ac:spMkLst>
            <pc:docMk/>
            <pc:sldMk cId="2975776250" sldId="397"/>
            <ac:spMk id="2" creationId="{00000000-0000-0000-0000-000000000000}"/>
          </ac:spMkLst>
        </pc:spChg>
        <pc:spChg chg="mod">
          <ac:chgData name="Pontus Wittenmark" userId="f735600e1fbeff6c" providerId="LiveId" clId="{DB5C3996-816B-43C2-A919-F20BC236D596}" dt="2025-06-12T07:23:07.015" v="2231" actId="20577"/>
          <ac:spMkLst>
            <pc:docMk/>
            <pc:sldMk cId="2975776250" sldId="397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DB5C3996-816B-43C2-A919-F20BC236D596}" dt="2025-06-05T09:12:49.896" v="220" actId="5793"/>
        <pc:sldMkLst>
          <pc:docMk/>
          <pc:sldMk cId="1654011926" sldId="415"/>
        </pc:sldMkLst>
        <pc:spChg chg="mod">
          <ac:chgData name="Pontus Wittenmark" userId="f735600e1fbeff6c" providerId="LiveId" clId="{DB5C3996-816B-43C2-A919-F20BC236D596}" dt="2025-06-05T09:12:49.896" v="220" actId="5793"/>
          <ac:spMkLst>
            <pc:docMk/>
            <pc:sldMk cId="1654011926" sldId="415"/>
            <ac:spMk id="3" creationId="{00000000-0000-0000-0000-000000000000}"/>
          </ac:spMkLst>
        </pc:spChg>
      </pc:sldChg>
      <pc:sldChg chg="modSp del mod">
        <pc:chgData name="Pontus Wittenmark" userId="f735600e1fbeff6c" providerId="LiveId" clId="{DB5C3996-816B-43C2-A919-F20BC236D596}" dt="2025-06-10T12:22:51.022" v="533" actId="47"/>
        <pc:sldMkLst>
          <pc:docMk/>
          <pc:sldMk cId="3509961213" sldId="417"/>
        </pc:sldMkLst>
      </pc:sldChg>
      <pc:sldChg chg="modSp mod">
        <pc:chgData name="Pontus Wittenmark" userId="f735600e1fbeff6c" providerId="LiveId" clId="{DB5C3996-816B-43C2-A919-F20BC236D596}" dt="2025-06-05T08:28:21.895" v="119" actId="20577"/>
        <pc:sldMkLst>
          <pc:docMk/>
          <pc:sldMk cId="620073716" sldId="421"/>
        </pc:sldMkLst>
        <pc:spChg chg="mod">
          <ac:chgData name="Pontus Wittenmark" userId="f735600e1fbeff6c" providerId="LiveId" clId="{DB5C3996-816B-43C2-A919-F20BC236D596}" dt="2025-06-05T08:28:21.895" v="119" actId="20577"/>
          <ac:spMkLst>
            <pc:docMk/>
            <pc:sldMk cId="620073716" sldId="421"/>
            <ac:spMk id="7" creationId="{CDD8492A-753F-7BBC-F508-7E0E30B92AB5}"/>
          </ac:spMkLst>
        </pc:spChg>
      </pc:sldChg>
      <pc:sldChg chg="modSp mod">
        <pc:chgData name="Pontus Wittenmark" userId="f735600e1fbeff6c" providerId="LiveId" clId="{DB5C3996-816B-43C2-A919-F20BC236D596}" dt="2025-06-05T09:30:53.491" v="228" actId="20577"/>
        <pc:sldMkLst>
          <pc:docMk/>
          <pc:sldMk cId="3209209091" sldId="423"/>
        </pc:sldMkLst>
        <pc:spChg chg="mod">
          <ac:chgData name="Pontus Wittenmark" userId="f735600e1fbeff6c" providerId="LiveId" clId="{DB5C3996-816B-43C2-A919-F20BC236D596}" dt="2025-06-05T09:30:53.491" v="228" actId="20577"/>
          <ac:spMkLst>
            <pc:docMk/>
            <pc:sldMk cId="3209209091" sldId="423"/>
            <ac:spMk id="3" creationId="{2628C4D0-9F40-F3A6-EEAD-7074F98779E7}"/>
          </ac:spMkLst>
        </pc:spChg>
      </pc:sldChg>
      <pc:sldChg chg="modSp mod">
        <pc:chgData name="Pontus Wittenmark" userId="f735600e1fbeff6c" providerId="LiveId" clId="{DB5C3996-816B-43C2-A919-F20BC236D596}" dt="2025-06-05T08:19:13.862" v="114" actId="20577"/>
        <pc:sldMkLst>
          <pc:docMk/>
          <pc:sldMk cId="4049392917" sldId="425"/>
        </pc:sldMkLst>
        <pc:spChg chg="mod">
          <ac:chgData name="Pontus Wittenmark" userId="f735600e1fbeff6c" providerId="LiveId" clId="{DB5C3996-816B-43C2-A919-F20BC236D596}" dt="2025-06-05T08:19:13.862" v="114" actId="20577"/>
          <ac:spMkLst>
            <pc:docMk/>
            <pc:sldMk cId="4049392917" sldId="425"/>
            <ac:spMk id="4" creationId="{D13AE07F-FD1A-4948-84A8-32F95988EA16}"/>
          </ac:spMkLst>
        </pc:spChg>
      </pc:sldChg>
      <pc:sldChg chg="modSp add mod">
        <pc:chgData name="Pontus Wittenmark" userId="f735600e1fbeff6c" providerId="LiveId" clId="{DB5C3996-816B-43C2-A919-F20BC236D596}" dt="2025-06-10T12:24:21.573" v="641" actId="20577"/>
        <pc:sldMkLst>
          <pc:docMk/>
          <pc:sldMk cId="3264369380" sldId="428"/>
        </pc:sldMkLst>
        <pc:spChg chg="mod">
          <ac:chgData name="Pontus Wittenmark" userId="f735600e1fbeff6c" providerId="LiveId" clId="{DB5C3996-816B-43C2-A919-F20BC236D596}" dt="2025-06-10T12:23:13.615" v="535" actId="20577"/>
          <ac:spMkLst>
            <pc:docMk/>
            <pc:sldMk cId="3264369380" sldId="428"/>
            <ac:spMk id="2" creationId="{BD17208C-B471-8A94-740C-B3C58F722218}"/>
          </ac:spMkLst>
        </pc:spChg>
        <pc:spChg chg="mod">
          <ac:chgData name="Pontus Wittenmark" userId="f735600e1fbeff6c" providerId="LiveId" clId="{DB5C3996-816B-43C2-A919-F20BC236D596}" dt="2025-06-10T12:24:21.573" v="641" actId="20577"/>
          <ac:spMkLst>
            <pc:docMk/>
            <pc:sldMk cId="3264369380" sldId="428"/>
            <ac:spMk id="3" creationId="{DC618421-5CC4-2DD0-F455-3475E45FB35A}"/>
          </ac:spMkLst>
        </pc:spChg>
      </pc:sldChg>
      <pc:sldChg chg="addSp delSp modSp add mod">
        <pc:chgData name="Pontus Wittenmark" userId="f735600e1fbeff6c" providerId="LiveId" clId="{DB5C3996-816B-43C2-A919-F20BC236D596}" dt="2025-06-11T13:12:16.673" v="1014" actId="20577"/>
        <pc:sldMkLst>
          <pc:docMk/>
          <pc:sldMk cId="2338548616" sldId="429"/>
        </pc:sldMkLst>
        <pc:spChg chg="mod">
          <ac:chgData name="Pontus Wittenmark" userId="f735600e1fbeff6c" providerId="LiveId" clId="{DB5C3996-816B-43C2-A919-F20BC236D596}" dt="2025-06-11T13:09:21.694" v="1010"/>
          <ac:spMkLst>
            <pc:docMk/>
            <pc:sldMk cId="2338548616" sldId="429"/>
            <ac:spMk id="2" creationId="{36A1355A-93C7-39A0-B835-C5760FEE6DA7}"/>
          </ac:spMkLst>
        </pc:spChg>
        <pc:spChg chg="mod">
          <ac:chgData name="Pontus Wittenmark" userId="f735600e1fbeff6c" providerId="LiveId" clId="{DB5C3996-816B-43C2-A919-F20BC236D596}" dt="2025-06-11T12:52:51.746" v="795" actId="114"/>
          <ac:spMkLst>
            <pc:docMk/>
            <pc:sldMk cId="2338548616" sldId="429"/>
            <ac:spMk id="3" creationId="{FAF1F068-8E22-55F4-6C74-601319FA90B5}"/>
          </ac:spMkLst>
        </pc:spChg>
        <pc:spChg chg="add del mod">
          <ac:chgData name="Pontus Wittenmark" userId="f735600e1fbeff6c" providerId="LiveId" clId="{DB5C3996-816B-43C2-A919-F20BC236D596}" dt="2025-06-11T12:53:27.150" v="802" actId="478"/>
          <ac:spMkLst>
            <pc:docMk/>
            <pc:sldMk cId="2338548616" sldId="429"/>
            <ac:spMk id="5" creationId="{9F826701-B8D4-A12A-3C51-0A35C3054CBC}"/>
          </ac:spMkLst>
        </pc:spChg>
        <pc:spChg chg="add del mod">
          <ac:chgData name="Pontus Wittenmark" userId="f735600e1fbeff6c" providerId="LiveId" clId="{DB5C3996-816B-43C2-A919-F20BC236D596}" dt="2025-06-11T12:56:40.664" v="948" actId="478"/>
          <ac:spMkLst>
            <pc:docMk/>
            <pc:sldMk cId="2338548616" sldId="429"/>
            <ac:spMk id="7" creationId="{9E4AB4C1-C29D-6593-7F17-209CC519643C}"/>
          </ac:spMkLst>
        </pc:spChg>
        <pc:spChg chg="del">
          <ac:chgData name="Pontus Wittenmark" userId="f735600e1fbeff6c" providerId="LiveId" clId="{DB5C3996-816B-43C2-A919-F20BC236D596}" dt="2025-06-11T12:52:14.638" v="681" actId="478"/>
          <ac:spMkLst>
            <pc:docMk/>
            <pc:sldMk cId="2338548616" sldId="429"/>
            <ac:spMk id="9" creationId="{12822EFD-8EB0-DA66-7D10-C82D42D8F6EC}"/>
          </ac:spMkLst>
        </pc:spChg>
        <pc:spChg chg="del">
          <ac:chgData name="Pontus Wittenmark" userId="f735600e1fbeff6c" providerId="LiveId" clId="{DB5C3996-816B-43C2-A919-F20BC236D596}" dt="2025-06-11T12:52:20.222" v="682" actId="478"/>
          <ac:spMkLst>
            <pc:docMk/>
            <pc:sldMk cId="2338548616" sldId="429"/>
            <ac:spMk id="10" creationId="{81859C7F-E844-B201-63E7-25F654053288}"/>
          </ac:spMkLst>
        </pc:spChg>
        <pc:spChg chg="add mod">
          <ac:chgData name="Pontus Wittenmark" userId="f735600e1fbeff6c" providerId="LiveId" clId="{DB5C3996-816B-43C2-A919-F20BC236D596}" dt="2025-06-11T13:12:16.673" v="1014" actId="20577"/>
          <ac:spMkLst>
            <pc:docMk/>
            <pc:sldMk cId="2338548616" sldId="429"/>
            <ac:spMk id="11" creationId="{43A013F2-87BE-487E-0A79-A9648BD794CA}"/>
          </ac:spMkLst>
        </pc:spChg>
      </pc:sldChg>
      <pc:sldChg chg="modSp add mod ord">
        <pc:chgData name="Pontus Wittenmark" userId="f735600e1fbeff6c" providerId="LiveId" clId="{DB5C3996-816B-43C2-A919-F20BC236D596}" dt="2025-06-12T07:29:46.873" v="2382" actId="20577"/>
        <pc:sldMkLst>
          <pc:docMk/>
          <pc:sldMk cId="3324662156" sldId="432"/>
        </pc:sldMkLst>
        <pc:spChg chg="mod">
          <ac:chgData name="Pontus Wittenmark" userId="f735600e1fbeff6c" providerId="LiveId" clId="{DB5C3996-816B-43C2-A919-F20BC236D596}" dt="2025-06-12T07:29:46.873" v="2382" actId="20577"/>
          <ac:spMkLst>
            <pc:docMk/>
            <pc:sldMk cId="3324662156" sldId="432"/>
            <ac:spMk id="3" creationId="{00000000-0000-0000-0000-000000000000}"/>
          </ac:spMkLst>
        </pc:spChg>
      </pc:sldChg>
    </pc:docChg>
  </pc:docChgLst>
  <pc:docChgLst>
    <pc:chgData name="Pontus Wittenmark" userId="f735600e1fbeff6c" providerId="LiveId" clId="{D42356CB-3FD1-449B-A202-F29A114E60F8}"/>
    <pc:docChg chg="undo custSel addSld delSld modSld sldOrd">
      <pc:chgData name="Pontus Wittenmark" userId="f735600e1fbeff6c" providerId="LiveId" clId="{D42356CB-3FD1-449B-A202-F29A114E60F8}" dt="2022-01-21T15:16:31.332" v="392" actId="47"/>
      <pc:docMkLst>
        <pc:docMk/>
      </pc:docMkLst>
      <pc:sldChg chg="modSp mod">
        <pc:chgData name="Pontus Wittenmark" userId="f735600e1fbeff6c" providerId="LiveId" clId="{D42356CB-3FD1-449B-A202-F29A114E60F8}" dt="2021-12-20T14:44:59.846" v="1" actId="20577"/>
        <pc:sldMkLst>
          <pc:docMk/>
          <pc:sldMk cId="2760819910" sldId="293"/>
        </pc:sldMkLst>
      </pc:sldChg>
      <pc:sldChg chg="modSp mod modShow">
        <pc:chgData name="Pontus Wittenmark" userId="f735600e1fbeff6c" providerId="LiveId" clId="{D42356CB-3FD1-449B-A202-F29A114E60F8}" dt="2021-12-20T14:52:26.682" v="56" actId="20577"/>
        <pc:sldMkLst>
          <pc:docMk/>
          <pc:sldMk cId="3124446921" sldId="341"/>
        </pc:sldMkLst>
      </pc:sldChg>
      <pc:sldChg chg="addSp delSp modSp mod">
        <pc:chgData name="Pontus Wittenmark" userId="f735600e1fbeff6c" providerId="LiveId" clId="{D42356CB-3FD1-449B-A202-F29A114E60F8}" dt="2021-12-20T14:55:12.410" v="75" actId="20577"/>
        <pc:sldMkLst>
          <pc:docMk/>
          <pc:sldMk cId="212266307" sldId="342"/>
        </pc:sldMkLst>
      </pc:sldChg>
      <pc:sldChg chg="del">
        <pc:chgData name="Pontus Wittenmark" userId="f735600e1fbeff6c" providerId="LiveId" clId="{D42356CB-3FD1-449B-A202-F29A114E60F8}" dt="2021-12-20T15:18:53.321" v="107" actId="47"/>
        <pc:sldMkLst>
          <pc:docMk/>
          <pc:sldMk cId="2890982431" sldId="368"/>
        </pc:sldMkLst>
      </pc:sldChg>
      <pc:sldChg chg="addSp delSp modSp mod">
        <pc:chgData name="Pontus Wittenmark" userId="f735600e1fbeff6c" providerId="LiveId" clId="{D42356CB-3FD1-449B-A202-F29A114E60F8}" dt="2021-12-20T14:53:50.618" v="62" actId="404"/>
        <pc:sldMkLst>
          <pc:docMk/>
          <pc:sldMk cId="3944310890" sldId="375"/>
        </pc:sldMkLst>
      </pc:sldChg>
      <pc:sldChg chg="modSp mod">
        <pc:chgData name="Pontus Wittenmark" userId="f735600e1fbeff6c" providerId="LiveId" clId="{D42356CB-3FD1-449B-A202-F29A114E60F8}" dt="2021-12-20T15:31:51.153" v="254" actId="20577"/>
        <pc:sldMkLst>
          <pc:docMk/>
          <pc:sldMk cId="2766621064" sldId="386"/>
        </pc:sldMkLst>
      </pc:sldChg>
      <pc:sldChg chg="modSp mod">
        <pc:chgData name="Pontus Wittenmark" userId="f735600e1fbeff6c" providerId="LiveId" clId="{D42356CB-3FD1-449B-A202-F29A114E60F8}" dt="2021-12-20T14:49:30.891" v="31" actId="404"/>
        <pc:sldMkLst>
          <pc:docMk/>
          <pc:sldMk cId="3654824756" sldId="396"/>
        </pc:sldMkLst>
      </pc:sldChg>
      <pc:sldChg chg="modSp mod">
        <pc:chgData name="Pontus Wittenmark" userId="f735600e1fbeff6c" providerId="LiveId" clId="{D42356CB-3FD1-449B-A202-F29A114E60F8}" dt="2021-12-20T15:00:39.025" v="89" actId="20577"/>
        <pc:sldMkLst>
          <pc:docMk/>
          <pc:sldMk cId="2575850643" sldId="397"/>
        </pc:sldMkLst>
      </pc:sldChg>
      <pc:sldChg chg="del">
        <pc:chgData name="Pontus Wittenmark" userId="f735600e1fbeff6c" providerId="LiveId" clId="{D42356CB-3FD1-449B-A202-F29A114E60F8}" dt="2022-01-21T15:16:31.332" v="392" actId="47"/>
        <pc:sldMkLst>
          <pc:docMk/>
          <pc:sldMk cId="2607698769" sldId="398"/>
        </pc:sldMkLst>
      </pc:sldChg>
      <pc:sldChg chg="modSp add mod ord">
        <pc:chgData name="Pontus Wittenmark" userId="f735600e1fbeff6c" providerId="LiveId" clId="{D42356CB-3FD1-449B-A202-F29A114E60F8}" dt="2021-12-20T15:21:22.224" v="184" actId="20577"/>
        <pc:sldMkLst>
          <pc:docMk/>
          <pc:sldMk cId="3876589622" sldId="399"/>
        </pc:sldMkLst>
      </pc:sldChg>
    </pc:docChg>
  </pc:docChgLst>
  <pc:docChgLst>
    <pc:chgData name="Pontus Wittenmark" userId="f735600e1fbeff6c" providerId="LiveId" clId="{CABFB164-47B1-4A30-AA43-2C027AAD3B3C}"/>
    <pc:docChg chg="undo custSel modSld">
      <pc:chgData name="Pontus Wittenmark" userId="f735600e1fbeff6c" providerId="LiveId" clId="{CABFB164-47B1-4A30-AA43-2C027AAD3B3C}" dt="2023-03-20T14:38:37.495" v="9" actId="20577"/>
      <pc:docMkLst>
        <pc:docMk/>
      </pc:docMkLst>
      <pc:sldChg chg="modSp mod">
        <pc:chgData name="Pontus Wittenmark" userId="f735600e1fbeff6c" providerId="LiveId" clId="{CABFB164-47B1-4A30-AA43-2C027AAD3B3C}" dt="2023-03-20T14:38:37.495" v="9" actId="20577"/>
        <pc:sldMkLst>
          <pc:docMk/>
          <pc:sldMk cId="1654011926" sldId="415"/>
        </pc:sldMkLst>
      </pc:sldChg>
    </pc:docChg>
  </pc:docChgLst>
  <pc:docChgLst>
    <pc:chgData name="Oscar Sönnerborg" userId="e7fc70b66b8b8360" providerId="Windows Live" clId="Web-{987A8D2A-F0AB-4D3D-9F25-72736ED0114A}"/>
    <pc:docChg chg="modSld">
      <pc:chgData name="Oscar Sönnerborg" userId="e7fc70b66b8b8360" providerId="Windows Live" clId="Web-{987A8D2A-F0AB-4D3D-9F25-72736ED0114A}" dt="2022-07-28T11:17:20.775" v="6" actId="20577"/>
      <pc:docMkLst>
        <pc:docMk/>
      </pc:docMkLst>
      <pc:sldChg chg="modSp">
        <pc:chgData name="Oscar Sönnerborg" userId="e7fc70b66b8b8360" providerId="Windows Live" clId="Web-{987A8D2A-F0AB-4D3D-9F25-72736ED0114A}" dt="2022-07-28T11:17:20.775" v="6" actId="20577"/>
        <pc:sldMkLst>
          <pc:docMk/>
          <pc:sldMk cId="2532957008" sldId="357"/>
        </pc:sldMkLst>
      </pc:sldChg>
    </pc:docChg>
  </pc:docChgLst>
  <pc:docChgLst>
    <pc:chgData name="Pontus Wittenmark" userId="f735600e1fbeff6c" providerId="LiveId" clId="{6B3B519F-5E88-4602-B46A-5A83CC802C47}"/>
    <pc:docChg chg="undo redo custSel modSld sldOrd">
      <pc:chgData name="Pontus Wittenmark" userId="f735600e1fbeff6c" providerId="LiveId" clId="{6B3B519F-5E88-4602-B46A-5A83CC802C47}" dt="2023-03-21T15:43:05.498" v="2167" actId="20577"/>
      <pc:docMkLst>
        <pc:docMk/>
      </pc:docMkLst>
      <pc:sldChg chg="modSp mod">
        <pc:chgData name="Pontus Wittenmark" userId="f735600e1fbeff6c" providerId="LiveId" clId="{6B3B519F-5E88-4602-B46A-5A83CC802C47}" dt="2023-03-21T13:56:11.239" v="1555"/>
        <pc:sldMkLst>
          <pc:docMk/>
          <pc:sldMk cId="1538964893" sldId="294"/>
        </pc:sldMkLst>
      </pc:sldChg>
      <pc:sldChg chg="modSp mod">
        <pc:chgData name="Pontus Wittenmark" userId="f735600e1fbeff6c" providerId="LiveId" clId="{6B3B519F-5E88-4602-B46A-5A83CC802C47}" dt="2023-03-21T10:29:41.680" v="378" actId="20577"/>
        <pc:sldMkLst>
          <pc:docMk/>
          <pc:sldMk cId="263935937" sldId="349"/>
        </pc:sldMkLst>
      </pc:sldChg>
      <pc:sldChg chg="modSp mod">
        <pc:chgData name="Pontus Wittenmark" userId="f735600e1fbeff6c" providerId="LiveId" clId="{6B3B519F-5E88-4602-B46A-5A83CC802C47}" dt="2023-03-21T15:43:05.498" v="2167" actId="20577"/>
        <pc:sldMkLst>
          <pc:docMk/>
          <pc:sldMk cId="458914881" sldId="353"/>
        </pc:sldMkLst>
      </pc:sldChg>
      <pc:sldChg chg="modSp mod">
        <pc:chgData name="Pontus Wittenmark" userId="f735600e1fbeff6c" providerId="LiveId" clId="{6B3B519F-5E88-4602-B46A-5A83CC802C47}" dt="2023-03-21T09:18:13.547" v="27" actId="20577"/>
        <pc:sldMkLst>
          <pc:docMk/>
          <pc:sldMk cId="2532957008" sldId="357"/>
        </pc:sldMkLst>
      </pc:sldChg>
      <pc:sldChg chg="modSp mod">
        <pc:chgData name="Pontus Wittenmark" userId="f735600e1fbeff6c" providerId="LiveId" clId="{6B3B519F-5E88-4602-B46A-5A83CC802C47}" dt="2023-03-21T10:36:36.314" v="759" actId="20577"/>
        <pc:sldMkLst>
          <pc:docMk/>
          <pc:sldMk cId="3901861638" sldId="358"/>
        </pc:sldMkLst>
      </pc:sldChg>
      <pc:sldChg chg="modSp mod ord">
        <pc:chgData name="Pontus Wittenmark" userId="f735600e1fbeff6c" providerId="LiveId" clId="{6B3B519F-5E88-4602-B46A-5A83CC802C47}" dt="2023-03-21T10:36:01.020" v="757" actId="20577"/>
        <pc:sldMkLst>
          <pc:docMk/>
          <pc:sldMk cId="3468219419" sldId="383"/>
        </pc:sldMkLst>
      </pc:sldChg>
      <pc:sldChg chg="modSp mod">
        <pc:chgData name="Pontus Wittenmark" userId="f735600e1fbeff6c" providerId="LiveId" clId="{6B3B519F-5E88-4602-B46A-5A83CC802C47}" dt="2023-03-21T15:33:04.489" v="1666" actId="1076"/>
        <pc:sldMkLst>
          <pc:docMk/>
          <pc:sldMk cId="1495394903" sldId="387"/>
        </pc:sldMkLst>
      </pc:sldChg>
      <pc:sldChg chg="modSp mod ord">
        <pc:chgData name="Pontus Wittenmark" userId="f735600e1fbeff6c" providerId="LiveId" clId="{6B3B519F-5E88-4602-B46A-5A83CC802C47}" dt="2023-03-21T15:34:13.142" v="1764" actId="20577"/>
        <pc:sldMkLst>
          <pc:docMk/>
          <pc:sldMk cId="3695969814" sldId="397"/>
        </pc:sldMkLst>
      </pc:sldChg>
      <pc:sldChg chg="modSp mod">
        <pc:chgData name="Pontus Wittenmark" userId="f735600e1fbeff6c" providerId="LiveId" clId="{6B3B519F-5E88-4602-B46A-5A83CC802C47}" dt="2023-03-21T15:27:20.325" v="1597" actId="255"/>
        <pc:sldMkLst>
          <pc:docMk/>
          <pc:sldMk cId="732634518" sldId="403"/>
        </pc:sldMkLst>
      </pc:sldChg>
      <pc:sldChg chg="ord">
        <pc:chgData name="Pontus Wittenmark" userId="f735600e1fbeff6c" providerId="LiveId" clId="{6B3B519F-5E88-4602-B46A-5A83CC802C47}" dt="2023-03-21T09:18:52.182" v="29"/>
        <pc:sldMkLst>
          <pc:docMk/>
          <pc:sldMk cId="1654011926" sldId="415"/>
        </pc:sldMkLst>
      </pc:sldChg>
      <pc:sldChg chg="modSp mod">
        <pc:chgData name="Pontus Wittenmark" userId="f735600e1fbeff6c" providerId="LiveId" clId="{6B3B519F-5E88-4602-B46A-5A83CC802C47}" dt="2023-03-21T15:32:28.189" v="1665" actId="1076"/>
        <pc:sldMkLst>
          <pc:docMk/>
          <pc:sldMk cId="4172744297" sldId="416"/>
        </pc:sldMkLst>
      </pc:sldChg>
    </pc:docChg>
  </pc:docChgLst>
  <pc:docChgLst>
    <pc:chgData name="Pontus Wittenmark" userId="f735600e1fbeff6c" providerId="LiveId" clId="{3128045E-9091-43AF-A4E2-675A4AF2C6C0}"/>
    <pc:docChg chg="undo custSel modSld">
      <pc:chgData name="Pontus Wittenmark" userId="f735600e1fbeff6c" providerId="LiveId" clId="{3128045E-9091-43AF-A4E2-675A4AF2C6C0}" dt="2023-09-05T07:08:40.955" v="485" actId="20577"/>
      <pc:docMkLst>
        <pc:docMk/>
      </pc:docMkLst>
      <pc:sldChg chg="modSp mod">
        <pc:chgData name="Pontus Wittenmark" userId="f735600e1fbeff6c" providerId="LiveId" clId="{3128045E-9091-43AF-A4E2-675A4AF2C6C0}" dt="2023-09-05T07:07:45.488" v="478" actId="1076"/>
        <pc:sldMkLst>
          <pc:docMk/>
          <pc:sldMk cId="1495394903" sldId="387"/>
        </pc:sldMkLst>
      </pc:sldChg>
      <pc:sldChg chg="modSp mod">
        <pc:chgData name="Pontus Wittenmark" userId="f735600e1fbeff6c" providerId="LiveId" clId="{3128045E-9091-43AF-A4E2-675A4AF2C6C0}" dt="2023-08-24T13:10:13.294" v="0" actId="6549"/>
        <pc:sldMkLst>
          <pc:docMk/>
          <pc:sldMk cId="732634518" sldId="403"/>
        </pc:sldMkLst>
      </pc:sldChg>
    </pc:docChg>
  </pc:docChgLst>
  <pc:docChgLst>
    <pc:chgData name="Pontus Wittenmark" userId="f735600e1fbeff6c" providerId="LiveId" clId="{2DD28395-86F5-42CA-8D0F-BEA86B1DCEBC}"/>
    <pc:docChg chg="undo redo custSel modSld">
      <pc:chgData name="Pontus Wittenmark" userId="f735600e1fbeff6c" providerId="LiveId" clId="{2DD28395-86F5-42CA-8D0F-BEA86B1DCEBC}" dt="2023-03-21T07:13:06.652" v="639" actId="20577"/>
      <pc:docMkLst>
        <pc:docMk/>
      </pc:docMkLst>
      <pc:sldChg chg="modSp mod">
        <pc:chgData name="Pontus Wittenmark" userId="f735600e1fbeff6c" providerId="LiveId" clId="{2DD28395-86F5-42CA-8D0F-BEA86B1DCEBC}" dt="2023-03-21T06:53:16.611" v="157" actId="6549"/>
        <pc:sldMkLst>
          <pc:docMk/>
          <pc:sldMk cId="1538964893" sldId="294"/>
        </pc:sldMkLst>
      </pc:sldChg>
      <pc:sldChg chg="modSp mod">
        <pc:chgData name="Pontus Wittenmark" userId="f735600e1fbeff6c" providerId="LiveId" clId="{2DD28395-86F5-42CA-8D0F-BEA86B1DCEBC}" dt="2023-03-21T07:13:06.652" v="639" actId="20577"/>
        <pc:sldMkLst>
          <pc:docMk/>
          <pc:sldMk cId="263935937" sldId="349"/>
        </pc:sldMkLst>
      </pc:sldChg>
      <pc:sldChg chg="modSp mod">
        <pc:chgData name="Pontus Wittenmark" userId="f735600e1fbeff6c" providerId="LiveId" clId="{2DD28395-86F5-42CA-8D0F-BEA86B1DCEBC}" dt="2023-03-21T07:10:58.493" v="582" actId="6549"/>
        <pc:sldMkLst>
          <pc:docMk/>
          <pc:sldMk cId="458914881" sldId="353"/>
        </pc:sldMkLst>
      </pc:sldChg>
      <pc:sldChg chg="modSp mod">
        <pc:chgData name="Pontus Wittenmark" userId="f735600e1fbeff6c" providerId="LiveId" clId="{2DD28395-86F5-42CA-8D0F-BEA86B1DCEBC}" dt="2023-03-21T06:48:48.618" v="13" actId="20577"/>
        <pc:sldMkLst>
          <pc:docMk/>
          <pc:sldMk cId="3987862222" sldId="384"/>
        </pc:sldMkLst>
      </pc:sldChg>
      <pc:sldChg chg="modSp mod">
        <pc:chgData name="Pontus Wittenmark" userId="f735600e1fbeff6c" providerId="LiveId" clId="{2DD28395-86F5-42CA-8D0F-BEA86B1DCEBC}" dt="2023-03-21T06:48:54.474" v="14"/>
        <pc:sldMkLst>
          <pc:docMk/>
          <pc:sldMk cId="2766621064" sldId="386"/>
        </pc:sldMkLst>
      </pc:sldChg>
      <pc:sldChg chg="modSp mod">
        <pc:chgData name="Pontus Wittenmark" userId="f735600e1fbeff6c" providerId="LiveId" clId="{2DD28395-86F5-42CA-8D0F-BEA86B1DCEBC}" dt="2023-03-21T06:48:58.322" v="15"/>
        <pc:sldMkLst>
          <pc:docMk/>
          <pc:sldMk cId="1495394903" sldId="387"/>
        </pc:sldMkLst>
      </pc:sldChg>
      <pc:sldChg chg="modSp mod">
        <pc:chgData name="Pontus Wittenmark" userId="f735600e1fbeff6c" providerId="LiveId" clId="{2DD28395-86F5-42CA-8D0F-BEA86B1DCEBC}" dt="2023-03-21T06:49:01.018" v="16"/>
        <pc:sldMkLst>
          <pc:docMk/>
          <pc:sldMk cId="3547523239" sldId="389"/>
        </pc:sldMkLst>
      </pc:sldChg>
    </pc:docChg>
  </pc:docChgLst>
  <pc:docChgLst>
    <pc:chgData name="Pontus Wittenmark" userId="f735600e1fbeff6c" providerId="LiveId" clId="{B6B1B28A-F2CD-453A-A06B-95BC16D37BE5}"/>
    <pc:docChg chg="custSel modSld modMainMaster modNotesMaster">
      <pc:chgData name="Pontus Wittenmark" userId="f735600e1fbeff6c" providerId="LiveId" clId="{B6B1B28A-F2CD-453A-A06B-95BC16D37BE5}" dt="2022-11-17T09:56:38.068" v="4"/>
      <pc:docMkLst>
        <pc:docMk/>
      </pc:docMkLst>
      <pc:sldChg chg="addSp delSp modSp mod modNotes">
        <pc:chgData name="Pontus Wittenmark" userId="f735600e1fbeff6c" providerId="LiveId" clId="{B6B1B28A-F2CD-453A-A06B-95BC16D37BE5}" dt="2022-11-17T09:56:38.068" v="4"/>
        <pc:sldMkLst>
          <pc:docMk/>
          <pc:sldMk cId="2760819910" sldId="293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1168120925" sldId="304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3209416303" sldId="342"/>
        </pc:sldMkLst>
      </pc:sldChg>
      <pc:sldChg chg="modSp modNotes">
        <pc:chgData name="Pontus Wittenmark" userId="f735600e1fbeff6c" providerId="LiveId" clId="{B6B1B28A-F2CD-453A-A06B-95BC16D37BE5}" dt="2022-11-17T09:20:27.787" v="0"/>
        <pc:sldMkLst>
          <pc:docMk/>
          <pc:sldMk cId="408650720" sldId="356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3901861638" sldId="358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2380901486" sldId="372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2920582365" sldId="375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3987862222" sldId="384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2766621064" sldId="386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1495394903" sldId="387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3547523239" sldId="389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3695969814" sldId="397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3876589622" sldId="399"/>
        </pc:sldMkLst>
      </pc:sldChg>
      <pc:sldChg chg="modSp">
        <pc:chgData name="Pontus Wittenmark" userId="f735600e1fbeff6c" providerId="LiveId" clId="{B6B1B28A-F2CD-453A-A06B-95BC16D37BE5}" dt="2022-11-17T09:20:27.787" v="0"/>
        <pc:sldMkLst>
          <pc:docMk/>
          <pc:sldMk cId="2584105884" sldId="401"/>
        </pc:sldMkLst>
      </pc:sldChg>
      <pc:sldMasterChg chg="modSp modSldLayout">
        <pc:chgData name="Pontus Wittenmark" userId="f735600e1fbeff6c" providerId="LiveId" clId="{B6B1B28A-F2CD-453A-A06B-95BC16D37BE5}" dt="2022-11-17T09:20:27.787" v="0"/>
        <pc:sldMasterMkLst>
          <pc:docMk/>
          <pc:sldMasterMk cId="3516712882" sldId="2147483688"/>
        </pc:sldMasterMkLst>
        <pc:sldLayoutChg chg="modSp">
          <pc:chgData name="Pontus Wittenmark" userId="f735600e1fbeff6c" providerId="LiveId" clId="{B6B1B28A-F2CD-453A-A06B-95BC16D37BE5}" dt="2022-11-17T09:20:27.787" v="0"/>
          <pc:sldLayoutMkLst>
            <pc:docMk/>
            <pc:sldMasterMk cId="3516712882" sldId="2147483688"/>
            <pc:sldLayoutMk cId="2637354079" sldId="2147483689"/>
          </pc:sldLayoutMkLst>
        </pc:sldLayoutChg>
        <pc:sldLayoutChg chg="modSp">
          <pc:chgData name="Pontus Wittenmark" userId="f735600e1fbeff6c" providerId="LiveId" clId="{B6B1B28A-F2CD-453A-A06B-95BC16D37BE5}" dt="2022-11-17T09:20:27.787" v="0"/>
          <pc:sldLayoutMkLst>
            <pc:docMk/>
            <pc:sldMasterMk cId="3516712882" sldId="2147483688"/>
            <pc:sldLayoutMk cId="987993920" sldId="2147483691"/>
          </pc:sldLayoutMkLst>
        </pc:sldLayoutChg>
        <pc:sldLayoutChg chg="modSp">
          <pc:chgData name="Pontus Wittenmark" userId="f735600e1fbeff6c" providerId="LiveId" clId="{B6B1B28A-F2CD-453A-A06B-95BC16D37BE5}" dt="2022-11-17T09:20:27.787" v="0"/>
          <pc:sldLayoutMkLst>
            <pc:docMk/>
            <pc:sldMasterMk cId="3516712882" sldId="2147483688"/>
            <pc:sldLayoutMk cId="2876453711" sldId="2147483692"/>
          </pc:sldLayoutMkLst>
        </pc:sldLayoutChg>
        <pc:sldLayoutChg chg="modSp">
          <pc:chgData name="Pontus Wittenmark" userId="f735600e1fbeff6c" providerId="LiveId" clId="{B6B1B28A-F2CD-453A-A06B-95BC16D37BE5}" dt="2022-11-17T09:20:27.787" v="0"/>
          <pc:sldLayoutMkLst>
            <pc:docMk/>
            <pc:sldMasterMk cId="3516712882" sldId="2147483688"/>
            <pc:sldLayoutMk cId="1935315075" sldId="2147483693"/>
          </pc:sldLayoutMkLst>
        </pc:sldLayoutChg>
        <pc:sldLayoutChg chg="modSp">
          <pc:chgData name="Pontus Wittenmark" userId="f735600e1fbeff6c" providerId="LiveId" clId="{B6B1B28A-F2CD-453A-A06B-95BC16D37BE5}" dt="2022-11-17T09:20:27.787" v="0"/>
          <pc:sldLayoutMkLst>
            <pc:docMk/>
            <pc:sldMasterMk cId="3516712882" sldId="2147483688"/>
            <pc:sldLayoutMk cId="759532265" sldId="2147483696"/>
          </pc:sldLayoutMkLst>
        </pc:sldLayoutChg>
        <pc:sldLayoutChg chg="modSp">
          <pc:chgData name="Pontus Wittenmark" userId="f735600e1fbeff6c" providerId="LiveId" clId="{B6B1B28A-F2CD-453A-A06B-95BC16D37BE5}" dt="2022-11-17T09:20:27.787" v="0"/>
          <pc:sldLayoutMkLst>
            <pc:docMk/>
            <pc:sldMasterMk cId="3516712882" sldId="2147483688"/>
            <pc:sldLayoutMk cId="182767315" sldId="2147483697"/>
          </pc:sldLayoutMkLst>
        </pc:sldLayoutChg>
        <pc:sldLayoutChg chg="modSp">
          <pc:chgData name="Pontus Wittenmark" userId="f735600e1fbeff6c" providerId="LiveId" clId="{B6B1B28A-F2CD-453A-A06B-95BC16D37BE5}" dt="2022-11-17T09:20:27.787" v="0"/>
          <pc:sldLayoutMkLst>
            <pc:docMk/>
            <pc:sldMasterMk cId="3516712882" sldId="2147483688"/>
            <pc:sldLayoutMk cId="552953588" sldId="2147483699"/>
          </pc:sldLayoutMkLst>
        </pc:sldLayoutChg>
      </pc:sldMasterChg>
    </pc:docChg>
  </pc:docChgLst>
  <pc:docChgLst>
    <pc:chgData name="Pontus Wittenmark" userId="f735600e1fbeff6c" providerId="LiveId" clId="{F356EBF9-8D38-429B-BF0B-1DBFCC62F010}"/>
    <pc:docChg chg="undo custSel modSld">
      <pc:chgData name="Pontus Wittenmark" userId="f735600e1fbeff6c" providerId="LiveId" clId="{F356EBF9-8D38-429B-BF0B-1DBFCC62F010}" dt="2021-03-25T13:15:18.833" v="456" actId="20577"/>
      <pc:docMkLst>
        <pc:docMk/>
      </pc:docMkLst>
      <pc:sldChg chg="modSp mod">
        <pc:chgData name="Pontus Wittenmark" userId="f735600e1fbeff6c" providerId="LiveId" clId="{F356EBF9-8D38-429B-BF0B-1DBFCC62F010}" dt="2021-03-25T10:44:07.021" v="358" actId="12"/>
        <pc:sldMkLst>
          <pc:docMk/>
          <pc:sldMk cId="1168120925" sldId="304"/>
        </pc:sldMkLst>
      </pc:sldChg>
      <pc:sldChg chg="modSp mod">
        <pc:chgData name="Pontus Wittenmark" userId="f735600e1fbeff6c" providerId="LiveId" clId="{F356EBF9-8D38-429B-BF0B-1DBFCC62F010}" dt="2021-03-25T09:07:48.463" v="213" actId="6549"/>
        <pc:sldMkLst>
          <pc:docMk/>
          <pc:sldMk cId="3124446921" sldId="341"/>
        </pc:sldMkLst>
      </pc:sldChg>
      <pc:sldChg chg="modSp mod">
        <pc:chgData name="Pontus Wittenmark" userId="f735600e1fbeff6c" providerId="LiveId" clId="{F356EBF9-8D38-429B-BF0B-1DBFCC62F010}" dt="2021-03-25T11:09:21.703" v="366" actId="14100"/>
        <pc:sldMkLst>
          <pc:docMk/>
          <pc:sldMk cId="3654824756" sldId="396"/>
        </pc:sldMkLst>
      </pc:sldChg>
    </pc:docChg>
  </pc:docChgLst>
  <pc:docChgLst>
    <pc:chgData name="Pontus Wittenmark" userId="f735600e1fbeff6c" providerId="LiveId" clId="{5FAF0160-2596-48BD-A7EA-3A4CFEFBAB58}"/>
    <pc:docChg chg="undo custSel addSld delSld modSld sldOrd">
      <pc:chgData name="Pontus Wittenmark" userId="f735600e1fbeff6c" providerId="LiveId" clId="{5FAF0160-2596-48BD-A7EA-3A4CFEFBAB58}" dt="2023-09-01T11:49:56.066" v="672" actId="20577"/>
      <pc:docMkLst>
        <pc:docMk/>
      </pc:docMkLst>
      <pc:sldChg chg="modSp mod">
        <pc:chgData name="Pontus Wittenmark" userId="f735600e1fbeff6c" providerId="LiveId" clId="{5FAF0160-2596-48BD-A7EA-3A4CFEFBAB58}" dt="2023-08-24T13:18:48.458" v="436" actId="1076"/>
        <pc:sldMkLst>
          <pc:docMk/>
          <pc:sldMk cId="1538964893" sldId="294"/>
        </pc:sldMkLst>
      </pc:sldChg>
      <pc:sldChg chg="modSp mod">
        <pc:chgData name="Pontus Wittenmark" userId="f735600e1fbeff6c" providerId="LiveId" clId="{5FAF0160-2596-48BD-A7EA-3A4CFEFBAB58}" dt="2023-08-24T12:35:29.455" v="210" actId="20577"/>
        <pc:sldMkLst>
          <pc:docMk/>
          <pc:sldMk cId="1168120925" sldId="304"/>
        </pc:sldMkLst>
      </pc:sldChg>
      <pc:sldChg chg="add">
        <pc:chgData name="Pontus Wittenmark" userId="f735600e1fbeff6c" providerId="LiveId" clId="{5FAF0160-2596-48BD-A7EA-3A4CFEFBAB58}" dt="2023-08-24T13:18:01.542" v="427"/>
        <pc:sldMkLst>
          <pc:docMk/>
          <pc:sldMk cId="2711315616" sldId="342"/>
        </pc:sldMkLst>
      </pc:sldChg>
      <pc:sldChg chg="modSp del mod ord">
        <pc:chgData name="Pontus Wittenmark" userId="f735600e1fbeff6c" providerId="LiveId" clId="{5FAF0160-2596-48BD-A7EA-3A4CFEFBAB58}" dt="2023-08-24T13:17:46.942" v="426" actId="2696"/>
        <pc:sldMkLst>
          <pc:docMk/>
          <pc:sldMk cId="3209416303" sldId="342"/>
        </pc:sldMkLst>
      </pc:sldChg>
      <pc:sldChg chg="modSp mod">
        <pc:chgData name="Pontus Wittenmark" userId="f735600e1fbeff6c" providerId="LiveId" clId="{5FAF0160-2596-48BD-A7EA-3A4CFEFBAB58}" dt="2023-09-01T11:49:56.066" v="672" actId="20577"/>
        <pc:sldMkLst>
          <pc:docMk/>
          <pc:sldMk cId="263935937" sldId="349"/>
        </pc:sldMkLst>
      </pc:sldChg>
      <pc:sldChg chg="addSp delSp modSp mod">
        <pc:chgData name="Pontus Wittenmark" userId="f735600e1fbeff6c" providerId="LiveId" clId="{5FAF0160-2596-48BD-A7EA-3A4CFEFBAB58}" dt="2023-08-24T15:08:59.602" v="655" actId="6549"/>
        <pc:sldMkLst>
          <pc:docMk/>
          <pc:sldMk cId="458914881" sldId="353"/>
        </pc:sldMkLst>
      </pc:sldChg>
      <pc:sldChg chg="modSp mod">
        <pc:chgData name="Pontus Wittenmark" userId="f735600e1fbeff6c" providerId="LiveId" clId="{5FAF0160-2596-48BD-A7EA-3A4CFEFBAB58}" dt="2023-08-24T09:04:43.368" v="121" actId="20577"/>
        <pc:sldMkLst>
          <pc:docMk/>
          <pc:sldMk cId="408650720" sldId="356"/>
        </pc:sldMkLst>
      </pc:sldChg>
      <pc:sldChg chg="modSp mod">
        <pc:chgData name="Pontus Wittenmark" userId="f735600e1fbeff6c" providerId="LiveId" clId="{5FAF0160-2596-48BD-A7EA-3A4CFEFBAB58}" dt="2023-08-24T11:26:48.174" v="157" actId="6549"/>
        <pc:sldMkLst>
          <pc:docMk/>
          <pc:sldMk cId="2532957008" sldId="357"/>
        </pc:sldMkLst>
      </pc:sldChg>
      <pc:sldChg chg="modSp mod">
        <pc:chgData name="Pontus Wittenmark" userId="f735600e1fbeff6c" providerId="LiveId" clId="{5FAF0160-2596-48BD-A7EA-3A4CFEFBAB58}" dt="2023-08-24T11:19:07.612" v="140"/>
        <pc:sldMkLst>
          <pc:docMk/>
          <pc:sldMk cId="3901861638" sldId="358"/>
        </pc:sldMkLst>
      </pc:sldChg>
      <pc:sldChg chg="modSp del mod ord">
        <pc:chgData name="Pontus Wittenmark" userId="f735600e1fbeff6c" providerId="LiveId" clId="{5FAF0160-2596-48BD-A7EA-3A4CFEFBAB58}" dt="2023-08-24T13:17:46.942" v="426" actId="2696"/>
        <pc:sldMkLst>
          <pc:docMk/>
          <pc:sldMk cId="2920582365" sldId="375"/>
        </pc:sldMkLst>
      </pc:sldChg>
      <pc:sldChg chg="add">
        <pc:chgData name="Pontus Wittenmark" userId="f735600e1fbeff6c" providerId="LiveId" clId="{5FAF0160-2596-48BD-A7EA-3A4CFEFBAB58}" dt="2023-08-24T13:18:01.542" v="427"/>
        <pc:sldMkLst>
          <pc:docMk/>
          <pc:sldMk cId="2969019531" sldId="375"/>
        </pc:sldMkLst>
      </pc:sldChg>
      <pc:sldChg chg="modSp mod">
        <pc:chgData name="Pontus Wittenmark" userId="f735600e1fbeff6c" providerId="LiveId" clId="{5FAF0160-2596-48BD-A7EA-3A4CFEFBAB58}" dt="2023-08-24T11:35:52.397" v="180" actId="20577"/>
        <pc:sldMkLst>
          <pc:docMk/>
          <pc:sldMk cId="3468219419" sldId="383"/>
        </pc:sldMkLst>
      </pc:sldChg>
      <pc:sldChg chg="modSp mod">
        <pc:chgData name="Pontus Wittenmark" userId="f735600e1fbeff6c" providerId="LiveId" clId="{5FAF0160-2596-48BD-A7EA-3A4CFEFBAB58}" dt="2023-08-24T08:59:16.220" v="30"/>
        <pc:sldMkLst>
          <pc:docMk/>
          <pc:sldMk cId="3987862222" sldId="384"/>
        </pc:sldMkLst>
      </pc:sldChg>
      <pc:sldChg chg="modSp mod">
        <pc:chgData name="Pontus Wittenmark" userId="f735600e1fbeff6c" providerId="LiveId" clId="{5FAF0160-2596-48BD-A7EA-3A4CFEFBAB58}" dt="2023-08-24T12:21:09.575" v="192"/>
        <pc:sldMkLst>
          <pc:docMk/>
          <pc:sldMk cId="2766621064" sldId="386"/>
        </pc:sldMkLst>
      </pc:sldChg>
      <pc:sldChg chg="modSp mod">
        <pc:chgData name="Pontus Wittenmark" userId="f735600e1fbeff6c" providerId="LiveId" clId="{5FAF0160-2596-48BD-A7EA-3A4CFEFBAB58}" dt="2023-08-24T12:30:18.951" v="199" actId="1076"/>
        <pc:sldMkLst>
          <pc:docMk/>
          <pc:sldMk cId="3547523239" sldId="389"/>
        </pc:sldMkLst>
      </pc:sldChg>
      <pc:sldChg chg="add">
        <pc:chgData name="Pontus Wittenmark" userId="f735600e1fbeff6c" providerId="LiveId" clId="{5FAF0160-2596-48BD-A7EA-3A4CFEFBAB58}" dt="2023-08-24T13:18:01.542" v="427"/>
        <pc:sldMkLst>
          <pc:docMk/>
          <pc:sldMk cId="2975776250" sldId="397"/>
        </pc:sldMkLst>
      </pc:sldChg>
      <pc:sldChg chg="del ord">
        <pc:chgData name="Pontus Wittenmark" userId="f735600e1fbeff6c" providerId="LiveId" clId="{5FAF0160-2596-48BD-A7EA-3A4CFEFBAB58}" dt="2023-08-24T13:17:46.942" v="426" actId="2696"/>
        <pc:sldMkLst>
          <pc:docMk/>
          <pc:sldMk cId="3695969814" sldId="397"/>
        </pc:sldMkLst>
      </pc:sldChg>
      <pc:sldChg chg="modSp mod">
        <pc:chgData name="Pontus Wittenmark" userId="f735600e1fbeff6c" providerId="LiveId" clId="{5FAF0160-2596-48BD-A7EA-3A4CFEFBAB58}" dt="2023-08-24T13:18:27.096" v="435" actId="20577"/>
        <pc:sldMkLst>
          <pc:docMk/>
          <pc:sldMk cId="4068843849" sldId="402"/>
        </pc:sldMkLst>
      </pc:sldChg>
      <pc:sldChg chg="modSp mod">
        <pc:chgData name="Pontus Wittenmark" userId="f735600e1fbeff6c" providerId="LiveId" clId="{5FAF0160-2596-48BD-A7EA-3A4CFEFBAB58}" dt="2023-08-24T11:25:38.098" v="155"/>
        <pc:sldMkLst>
          <pc:docMk/>
          <pc:sldMk cId="4172744297" sldId="416"/>
        </pc:sldMkLst>
      </pc:sldChg>
    </pc:docChg>
  </pc:docChgLst>
  <pc:docChgLst>
    <pc:chgData name="Pontus Wittenmark" userId="f735600e1fbeff6c" providerId="LiveId" clId="{2F9D2A53-959D-4D7B-BE7F-2C0621DEA90D}"/>
    <pc:docChg chg="undo custSel addSld delSld modSld sldOrd">
      <pc:chgData name="Pontus Wittenmark" userId="f735600e1fbeff6c" providerId="LiveId" clId="{2F9D2A53-959D-4D7B-BE7F-2C0621DEA90D}" dt="2025-06-04T17:37:53.159" v="3196" actId="20577"/>
      <pc:docMkLst>
        <pc:docMk/>
      </pc:docMkLst>
      <pc:sldChg chg="modSp mod">
        <pc:chgData name="Pontus Wittenmark" userId="f735600e1fbeff6c" providerId="LiveId" clId="{2F9D2A53-959D-4D7B-BE7F-2C0621DEA90D}" dt="2025-06-04T17:15:36.592" v="2730"/>
        <pc:sldMkLst>
          <pc:docMk/>
          <pc:sldMk cId="1168120925" sldId="304"/>
        </pc:sldMkLst>
        <pc:spChg chg="mod">
          <ac:chgData name="Pontus Wittenmark" userId="f735600e1fbeff6c" providerId="LiveId" clId="{2F9D2A53-959D-4D7B-BE7F-2C0621DEA90D}" dt="2025-06-04T17:15:36.592" v="2730"/>
          <ac:spMkLst>
            <pc:docMk/>
            <pc:sldMk cId="1168120925" sldId="304"/>
            <ac:spMk id="3" creationId="{00000000-0000-0000-0000-000000000000}"/>
          </ac:spMkLst>
        </pc:spChg>
        <pc:picChg chg="mod">
          <ac:chgData name="Pontus Wittenmark" userId="f735600e1fbeff6c" providerId="LiveId" clId="{2F9D2A53-959D-4D7B-BE7F-2C0621DEA90D}" dt="2025-06-03T13:06:21.131" v="72" actId="1076"/>
          <ac:picMkLst>
            <pc:docMk/>
            <pc:sldMk cId="1168120925" sldId="304"/>
            <ac:picMk id="8" creationId="{00000000-0000-0000-0000-000000000000}"/>
          </ac:picMkLst>
        </pc:picChg>
      </pc:sldChg>
      <pc:sldChg chg="mod modShow">
        <pc:chgData name="Pontus Wittenmark" userId="f735600e1fbeff6c" providerId="LiveId" clId="{2F9D2A53-959D-4D7B-BE7F-2C0621DEA90D}" dt="2025-06-03T13:07:44.920" v="74" actId="729"/>
        <pc:sldMkLst>
          <pc:docMk/>
          <pc:sldMk cId="263935937" sldId="349"/>
        </pc:sldMkLst>
      </pc:sldChg>
      <pc:sldChg chg="addSp delSp modSp mod">
        <pc:chgData name="Pontus Wittenmark" userId="f735600e1fbeff6c" providerId="LiveId" clId="{2F9D2A53-959D-4D7B-BE7F-2C0621DEA90D}" dt="2025-06-04T16:05:04.638" v="1888" actId="1076"/>
        <pc:sldMkLst>
          <pc:docMk/>
          <pc:sldMk cId="3901861638" sldId="358"/>
        </pc:sldMkLst>
        <pc:spChg chg="mod">
          <ac:chgData name="Pontus Wittenmark" userId="f735600e1fbeff6c" providerId="LiveId" clId="{2F9D2A53-959D-4D7B-BE7F-2C0621DEA90D}" dt="2025-06-04T16:02:40.853" v="1876" actId="20577"/>
          <ac:spMkLst>
            <pc:docMk/>
            <pc:sldMk cId="3901861638" sldId="358"/>
            <ac:spMk id="3" creationId="{00000000-0000-0000-0000-000000000000}"/>
          </ac:spMkLst>
        </pc:spChg>
        <pc:spChg chg="add mod">
          <ac:chgData name="Pontus Wittenmark" userId="f735600e1fbeff6c" providerId="LiveId" clId="{2F9D2A53-959D-4D7B-BE7F-2C0621DEA90D}" dt="2025-06-04T16:05:04.638" v="1888" actId="1076"/>
          <ac:spMkLst>
            <pc:docMk/>
            <pc:sldMk cId="3901861638" sldId="358"/>
            <ac:spMk id="6" creationId="{1A4C0AC6-90B0-08FA-4196-290318080BBA}"/>
          </ac:spMkLst>
        </pc:spChg>
      </pc:sldChg>
      <pc:sldChg chg="modSp mod modShow">
        <pc:chgData name="Pontus Wittenmark" userId="f735600e1fbeff6c" providerId="LiveId" clId="{2F9D2A53-959D-4D7B-BE7F-2C0621DEA90D}" dt="2025-06-04T17:14:46.679" v="2728" actId="20577"/>
        <pc:sldMkLst>
          <pc:docMk/>
          <pc:sldMk cId="3468219419" sldId="383"/>
        </pc:sldMkLst>
      </pc:sldChg>
      <pc:sldChg chg="modSp mod ord">
        <pc:chgData name="Pontus Wittenmark" userId="f735600e1fbeff6c" providerId="LiveId" clId="{2F9D2A53-959D-4D7B-BE7F-2C0621DEA90D}" dt="2025-06-04T16:37:44.177" v="2235" actId="20577"/>
        <pc:sldMkLst>
          <pc:docMk/>
          <pc:sldMk cId="3987862222" sldId="384"/>
        </pc:sldMkLst>
        <pc:spChg chg="mod">
          <ac:chgData name="Pontus Wittenmark" userId="f735600e1fbeff6c" providerId="LiveId" clId="{2F9D2A53-959D-4D7B-BE7F-2C0621DEA90D}" dt="2025-06-04T16:37:44.177" v="2235" actId="20577"/>
          <ac:spMkLst>
            <pc:docMk/>
            <pc:sldMk cId="3987862222" sldId="384"/>
            <ac:spMk id="6" creationId="{93833F17-2DD4-4388-83DD-57C12A419BA8}"/>
          </ac:spMkLst>
        </pc:spChg>
      </pc:sldChg>
      <pc:sldChg chg="modSp mod ord">
        <pc:chgData name="Pontus Wittenmark" userId="f735600e1fbeff6c" providerId="LiveId" clId="{2F9D2A53-959D-4D7B-BE7F-2C0621DEA90D}" dt="2025-06-04T16:36:55.771" v="2232"/>
        <pc:sldMkLst>
          <pc:docMk/>
          <pc:sldMk cId="2766621064" sldId="386"/>
        </pc:sldMkLst>
        <pc:spChg chg="mod">
          <ac:chgData name="Pontus Wittenmark" userId="f735600e1fbeff6c" providerId="LiveId" clId="{2F9D2A53-959D-4D7B-BE7F-2C0621DEA90D}" dt="2025-06-03T13:03:15.127" v="25"/>
          <ac:spMkLst>
            <pc:docMk/>
            <pc:sldMk cId="2766621064" sldId="386"/>
            <ac:spMk id="5" creationId="{8287055F-D648-497C-BC02-C8061CBACFAA}"/>
          </ac:spMkLst>
        </pc:spChg>
      </pc:sldChg>
      <pc:sldChg chg="del ord">
        <pc:chgData name="Pontus Wittenmark" userId="f735600e1fbeff6c" providerId="LiveId" clId="{2F9D2A53-959D-4D7B-BE7F-2C0621DEA90D}" dt="2025-06-04T16:40:21.992" v="2240" actId="47"/>
        <pc:sldMkLst>
          <pc:docMk/>
          <pc:sldMk cId="1495394903" sldId="387"/>
        </pc:sldMkLst>
      </pc:sldChg>
      <pc:sldChg chg="modSp ord">
        <pc:chgData name="Pontus Wittenmark" userId="f735600e1fbeff6c" providerId="LiveId" clId="{2F9D2A53-959D-4D7B-BE7F-2C0621DEA90D}" dt="2025-06-04T16:40:49.818" v="2241" actId="1076"/>
        <pc:sldMkLst>
          <pc:docMk/>
          <pc:sldMk cId="3547523239" sldId="389"/>
        </pc:sldMkLst>
        <pc:spChg chg="mod">
          <ac:chgData name="Pontus Wittenmark" userId="f735600e1fbeff6c" providerId="LiveId" clId="{2F9D2A53-959D-4D7B-BE7F-2C0621DEA90D}" dt="2025-06-04T16:40:49.818" v="2241" actId="1076"/>
          <ac:spMkLst>
            <pc:docMk/>
            <pc:sldMk cId="3547523239" sldId="389"/>
            <ac:spMk id="5" creationId="{C3E65784-5B7C-48D5-84EF-A9B3CC7520FD}"/>
          </ac:spMkLst>
        </pc:spChg>
      </pc:sldChg>
      <pc:sldChg chg="modSp mod">
        <pc:chgData name="Pontus Wittenmark" userId="f735600e1fbeff6c" providerId="LiveId" clId="{2F9D2A53-959D-4D7B-BE7F-2C0621DEA90D}" dt="2025-06-04T15:57:23.324" v="1776" actId="114"/>
        <pc:sldMkLst>
          <pc:docMk/>
          <pc:sldMk cId="2975776250" sldId="397"/>
        </pc:sldMkLst>
      </pc:sldChg>
      <pc:sldChg chg="modSp mod">
        <pc:chgData name="Pontus Wittenmark" userId="f735600e1fbeff6c" providerId="LiveId" clId="{2F9D2A53-959D-4D7B-BE7F-2C0621DEA90D}" dt="2025-06-04T17:13:52.819" v="2716" actId="20577"/>
        <pc:sldMkLst>
          <pc:docMk/>
          <pc:sldMk cId="4068843849" sldId="402"/>
        </pc:sldMkLst>
        <pc:spChg chg="mod">
          <ac:chgData name="Pontus Wittenmark" userId="f735600e1fbeff6c" providerId="LiveId" clId="{2F9D2A53-959D-4D7B-BE7F-2C0621DEA90D}" dt="2025-06-04T17:13:52.819" v="2716" actId="20577"/>
          <ac:spMkLst>
            <pc:docMk/>
            <pc:sldMk cId="4068843849" sldId="402"/>
            <ac:spMk id="2" creationId="{00000000-0000-0000-0000-000000000000}"/>
          </ac:spMkLst>
        </pc:spChg>
        <pc:spChg chg="mod">
          <ac:chgData name="Pontus Wittenmark" userId="f735600e1fbeff6c" providerId="LiveId" clId="{2F9D2A53-959D-4D7B-BE7F-2C0621DEA90D}" dt="2025-06-04T15:58:48.567" v="1875" actId="20577"/>
          <ac:spMkLst>
            <pc:docMk/>
            <pc:sldMk cId="4068843849" sldId="402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F9D2A53-959D-4D7B-BE7F-2C0621DEA90D}" dt="2025-06-04T16:07:02.362" v="1890" actId="20577"/>
        <pc:sldMkLst>
          <pc:docMk/>
          <pc:sldMk cId="4172744297" sldId="416"/>
        </pc:sldMkLst>
        <pc:spChg chg="mod">
          <ac:chgData name="Pontus Wittenmark" userId="f735600e1fbeff6c" providerId="LiveId" clId="{2F9D2A53-959D-4D7B-BE7F-2C0621DEA90D}" dt="2025-06-04T16:07:02.362" v="1890" actId="20577"/>
          <ac:spMkLst>
            <pc:docMk/>
            <pc:sldMk cId="4172744297" sldId="416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F9D2A53-959D-4D7B-BE7F-2C0621DEA90D}" dt="2025-06-04T16:53:35.445" v="2514" actId="20577"/>
        <pc:sldMkLst>
          <pc:docMk/>
          <pc:sldMk cId="808517850" sldId="418"/>
        </pc:sldMkLst>
        <pc:spChg chg="mod">
          <ac:chgData name="Pontus Wittenmark" userId="f735600e1fbeff6c" providerId="LiveId" clId="{2F9D2A53-959D-4D7B-BE7F-2C0621DEA90D}" dt="2025-06-04T16:53:35.445" v="2514" actId="20577"/>
          <ac:spMkLst>
            <pc:docMk/>
            <pc:sldMk cId="808517850" sldId="418"/>
            <ac:spMk id="3" creationId="{A620628F-2C0C-E581-B557-429DE8952F41}"/>
          </ac:spMkLst>
        </pc:spChg>
      </pc:sldChg>
      <pc:sldChg chg="modSp mod">
        <pc:chgData name="Pontus Wittenmark" userId="f735600e1fbeff6c" providerId="LiveId" clId="{2F9D2A53-959D-4D7B-BE7F-2C0621DEA90D}" dt="2025-06-04T16:55:06.219" v="2524"/>
        <pc:sldMkLst>
          <pc:docMk/>
          <pc:sldMk cId="3254090478" sldId="419"/>
        </pc:sldMkLst>
        <pc:spChg chg="mod">
          <ac:chgData name="Pontus Wittenmark" userId="f735600e1fbeff6c" providerId="LiveId" clId="{2F9D2A53-959D-4D7B-BE7F-2C0621DEA90D}" dt="2025-06-04T16:55:06.219" v="2524"/>
          <ac:spMkLst>
            <pc:docMk/>
            <pc:sldMk cId="3254090478" sldId="419"/>
            <ac:spMk id="7" creationId="{50EC57D8-89BD-DB6C-54F9-127D847E1958}"/>
          </ac:spMkLst>
        </pc:spChg>
      </pc:sldChg>
      <pc:sldChg chg="addSp delSp modSp del mod">
        <pc:chgData name="Pontus Wittenmark" userId="f735600e1fbeff6c" providerId="LiveId" clId="{2F9D2A53-959D-4D7B-BE7F-2C0621DEA90D}" dt="2025-06-03T14:27:29.917" v="1050" actId="47"/>
        <pc:sldMkLst>
          <pc:docMk/>
          <pc:sldMk cId="796677057" sldId="420"/>
        </pc:sldMkLst>
      </pc:sldChg>
      <pc:sldChg chg="addSp delSp modSp mod ord">
        <pc:chgData name="Pontus Wittenmark" userId="f735600e1fbeff6c" providerId="LiveId" clId="{2F9D2A53-959D-4D7B-BE7F-2C0621DEA90D}" dt="2025-06-04T16:36:05.309" v="2230" actId="20577"/>
        <pc:sldMkLst>
          <pc:docMk/>
          <pc:sldMk cId="620073716" sldId="421"/>
        </pc:sldMkLst>
        <pc:spChg chg="add mod">
          <ac:chgData name="Pontus Wittenmark" userId="f735600e1fbeff6c" providerId="LiveId" clId="{2F9D2A53-959D-4D7B-BE7F-2C0621DEA90D}" dt="2025-06-04T16:36:05.309" v="2230" actId="20577"/>
          <ac:spMkLst>
            <pc:docMk/>
            <pc:sldMk cId="620073716" sldId="421"/>
            <ac:spMk id="7" creationId="{CDD8492A-753F-7BBC-F508-7E0E30B92AB5}"/>
          </ac:spMkLst>
        </pc:spChg>
      </pc:sldChg>
      <pc:sldChg chg="modSp mod ord">
        <pc:chgData name="Pontus Wittenmark" userId="f735600e1fbeff6c" providerId="LiveId" clId="{2F9D2A53-959D-4D7B-BE7F-2C0621DEA90D}" dt="2025-06-04T16:23:18.185" v="2065" actId="20577"/>
        <pc:sldMkLst>
          <pc:docMk/>
          <pc:sldMk cId="1882269939" sldId="422"/>
        </pc:sldMkLst>
        <pc:spChg chg="mod">
          <ac:chgData name="Pontus Wittenmark" userId="f735600e1fbeff6c" providerId="LiveId" clId="{2F9D2A53-959D-4D7B-BE7F-2C0621DEA90D}" dt="2025-06-04T16:23:18.185" v="2065" actId="20577"/>
          <ac:spMkLst>
            <pc:docMk/>
            <pc:sldMk cId="1882269939" sldId="422"/>
            <ac:spMk id="3" creationId="{125155B8-1E4E-FC61-4365-92284C06CA0F}"/>
          </ac:spMkLst>
        </pc:spChg>
      </pc:sldChg>
      <pc:sldChg chg="addSp delSp modSp mod">
        <pc:chgData name="Pontus Wittenmark" userId="f735600e1fbeff6c" providerId="LiveId" clId="{2F9D2A53-959D-4D7B-BE7F-2C0621DEA90D}" dt="2025-06-04T17:12:38.722" v="2701" actId="1076"/>
        <pc:sldMkLst>
          <pc:docMk/>
          <pc:sldMk cId="3209209091" sldId="423"/>
        </pc:sldMkLst>
        <pc:spChg chg="mod">
          <ac:chgData name="Pontus Wittenmark" userId="f735600e1fbeff6c" providerId="LiveId" clId="{2F9D2A53-959D-4D7B-BE7F-2C0621DEA90D}" dt="2025-06-04T17:12:10.079" v="2700" actId="20577"/>
          <ac:spMkLst>
            <pc:docMk/>
            <pc:sldMk cId="3209209091" sldId="423"/>
            <ac:spMk id="3" creationId="{2628C4D0-9F40-F3A6-EEAD-7074F98779E7}"/>
          </ac:spMkLst>
        </pc:spChg>
        <pc:spChg chg="add mod">
          <ac:chgData name="Pontus Wittenmark" userId="f735600e1fbeff6c" providerId="LiveId" clId="{2F9D2A53-959D-4D7B-BE7F-2C0621DEA90D}" dt="2025-06-04T17:12:38.722" v="2701" actId="1076"/>
          <ac:spMkLst>
            <pc:docMk/>
            <pc:sldMk cId="3209209091" sldId="423"/>
            <ac:spMk id="9" creationId="{4436327C-3820-3039-9556-CB5E0F6B8905}"/>
          </ac:spMkLst>
        </pc:spChg>
        <pc:spChg chg="add mod">
          <ac:chgData name="Pontus Wittenmark" userId="f735600e1fbeff6c" providerId="LiveId" clId="{2F9D2A53-959D-4D7B-BE7F-2C0621DEA90D}" dt="2025-06-04T17:11:49.620" v="2696" actId="1076"/>
          <ac:spMkLst>
            <pc:docMk/>
            <pc:sldMk cId="3209209091" sldId="423"/>
            <ac:spMk id="10" creationId="{96DFED5C-5048-91E7-1D4D-48C7EF52AB5E}"/>
          </ac:spMkLst>
        </pc:spChg>
      </pc:sldChg>
      <pc:sldChg chg="modSp del mod">
        <pc:chgData name="Pontus Wittenmark" userId="f735600e1fbeff6c" providerId="LiveId" clId="{2F9D2A53-959D-4D7B-BE7F-2C0621DEA90D}" dt="2025-06-04T17:11:54.538" v="2697" actId="47"/>
        <pc:sldMkLst>
          <pc:docMk/>
          <pc:sldMk cId="2266007266" sldId="424"/>
        </pc:sldMkLst>
      </pc:sldChg>
      <pc:sldChg chg="addSp delSp modSp add mod ord">
        <pc:chgData name="Pontus Wittenmark" userId="f735600e1fbeff6c" providerId="LiveId" clId="{2F9D2A53-959D-4D7B-BE7F-2C0621DEA90D}" dt="2025-06-04T16:31:30.728" v="2129" actId="207"/>
        <pc:sldMkLst>
          <pc:docMk/>
          <pc:sldMk cId="4049392917" sldId="425"/>
        </pc:sldMkLst>
        <pc:spChg chg="add mod">
          <ac:chgData name="Pontus Wittenmark" userId="f735600e1fbeff6c" providerId="LiveId" clId="{2F9D2A53-959D-4D7B-BE7F-2C0621DEA90D}" dt="2025-06-04T16:31:30.728" v="2129" actId="207"/>
          <ac:spMkLst>
            <pc:docMk/>
            <pc:sldMk cId="4049392917" sldId="425"/>
            <ac:spMk id="4" creationId="{D13AE07F-FD1A-4948-84A8-32F95988EA16}"/>
          </ac:spMkLst>
        </pc:spChg>
      </pc:sldChg>
      <pc:sldChg chg="addSp delSp modSp add mod ord">
        <pc:chgData name="Pontus Wittenmark" userId="f735600e1fbeff6c" providerId="LiveId" clId="{2F9D2A53-959D-4D7B-BE7F-2C0621DEA90D}" dt="2025-06-04T16:14:51.344" v="1942" actId="20577"/>
        <pc:sldMkLst>
          <pc:docMk/>
          <pc:sldMk cId="2275500370" sldId="426"/>
        </pc:sldMkLst>
        <pc:spChg chg="mod">
          <ac:chgData name="Pontus Wittenmark" userId="f735600e1fbeff6c" providerId="LiveId" clId="{2F9D2A53-959D-4D7B-BE7F-2C0621DEA90D}" dt="2025-06-04T16:14:51.344" v="1942" actId="20577"/>
          <ac:spMkLst>
            <pc:docMk/>
            <pc:sldMk cId="2275500370" sldId="426"/>
            <ac:spMk id="3" creationId="{D22BB6BC-6D59-145D-8005-F43A994D1E35}"/>
          </ac:spMkLst>
        </pc:spChg>
        <pc:spChg chg="add mod">
          <ac:chgData name="Pontus Wittenmark" userId="f735600e1fbeff6c" providerId="LiveId" clId="{2F9D2A53-959D-4D7B-BE7F-2C0621DEA90D}" dt="2025-06-03T15:03:06.388" v="1687" actId="20577"/>
          <ac:spMkLst>
            <pc:docMk/>
            <pc:sldMk cId="2275500370" sldId="426"/>
            <ac:spMk id="6" creationId="{9A9D39DF-4609-B710-9037-374A21279996}"/>
          </ac:spMkLst>
        </pc:spChg>
      </pc:sldChg>
      <pc:sldChg chg="modSp add mod">
        <pc:chgData name="Pontus Wittenmark" userId="f735600e1fbeff6c" providerId="LiveId" clId="{2F9D2A53-959D-4D7B-BE7F-2C0621DEA90D}" dt="2025-06-04T16:39:09.368" v="2239" actId="1076"/>
        <pc:sldMkLst>
          <pc:docMk/>
          <pc:sldMk cId="1732378802" sldId="427"/>
        </pc:sldMkLst>
        <pc:spChg chg="mod">
          <ac:chgData name="Pontus Wittenmark" userId="f735600e1fbeff6c" providerId="LiveId" clId="{2F9D2A53-959D-4D7B-BE7F-2C0621DEA90D}" dt="2025-06-04T16:39:09.368" v="2239" actId="1076"/>
          <ac:spMkLst>
            <pc:docMk/>
            <pc:sldMk cId="1732378802" sldId="427"/>
            <ac:spMk id="5" creationId="{ABF120AF-BFAC-A8E7-F535-DD6F4AC55B6A}"/>
          </ac:spMkLst>
        </pc:spChg>
      </pc:sldChg>
    </pc:docChg>
  </pc:docChgLst>
  <pc:docChgLst>
    <pc:chgData name="Pontus Wittenmark" userId="f735600e1fbeff6c" providerId="LiveId" clId="{4D776067-4DA3-40E7-B580-3B849D59DE4F}"/>
    <pc:docChg chg="undo custSel delSld modSld">
      <pc:chgData name="Pontus Wittenmark" userId="f735600e1fbeff6c" providerId="LiveId" clId="{4D776067-4DA3-40E7-B580-3B849D59DE4F}" dt="2021-04-06T10:00:19.734" v="379" actId="12"/>
      <pc:docMkLst>
        <pc:docMk/>
      </pc:docMkLst>
      <pc:sldChg chg="modSp">
        <pc:chgData name="Pontus Wittenmark" userId="f735600e1fbeff6c" providerId="LiveId" clId="{4D776067-4DA3-40E7-B580-3B849D59DE4F}" dt="2021-03-31T08:17:32.667" v="9" actId="6549"/>
        <pc:sldMkLst>
          <pc:docMk/>
          <pc:sldMk cId="1538964893" sldId="294"/>
        </pc:sldMkLst>
      </pc:sldChg>
      <pc:sldChg chg="modSp">
        <pc:chgData name="Pontus Wittenmark" userId="f735600e1fbeff6c" providerId="LiveId" clId="{4D776067-4DA3-40E7-B580-3B849D59DE4F}" dt="2021-04-06T09:45:14.274" v="368" actId="114"/>
        <pc:sldMkLst>
          <pc:docMk/>
          <pc:sldMk cId="458914881" sldId="353"/>
        </pc:sldMkLst>
      </pc:sldChg>
      <pc:sldChg chg="modSp">
        <pc:chgData name="Pontus Wittenmark" userId="f735600e1fbeff6c" providerId="LiveId" clId="{4D776067-4DA3-40E7-B580-3B849D59DE4F}" dt="2021-04-06T10:00:19.734" v="379" actId="12"/>
        <pc:sldMkLst>
          <pc:docMk/>
          <pc:sldMk cId="2532957008" sldId="357"/>
        </pc:sldMkLst>
      </pc:sldChg>
      <pc:sldChg chg="modSp">
        <pc:chgData name="Pontus Wittenmark" userId="f735600e1fbeff6c" providerId="LiveId" clId="{4D776067-4DA3-40E7-B580-3B849D59DE4F}" dt="2021-04-06T09:39:40.767" v="14" actId="22"/>
        <pc:sldMkLst>
          <pc:docMk/>
          <pc:sldMk cId="2890982431" sldId="368"/>
        </pc:sldMkLst>
      </pc:sldChg>
      <pc:sldChg chg="modSp">
        <pc:chgData name="Pontus Wittenmark" userId="f735600e1fbeff6c" providerId="LiveId" clId="{4D776067-4DA3-40E7-B580-3B849D59DE4F}" dt="2021-04-06T09:40:22.386" v="18" actId="22"/>
        <pc:sldMkLst>
          <pc:docMk/>
          <pc:sldMk cId="3468219419" sldId="383"/>
        </pc:sldMkLst>
      </pc:sldChg>
      <pc:sldChg chg="modSp">
        <pc:chgData name="Pontus Wittenmark" userId="f735600e1fbeff6c" providerId="LiveId" clId="{4D776067-4DA3-40E7-B580-3B849D59DE4F}" dt="2021-04-06T09:40:27.137" v="19" actId="22"/>
        <pc:sldMkLst>
          <pc:docMk/>
          <pc:sldMk cId="3987862222" sldId="384"/>
        </pc:sldMkLst>
      </pc:sldChg>
      <pc:sldChg chg="modSp">
        <pc:chgData name="Pontus Wittenmark" userId="f735600e1fbeff6c" providerId="LiveId" clId="{4D776067-4DA3-40E7-B580-3B849D59DE4F}" dt="2021-04-06T09:40:37.033" v="20" actId="22"/>
        <pc:sldMkLst>
          <pc:docMk/>
          <pc:sldMk cId="1495394903" sldId="387"/>
        </pc:sldMkLst>
      </pc:sldChg>
      <pc:sldChg chg="modSp del">
        <pc:chgData name="Pontus Wittenmark" userId="f735600e1fbeff6c" providerId="LiveId" clId="{4D776067-4DA3-40E7-B580-3B849D59DE4F}" dt="2021-04-06T09:58:25.431" v="369" actId="2696"/>
        <pc:sldMkLst>
          <pc:docMk/>
          <pc:sldMk cId="1298324018" sldId="394"/>
        </pc:sldMkLst>
      </pc:sldChg>
    </pc:docChg>
  </pc:docChgLst>
  <pc:docChgLst>
    <pc:chgData name="Pontus Wittenmark" userId="f735600e1fbeff6c" providerId="LiveId" clId="{D1EE52F2-71A1-4B16-B5EA-DFE370C11BFE}"/>
    <pc:docChg chg="undo custSel modSld">
      <pc:chgData name="Pontus Wittenmark" userId="f735600e1fbeff6c" providerId="LiveId" clId="{D1EE52F2-71A1-4B16-B5EA-DFE370C11BFE}" dt="2022-01-27T13:48:26.983" v="597"/>
      <pc:docMkLst>
        <pc:docMk/>
      </pc:docMkLst>
      <pc:sldChg chg="modSp mod">
        <pc:chgData name="Pontus Wittenmark" userId="f735600e1fbeff6c" providerId="LiveId" clId="{D1EE52F2-71A1-4B16-B5EA-DFE370C11BFE}" dt="2022-01-27T13:21:31" v="542" actId="20577"/>
        <pc:sldMkLst>
          <pc:docMk/>
          <pc:sldMk cId="263935937" sldId="349"/>
        </pc:sldMkLst>
      </pc:sldChg>
      <pc:sldChg chg="modSp mod">
        <pc:chgData name="Pontus Wittenmark" userId="f735600e1fbeff6c" providerId="LiveId" clId="{D1EE52F2-71A1-4B16-B5EA-DFE370C11BFE}" dt="2022-01-26T16:18:21.873" v="529" actId="6549"/>
        <pc:sldMkLst>
          <pc:docMk/>
          <pc:sldMk cId="2380901486" sldId="372"/>
        </pc:sldMkLst>
      </pc:sldChg>
      <pc:sldChg chg="modSp mod">
        <pc:chgData name="Pontus Wittenmark" userId="f735600e1fbeff6c" providerId="LiveId" clId="{D1EE52F2-71A1-4B16-B5EA-DFE370C11BFE}" dt="2022-01-27T13:48:26.983" v="597"/>
        <pc:sldMkLst>
          <pc:docMk/>
          <pc:sldMk cId="3987862222" sldId="384"/>
        </pc:sldMkLst>
      </pc:sldChg>
    </pc:docChg>
  </pc:docChgLst>
  <pc:docChgLst>
    <pc:chgData name="Pontus Wittenmark" userId="f735600e1fbeff6c" providerId="LiveId" clId="{3878DD81-16FA-420B-AF62-091CC71250C6}"/>
    <pc:docChg chg="undo custSel modSld">
      <pc:chgData name="Pontus Wittenmark" userId="f735600e1fbeff6c" providerId="LiveId" clId="{3878DD81-16FA-420B-AF62-091CC71250C6}" dt="2023-01-02T15:54:07.958" v="610" actId="20577"/>
      <pc:docMkLst>
        <pc:docMk/>
      </pc:docMkLst>
      <pc:sldChg chg="modSp mod">
        <pc:chgData name="Pontus Wittenmark" userId="f735600e1fbeff6c" providerId="LiveId" clId="{3878DD81-16FA-420B-AF62-091CC71250C6}" dt="2023-01-02T09:02:54.640" v="1" actId="6549"/>
        <pc:sldMkLst>
          <pc:docMk/>
          <pc:sldMk cId="1538964893" sldId="294"/>
        </pc:sldMkLst>
      </pc:sldChg>
      <pc:sldChg chg="modSp mod">
        <pc:chgData name="Pontus Wittenmark" userId="f735600e1fbeff6c" providerId="LiveId" clId="{3878DD81-16FA-420B-AF62-091CC71250C6}" dt="2023-01-02T13:17:40.611" v="178" actId="6549"/>
        <pc:sldMkLst>
          <pc:docMk/>
          <pc:sldMk cId="1168120925" sldId="304"/>
        </pc:sldMkLst>
      </pc:sldChg>
      <pc:sldChg chg="modSp mod">
        <pc:chgData name="Pontus Wittenmark" userId="f735600e1fbeff6c" providerId="LiveId" clId="{3878DD81-16FA-420B-AF62-091CC71250C6}" dt="2023-01-02T15:54:07.958" v="610" actId="20577"/>
        <pc:sldMkLst>
          <pc:docMk/>
          <pc:sldMk cId="263935937" sldId="349"/>
        </pc:sldMkLst>
      </pc:sldChg>
      <pc:sldChg chg="modSp mod">
        <pc:chgData name="Pontus Wittenmark" userId="f735600e1fbeff6c" providerId="LiveId" clId="{3878DD81-16FA-420B-AF62-091CC71250C6}" dt="2023-01-02T13:58:49.806" v="484" actId="14100"/>
        <pc:sldMkLst>
          <pc:docMk/>
          <pc:sldMk cId="458914881" sldId="353"/>
        </pc:sldMkLst>
      </pc:sldChg>
      <pc:sldChg chg="modSp mod">
        <pc:chgData name="Pontus Wittenmark" userId="f735600e1fbeff6c" providerId="LiveId" clId="{3878DD81-16FA-420B-AF62-091CC71250C6}" dt="2023-01-02T08:51:13.634" v="0" actId="948"/>
        <pc:sldMkLst>
          <pc:docMk/>
          <pc:sldMk cId="3901861638" sldId="358"/>
        </pc:sldMkLst>
      </pc:sldChg>
      <pc:sldChg chg="modSp mod">
        <pc:chgData name="Pontus Wittenmark" userId="f735600e1fbeff6c" providerId="LiveId" clId="{3878DD81-16FA-420B-AF62-091CC71250C6}" dt="2023-01-02T14:55:17.084" v="607" actId="20577"/>
        <pc:sldMkLst>
          <pc:docMk/>
          <pc:sldMk cId="2380901486" sldId="372"/>
        </pc:sldMkLst>
      </pc:sldChg>
    </pc:docChg>
  </pc:docChgLst>
  <pc:docChgLst>
    <pc:chgData name="Pontus Wittenmark" userId="f735600e1fbeff6c" providerId="LiveId" clId="{C10B5A4E-ABE7-4BE8-A9F1-1583668DFC50}"/>
    <pc:docChg chg="undo custSel addSld modSld sldOrd">
      <pc:chgData name="Pontus Wittenmark" userId="f735600e1fbeff6c" providerId="LiveId" clId="{C10B5A4E-ABE7-4BE8-A9F1-1583668DFC50}" dt="2024-12-11T09:52:35.943" v="578" actId="20577"/>
      <pc:docMkLst>
        <pc:docMk/>
      </pc:docMkLst>
      <pc:sldChg chg="modSp mod">
        <pc:chgData name="Pontus Wittenmark" userId="f735600e1fbeff6c" providerId="LiveId" clId="{C10B5A4E-ABE7-4BE8-A9F1-1583668DFC50}" dt="2024-12-10T11:59:39.878" v="224" actId="1076"/>
        <pc:sldMkLst>
          <pc:docMk/>
          <pc:sldMk cId="2711315616" sldId="342"/>
        </pc:sldMkLst>
      </pc:sldChg>
      <pc:sldChg chg="modSp mod">
        <pc:chgData name="Pontus Wittenmark" userId="f735600e1fbeff6c" providerId="LiveId" clId="{C10B5A4E-ABE7-4BE8-A9F1-1583668DFC50}" dt="2024-12-11T09:37:34.813" v="414" actId="20577"/>
        <pc:sldMkLst>
          <pc:docMk/>
          <pc:sldMk cId="458914881" sldId="353"/>
        </pc:sldMkLst>
      </pc:sldChg>
      <pc:sldChg chg="modSp mod">
        <pc:chgData name="Pontus Wittenmark" userId="f735600e1fbeff6c" providerId="LiveId" clId="{C10B5A4E-ABE7-4BE8-A9F1-1583668DFC50}" dt="2024-12-10T08:47:08.769" v="2" actId="6549"/>
        <pc:sldMkLst>
          <pc:docMk/>
          <pc:sldMk cId="408650720" sldId="356"/>
        </pc:sldMkLst>
      </pc:sldChg>
      <pc:sldChg chg="modSp mod">
        <pc:chgData name="Pontus Wittenmark" userId="f735600e1fbeff6c" providerId="LiveId" clId="{C10B5A4E-ABE7-4BE8-A9F1-1583668DFC50}" dt="2024-12-11T09:52:35.943" v="578" actId="20577"/>
        <pc:sldMkLst>
          <pc:docMk/>
          <pc:sldMk cId="2532957008" sldId="357"/>
        </pc:sldMkLst>
      </pc:sldChg>
      <pc:sldChg chg="modSp mod">
        <pc:chgData name="Pontus Wittenmark" userId="f735600e1fbeff6c" providerId="LiveId" clId="{C10B5A4E-ABE7-4BE8-A9F1-1583668DFC50}" dt="2024-12-10T11:59:33.638" v="223" actId="1076"/>
        <pc:sldMkLst>
          <pc:docMk/>
          <pc:sldMk cId="2969019531" sldId="375"/>
        </pc:sldMkLst>
      </pc:sldChg>
      <pc:sldChg chg="modSp mod">
        <pc:chgData name="Pontus Wittenmark" userId="f735600e1fbeff6c" providerId="LiveId" clId="{C10B5A4E-ABE7-4BE8-A9F1-1583668DFC50}" dt="2024-12-10T11:59:19.064" v="220" actId="404"/>
        <pc:sldMkLst>
          <pc:docMk/>
          <pc:sldMk cId="3987862222" sldId="384"/>
        </pc:sldMkLst>
      </pc:sldChg>
      <pc:sldChg chg="modSp mod">
        <pc:chgData name="Pontus Wittenmark" userId="f735600e1fbeff6c" providerId="LiveId" clId="{C10B5A4E-ABE7-4BE8-A9F1-1583668DFC50}" dt="2024-12-10T11:59:12.911" v="219" actId="404"/>
        <pc:sldMkLst>
          <pc:docMk/>
          <pc:sldMk cId="2766621064" sldId="386"/>
        </pc:sldMkLst>
      </pc:sldChg>
      <pc:sldChg chg="modSp mod">
        <pc:chgData name="Pontus Wittenmark" userId="f735600e1fbeff6c" providerId="LiveId" clId="{C10B5A4E-ABE7-4BE8-A9F1-1583668DFC50}" dt="2024-12-10T11:59:08.191" v="218" actId="404"/>
        <pc:sldMkLst>
          <pc:docMk/>
          <pc:sldMk cId="1495394903" sldId="387"/>
        </pc:sldMkLst>
      </pc:sldChg>
      <pc:sldChg chg="modSp mod">
        <pc:chgData name="Pontus Wittenmark" userId="f735600e1fbeff6c" providerId="LiveId" clId="{C10B5A4E-ABE7-4BE8-A9F1-1583668DFC50}" dt="2024-12-10T11:59:03.496" v="217" actId="404"/>
        <pc:sldMkLst>
          <pc:docMk/>
          <pc:sldMk cId="3547523239" sldId="389"/>
        </pc:sldMkLst>
      </pc:sldChg>
      <pc:sldChg chg="delSp modSp mod ord">
        <pc:chgData name="Pontus Wittenmark" userId="f735600e1fbeff6c" providerId="LiveId" clId="{C10B5A4E-ABE7-4BE8-A9F1-1583668DFC50}" dt="2024-12-10T10:09:35.524" v="190"/>
        <pc:sldMkLst>
          <pc:docMk/>
          <pc:sldMk cId="2975776250" sldId="397"/>
        </pc:sldMkLst>
      </pc:sldChg>
      <pc:sldChg chg="addSp modSp mod">
        <pc:chgData name="Pontus Wittenmark" userId="f735600e1fbeff6c" providerId="LiveId" clId="{C10B5A4E-ABE7-4BE8-A9F1-1583668DFC50}" dt="2024-12-10T12:00:59.180" v="247" actId="14100"/>
        <pc:sldMkLst>
          <pc:docMk/>
          <pc:sldMk cId="732634518" sldId="403"/>
        </pc:sldMkLst>
      </pc:sldChg>
      <pc:sldChg chg="modSp mod">
        <pc:chgData name="Pontus Wittenmark" userId="f735600e1fbeff6c" providerId="LiveId" clId="{C10B5A4E-ABE7-4BE8-A9F1-1583668DFC50}" dt="2024-12-10T12:00:14.911" v="239" actId="20577"/>
        <pc:sldMkLst>
          <pc:docMk/>
          <pc:sldMk cId="1654011926" sldId="415"/>
        </pc:sldMkLst>
      </pc:sldChg>
      <pc:sldChg chg="modSp add mod">
        <pc:chgData name="Pontus Wittenmark" userId="f735600e1fbeff6c" providerId="LiveId" clId="{C10B5A4E-ABE7-4BE8-A9F1-1583668DFC50}" dt="2024-12-10T11:59:48.989" v="226" actId="1076"/>
        <pc:sldMkLst>
          <pc:docMk/>
          <pc:sldMk cId="3509961213" sldId="417"/>
        </pc:sldMkLst>
      </pc:sldChg>
    </pc:docChg>
  </pc:docChgLst>
  <pc:docChgLst>
    <pc:chgData name="Pontus Wittenmark" userId="f735600e1fbeff6c" providerId="LiveId" clId="{22EAA759-7E96-41B1-B273-19B8CF860666}"/>
    <pc:docChg chg="undo custSel addSld delSld modSld sldOrd">
      <pc:chgData name="Pontus Wittenmark" userId="f735600e1fbeff6c" providerId="LiveId" clId="{22EAA759-7E96-41B1-B273-19B8CF860666}" dt="2023-02-14T20:19:38.281" v="1867" actId="20577"/>
      <pc:docMkLst>
        <pc:docMk/>
      </pc:docMkLst>
      <pc:sldChg chg="modSp mod">
        <pc:chgData name="Pontus Wittenmark" userId="f735600e1fbeff6c" providerId="LiveId" clId="{22EAA759-7E96-41B1-B273-19B8CF860666}" dt="2023-02-14T20:19:38.281" v="1867" actId="20577"/>
        <pc:sldMkLst>
          <pc:docMk/>
          <pc:sldMk cId="1168120925" sldId="304"/>
        </pc:sldMkLst>
      </pc:sldChg>
      <pc:sldChg chg="addSp modSp mod">
        <pc:chgData name="Pontus Wittenmark" userId="f735600e1fbeff6c" providerId="LiveId" clId="{22EAA759-7E96-41B1-B273-19B8CF860666}" dt="2023-02-14T19:54:37.148" v="1503" actId="114"/>
        <pc:sldMkLst>
          <pc:docMk/>
          <pc:sldMk cId="3901861638" sldId="358"/>
        </pc:sldMkLst>
      </pc:sldChg>
      <pc:sldChg chg="del">
        <pc:chgData name="Pontus Wittenmark" userId="f735600e1fbeff6c" providerId="LiveId" clId="{22EAA759-7E96-41B1-B273-19B8CF860666}" dt="2023-02-14T19:45:53.640" v="1245" actId="47"/>
        <pc:sldMkLst>
          <pc:docMk/>
          <pc:sldMk cId="2380901486" sldId="372"/>
        </pc:sldMkLst>
      </pc:sldChg>
      <pc:sldChg chg="modSp mod">
        <pc:chgData name="Pontus Wittenmark" userId="f735600e1fbeff6c" providerId="LiveId" clId="{22EAA759-7E96-41B1-B273-19B8CF860666}" dt="2023-02-14T20:03:30.210" v="1637" actId="20577"/>
        <pc:sldMkLst>
          <pc:docMk/>
          <pc:sldMk cId="2766621064" sldId="386"/>
        </pc:sldMkLst>
      </pc:sldChg>
      <pc:sldChg chg="modSp mod">
        <pc:chgData name="Pontus Wittenmark" userId="f735600e1fbeff6c" providerId="LiveId" clId="{22EAA759-7E96-41B1-B273-19B8CF860666}" dt="2023-02-14T13:00:46.818" v="390" actId="20577"/>
        <pc:sldMkLst>
          <pc:docMk/>
          <pc:sldMk cId="3876589622" sldId="399"/>
        </pc:sldMkLst>
      </pc:sldChg>
      <pc:sldChg chg="del">
        <pc:chgData name="Pontus Wittenmark" userId="f735600e1fbeff6c" providerId="LiveId" clId="{22EAA759-7E96-41B1-B273-19B8CF860666}" dt="2023-02-14T13:14:00.166" v="663" actId="47"/>
        <pc:sldMkLst>
          <pc:docMk/>
          <pc:sldMk cId="2584105884" sldId="401"/>
        </pc:sldMkLst>
      </pc:sldChg>
      <pc:sldChg chg="modSp add mod">
        <pc:chgData name="Pontus Wittenmark" userId="f735600e1fbeff6c" providerId="LiveId" clId="{22EAA759-7E96-41B1-B273-19B8CF860666}" dt="2023-02-14T19:32:27.204" v="728"/>
        <pc:sldMkLst>
          <pc:docMk/>
          <pc:sldMk cId="4068843849" sldId="402"/>
        </pc:sldMkLst>
      </pc:sldChg>
      <pc:sldChg chg="modSp add mod">
        <pc:chgData name="Pontus Wittenmark" userId="f735600e1fbeff6c" providerId="LiveId" clId="{22EAA759-7E96-41B1-B273-19B8CF860666}" dt="2023-02-14T13:01:01.939" v="395" actId="20577"/>
        <pc:sldMkLst>
          <pc:docMk/>
          <pc:sldMk cId="732634518" sldId="403"/>
        </pc:sldMkLst>
      </pc:sldChg>
      <pc:sldChg chg="modSp add del mod ord">
        <pc:chgData name="Pontus Wittenmark" userId="f735600e1fbeff6c" providerId="LiveId" clId="{22EAA759-7E96-41B1-B273-19B8CF860666}" dt="2023-02-14T13:15:28.724" v="686" actId="47"/>
        <pc:sldMkLst>
          <pc:docMk/>
          <pc:sldMk cId="3025174841" sldId="404"/>
        </pc:sldMkLst>
      </pc:sldChg>
      <pc:sldChg chg="delSp modSp add mod">
        <pc:chgData name="Pontus Wittenmark" userId="f735600e1fbeff6c" providerId="LiveId" clId="{22EAA759-7E96-41B1-B273-19B8CF860666}" dt="2023-02-14T19:37:56.756" v="964" actId="20577"/>
        <pc:sldMkLst>
          <pc:docMk/>
          <pc:sldMk cId="1654011926" sldId="415"/>
        </pc:sldMkLst>
      </pc:sldChg>
      <pc:sldChg chg="modSp add mod">
        <pc:chgData name="Pontus Wittenmark" userId="f735600e1fbeff6c" providerId="LiveId" clId="{22EAA759-7E96-41B1-B273-19B8CF860666}" dt="2023-02-14T19:54:53.957" v="1504"/>
        <pc:sldMkLst>
          <pc:docMk/>
          <pc:sldMk cId="4172744297" sldId="4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3F3CD-F4DD-494E-A154-1D2DBB296ED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92F1B-E226-4F00-ADF7-74908E2E7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71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25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7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617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473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506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885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027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6284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4755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337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596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678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456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76371-546F-4628-B540-04A7090152AF}" type="datetimeFigureOut">
              <a:rPr lang="sv-SE" smtClean="0"/>
              <a:t>2025-06-12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141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24000" y="1564816"/>
            <a:ext cx="9144000" cy="15513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/>
              <a:t>ASP.NET MVC</a:t>
            </a:r>
            <a:br>
              <a:rPr lang="en-US" sz="3600"/>
            </a:br>
            <a:r>
              <a:rPr lang="en-US" sz="3600"/>
              <a:t>Identity</a:t>
            </a:r>
            <a:endParaRPr lang="en-US" sz="4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4D220-B1EC-B3A3-7B0A-120C046542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45" y="5068424"/>
            <a:ext cx="2145571" cy="1636863"/>
          </a:xfrm>
          <a:prstGeom prst="rect">
            <a:avLst/>
          </a:prstGeo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68189B7-B8EE-B340-DB6E-2F908EB1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0999" y="6222862"/>
            <a:ext cx="579451" cy="365125"/>
          </a:xfrm>
        </p:spPr>
        <p:txBody>
          <a:bodyPr/>
          <a:lstStyle/>
          <a:p>
            <a:fld id="{AB387B78-6C8D-4FF2-ADB1-68EE4449D616}" type="datetimeyyyy">
              <a:rPr lang="sv-SE" smtClean="0"/>
              <a:t>2025</a:t>
            </a:fld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588E9-026D-E78A-FB9D-31AA6B341073}"/>
              </a:ext>
            </a:extLst>
          </p:cNvPr>
          <p:cNvSpPr txBox="1"/>
          <p:nvPr/>
        </p:nvSpPr>
        <p:spPr>
          <a:xfrm>
            <a:off x="268374" y="6266926"/>
            <a:ext cx="1565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sv-SE" sz="1200" err="1">
                <a:solidFill>
                  <a:schemeClr val="tx1">
                    <a:tint val="75000"/>
                  </a:schemeClr>
                </a:solidFill>
              </a:rPr>
              <a:t>Warm</a:t>
            </a:r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 Kitten 2016 -</a:t>
            </a:r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F7C201-8A82-2B0D-5D56-B5D89468DE1D}"/>
              </a:ext>
            </a:extLst>
          </p:cNvPr>
          <p:cNvGrpSpPr/>
          <p:nvPr/>
        </p:nvGrpSpPr>
        <p:grpSpPr>
          <a:xfrm>
            <a:off x="322164" y="6036051"/>
            <a:ext cx="1835199" cy="230875"/>
            <a:chOff x="-6754745" y="5669464"/>
            <a:chExt cx="2171677" cy="2732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418BAD-154A-F15A-385C-BD688F8A883F}"/>
                </a:ext>
              </a:extLst>
            </p:cNvPr>
            <p:cNvSpPr txBox="1"/>
            <p:nvPr/>
          </p:nvSpPr>
          <p:spPr>
            <a:xfrm>
              <a:off x="-6425660" y="5687724"/>
              <a:ext cx="1842592" cy="254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>
                  <a:solidFill>
                    <a:srgbClr val="37A1B7"/>
                  </a:solidFill>
                  <a:cs typeface="Segoe UI Light" panose="020B0502040204020203" pitchFamily="34" charset="0"/>
                </a:rPr>
                <a:t>@WarmKittenGames</a:t>
              </a:r>
              <a:endParaRPr lang="en-US" sz="1600">
                <a:solidFill>
                  <a:srgbClr val="37A1B7"/>
                </a:solidFill>
                <a:cs typeface="Segoe UI Light" panose="020B050204020402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9118B1A-A775-D06B-9E46-2FE934888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6754745" y="5669464"/>
              <a:ext cx="329085" cy="255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81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Innehåll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6740"/>
            <a:ext cx="7886700" cy="4636135"/>
          </a:xfrm>
        </p:spPr>
        <p:txBody>
          <a:bodyPr>
            <a:normAutofit/>
          </a:bodyPr>
          <a:lstStyle/>
          <a:p>
            <a:r>
              <a:rPr lang="en-US"/>
              <a:t>Vad </a:t>
            </a:r>
            <a:r>
              <a:rPr lang="en-US" err="1"/>
              <a:t>är</a:t>
            </a:r>
            <a:r>
              <a:rPr lang="en-US"/>
              <a:t> Identity?</a:t>
            </a:r>
          </a:p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konfigurera</a:t>
            </a:r>
            <a:r>
              <a:rPr lang="en-US"/>
              <a:t> Identity</a:t>
            </a:r>
          </a:p>
          <a:p>
            <a:r>
              <a:rPr lang="en-US"/>
              <a:t>Identity </a:t>
            </a:r>
            <a:r>
              <a:rPr lang="en-US" err="1"/>
              <a:t>och</a:t>
            </a:r>
            <a:r>
              <a:rPr lang="en-US"/>
              <a:t> Clean Architecture</a:t>
            </a:r>
          </a:p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använda</a:t>
            </a:r>
            <a:r>
              <a:rPr lang="en-US"/>
              <a:t> Identity</a:t>
            </a:r>
            <a:endParaRPr lang="en-US" i="1"/>
          </a:p>
          <a:p>
            <a:r>
              <a:rPr lang="en-US" i="1"/>
              <a:t>User</a:t>
            </a:r>
            <a:r>
              <a:rPr lang="en-US"/>
              <a:t>-</a:t>
            </a:r>
            <a:r>
              <a:rPr lang="en-US" err="1"/>
              <a:t>propertyn</a:t>
            </a:r>
            <a:endParaRPr lang="en-US"/>
          </a:p>
          <a:p>
            <a:r>
              <a:rPr lang="en-US"/>
              <a:t>Authorize-</a:t>
            </a:r>
            <a:r>
              <a:rPr lang="en-US" err="1"/>
              <a:t>filtret</a:t>
            </a:r>
            <a:endParaRPr lang="en-US"/>
          </a:p>
          <a:p>
            <a:r>
              <a:rPr lang="en-US" err="1"/>
              <a:t>AllowAnonymous-filtret</a:t>
            </a:r>
            <a:endParaRPr lang="en-US"/>
          </a:p>
          <a:p>
            <a:r>
              <a:rPr lang="en-US"/>
              <a:t>Claims</a:t>
            </a:r>
          </a:p>
          <a:p>
            <a:r>
              <a:rPr lang="en-US"/>
              <a:t>Seedningslogik</a:t>
            </a:r>
          </a:p>
        </p:txBody>
      </p:sp>
    </p:spTree>
    <p:extLst>
      <p:ext uri="{BB962C8B-B14F-4D97-AF65-F5344CB8AC3E}">
        <p14:creationId xmlns:p14="http://schemas.microsoft.com/office/powerpoint/2010/main" val="153896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Vad är Identity?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en-US" err="1"/>
              <a:t>Ett</a:t>
            </a:r>
            <a:r>
              <a:rPr lang="en-US"/>
              <a:t> </a:t>
            </a:r>
            <a:r>
              <a:rPr lang="en-US" err="1"/>
              <a:t>ramverk</a:t>
            </a:r>
            <a:r>
              <a:rPr lang="en-US"/>
              <a:t> </a:t>
            </a:r>
            <a:r>
              <a:rPr lang="en-US" err="1"/>
              <a:t>från</a:t>
            </a:r>
            <a:r>
              <a:rPr lang="en-US"/>
              <a:t> Microsoft 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hantera</a:t>
            </a:r>
            <a:r>
              <a:rPr lang="en-US"/>
              <a:t> av </a:t>
            </a:r>
            <a:r>
              <a:rPr lang="en-US" err="1"/>
              <a:t>användare</a:t>
            </a:r>
            <a:r>
              <a:rPr lang="en-US"/>
              <a:t>, roller </a:t>
            </a:r>
            <a:r>
              <a:rPr lang="en-US" err="1"/>
              <a:t>och</a:t>
            </a:r>
            <a:r>
              <a:rPr lang="en-US"/>
              <a:t> </a:t>
            </a:r>
            <a:r>
              <a:rPr lang="en-US" err="1"/>
              <a:t>inloggning</a:t>
            </a:r>
            <a:endParaRPr lang="en-US"/>
          </a:p>
          <a:p>
            <a:r>
              <a:rPr lang="en-US"/>
              <a:t>Kan </a:t>
            </a:r>
            <a:r>
              <a:rPr lang="en-US" err="1"/>
              <a:t>användas</a:t>
            </a:r>
            <a:r>
              <a:rPr lang="en-US"/>
              <a:t> mot </a:t>
            </a:r>
            <a:r>
              <a:rPr lang="en-US" err="1"/>
              <a:t>en</a:t>
            </a:r>
            <a:r>
              <a:rPr lang="en-US"/>
              <a:t> rad </a:t>
            </a:r>
            <a:r>
              <a:rPr lang="en-US" err="1"/>
              <a:t>olika</a:t>
            </a:r>
            <a:r>
              <a:rPr lang="en-US"/>
              <a:t> data-</a:t>
            </a:r>
            <a:r>
              <a:rPr lang="en-US" err="1"/>
              <a:t>källor</a:t>
            </a:r>
            <a:endParaRPr lang="en-US"/>
          </a:p>
          <a:p>
            <a:pPr lvl="1"/>
            <a:r>
              <a:rPr lang="en-US"/>
              <a:t>Active Directory</a:t>
            </a:r>
          </a:p>
          <a:p>
            <a:pPr lvl="1"/>
            <a:r>
              <a:rPr lang="en-US"/>
              <a:t>Entity Framework</a:t>
            </a:r>
          </a:p>
          <a:p>
            <a:pPr lvl="1"/>
            <a:r>
              <a:rPr lang="en-US"/>
              <a:t>Externa system via OAuth</a:t>
            </a:r>
          </a:p>
          <a:p>
            <a:pPr lvl="2"/>
            <a:r>
              <a:rPr lang="en-US"/>
              <a:t>Facebook, Google, Microsoft etc.</a:t>
            </a:r>
          </a:p>
        </p:txBody>
      </p:sp>
    </p:spTree>
    <p:extLst>
      <p:ext uri="{BB962C8B-B14F-4D97-AF65-F5344CB8AC3E}">
        <p14:creationId xmlns:p14="http://schemas.microsoft.com/office/powerpoint/2010/main" val="40865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en-US" i="1" dirty="0"/>
              <a:t>: </a:t>
            </a:r>
            <a:r>
              <a:rPr lang="en-US" sz="4400" i="1" dirty="0"/>
              <a:t>IdentityDemo_Start.zip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v-SE" noProof="0" dirty="0"/>
              <a:t>Vi har två alternativ då vi vill integrera </a:t>
            </a:r>
            <a:r>
              <a:rPr lang="sv-SE" noProof="0" dirty="0" err="1"/>
              <a:t>Identity</a:t>
            </a:r>
            <a:r>
              <a:rPr lang="sv-SE" noProof="0" dirty="0"/>
              <a:t> ramverket i vår applikation</a:t>
            </a:r>
          </a:p>
          <a:p>
            <a:pPr marL="0" indent="0">
              <a:buNone/>
            </a:pPr>
            <a:endParaRPr lang="sv-SE" noProof="0" dirty="0"/>
          </a:p>
          <a:p>
            <a:r>
              <a:rPr lang="sv-SE" noProof="0" dirty="0"/>
              <a:t>Generera de sidor man typiskt använder med </a:t>
            </a:r>
            <a:r>
              <a:rPr lang="sv-SE" noProof="0" dirty="0" err="1"/>
              <a:t>Identity</a:t>
            </a:r>
            <a:r>
              <a:rPr lang="sv-SE" noProof="0" dirty="0"/>
              <a:t> via </a:t>
            </a:r>
            <a:r>
              <a:rPr lang="sv-SE" noProof="0" dirty="0" err="1"/>
              <a:t>scaffolding</a:t>
            </a:r>
            <a:endParaRPr lang="sv-SE" noProof="0" dirty="0"/>
          </a:p>
          <a:p>
            <a:pPr lvl="1"/>
            <a:r>
              <a:rPr lang="sv-SE" noProof="0" dirty="0"/>
              <a:t>Gör det snabbt att komma igång</a:t>
            </a:r>
          </a:p>
          <a:p>
            <a:pPr lvl="1"/>
            <a:r>
              <a:rPr lang="sv-SE" noProof="0" dirty="0" err="1"/>
              <a:t>Generarar</a:t>
            </a:r>
            <a:r>
              <a:rPr lang="sv-SE" noProof="0" dirty="0"/>
              <a:t> mycket </a:t>
            </a:r>
            <a:r>
              <a:rPr lang="sv-SE" noProof="0" dirty="0" err="1"/>
              <a:t>boilerplate</a:t>
            </a:r>
            <a:r>
              <a:rPr lang="sv-SE" noProof="0" dirty="0"/>
              <a:t> </a:t>
            </a:r>
            <a:r>
              <a:rPr lang="sv-SE" noProof="0" dirty="0" err="1"/>
              <a:t>code</a:t>
            </a:r>
            <a:endParaRPr lang="sv-SE" noProof="0" dirty="0"/>
          </a:p>
          <a:p>
            <a:pPr lvl="1"/>
            <a:r>
              <a:rPr lang="sv-SE" noProof="0" dirty="0"/>
              <a:t>Genererar </a:t>
            </a:r>
            <a:r>
              <a:rPr lang="sv-SE" noProof="0" dirty="0" err="1"/>
              <a:t>Razor</a:t>
            </a:r>
            <a:r>
              <a:rPr lang="sv-SE" noProof="0" dirty="0"/>
              <a:t> Pages</a:t>
            </a:r>
          </a:p>
          <a:p>
            <a:r>
              <a:rPr lang="sv-SE" noProof="0" dirty="0"/>
              <a:t>Arbeta direkt mot </a:t>
            </a:r>
            <a:r>
              <a:rPr lang="sv-SE" noProof="0" dirty="0" err="1"/>
              <a:t>Identity</a:t>
            </a:r>
            <a:r>
              <a:rPr lang="sv-SE" noProof="0" dirty="0"/>
              <a:t>-klasserna</a:t>
            </a:r>
          </a:p>
          <a:p>
            <a:pPr lvl="1"/>
            <a:r>
              <a:rPr lang="en-US" dirty="0"/>
              <a:t>Ger </a:t>
            </a:r>
            <a:r>
              <a:rPr lang="en-US" dirty="0" err="1"/>
              <a:t>oss</a:t>
            </a:r>
            <a:r>
              <a:rPr lang="en-US" dirty="0"/>
              <a:t> </a:t>
            </a:r>
            <a:r>
              <a:rPr lang="sv-SE" dirty="0"/>
              <a:t>ökad flexibilitet vad gäller UI och användarflöden </a:t>
            </a:r>
          </a:p>
          <a:p>
            <a:pPr lvl="1"/>
            <a:r>
              <a:rPr lang="sv-SE" dirty="0"/>
              <a:t>Kräver viss förståelse för </a:t>
            </a:r>
            <a:r>
              <a:rPr lang="sv-SE" dirty="0" err="1"/>
              <a:t>Identitys</a:t>
            </a:r>
            <a:r>
              <a:rPr lang="sv-SE" dirty="0"/>
              <a:t> </a:t>
            </a:r>
            <a:r>
              <a:rPr lang="sv-SE" dirty="0" err="1"/>
              <a:t>API:er</a:t>
            </a:r>
            <a:endParaRPr lang="sv-SE" noProof="0" dirty="0"/>
          </a:p>
          <a:p>
            <a:pPr lvl="1"/>
            <a:r>
              <a:rPr lang="sv-SE" noProof="0" dirty="0"/>
              <a:t>Låter de delar som arbetar med användarhantering följa </a:t>
            </a:r>
            <a:r>
              <a:rPr lang="sv-SE" u="sng" noProof="0" dirty="0"/>
              <a:t>precis samma struktur </a:t>
            </a:r>
            <a:r>
              <a:rPr lang="sv-SE" noProof="0" dirty="0"/>
              <a:t>som resten av applikationen </a:t>
            </a:r>
            <a:r>
              <a:rPr lang="en-US" dirty="0"/>
              <a:t>🚀</a:t>
            </a:r>
            <a:endParaRPr lang="sv-SE" noProof="0" dirty="0"/>
          </a:p>
          <a:p>
            <a:pPr marL="0" indent="0">
              <a:buNone/>
            </a:pPr>
            <a:endParaRPr lang="sv-SE" noProof="0" dirty="0"/>
          </a:p>
          <a:p>
            <a:pPr marL="0" indent="0">
              <a:buNone/>
            </a:pPr>
            <a:r>
              <a:rPr lang="sv-SE" noProof="0" dirty="0"/>
              <a:t>Start-projektet gör det lätt att arbeta direkt mot </a:t>
            </a:r>
            <a:r>
              <a:rPr lang="sv-SE" noProof="0" dirty="0" err="1"/>
              <a:t>Identity</a:t>
            </a:r>
            <a:r>
              <a:rPr lang="sv-SE" noProof="0" dirty="0"/>
              <a:t>-klasserna.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noProof="0"/>
              <a:t>Notera att </a:t>
            </a:r>
            <a:r>
              <a:rPr lang="sv-SE" noProof="0" dirty="0"/>
              <a:t>projektet </a:t>
            </a:r>
            <a:r>
              <a:rPr lang="sv-SE" i="1" u="sng" noProof="0" dirty="0"/>
              <a:t>inte</a:t>
            </a:r>
            <a:r>
              <a:rPr lang="sv-SE" noProof="0" dirty="0"/>
              <a:t> är konfigurerat för att arbeta mot </a:t>
            </a:r>
            <a:r>
              <a:rPr lang="sv-SE" noProof="0" dirty="0" err="1"/>
              <a:t>Identity</a:t>
            </a:r>
            <a:r>
              <a:rPr lang="sv-SE" noProof="0" dirty="0"/>
              <a:t> än, men innehåller formulär för att registrera och logga in användare.</a:t>
            </a:r>
          </a:p>
          <a:p>
            <a:pPr marL="457200" lvl="1" indent="0">
              <a:buNone/>
            </a:pPr>
            <a:endParaRPr lang="sv-SE" noProof="0" dirty="0"/>
          </a:p>
          <a:p>
            <a:pPr marL="0" indent="0">
              <a:buNone/>
            </a:pP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val="3324662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konfigurera</a:t>
            </a:r>
            <a:r>
              <a:rPr lang="en-US"/>
              <a:t>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Vi kommer att arbeta med </a:t>
            </a:r>
            <a:r>
              <a:rPr lang="sv-SE" err="1"/>
              <a:t>Identity</a:t>
            </a:r>
            <a:r>
              <a:rPr lang="sv-SE"/>
              <a:t>-ramverket mot </a:t>
            </a:r>
            <a:r>
              <a:rPr lang="sv-SE" err="1"/>
              <a:t>Entity</a:t>
            </a:r>
            <a:r>
              <a:rPr lang="sv-SE"/>
              <a:t> </a:t>
            </a:r>
            <a:r>
              <a:rPr lang="sv-SE" err="1"/>
              <a:t>Framework</a:t>
            </a:r>
            <a:r>
              <a:rPr lang="sv-SE"/>
              <a:t> </a:t>
            </a:r>
            <a:r>
              <a:rPr lang="sv-SE" err="1"/>
              <a:t>Core</a:t>
            </a:r>
            <a:r>
              <a:rPr lang="sv-SE"/>
              <a:t>.</a:t>
            </a:r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r>
              <a:rPr lang="sv-SE"/>
              <a:t>Som vanligt krävs det lite pillig konfiguration i början - men sen rullar det på – </a:t>
            </a:r>
            <a:r>
              <a:rPr lang="sv-SE" err="1"/>
              <a:t>let’s</a:t>
            </a:r>
            <a:r>
              <a:rPr lang="sv-SE"/>
              <a:t> go! </a:t>
            </a:r>
            <a:r>
              <a:rPr lang="en-US"/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406884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1. </a:t>
            </a:r>
            <a:r>
              <a:rPr lang="en-US" err="1"/>
              <a:t>Konfigurera</a:t>
            </a:r>
            <a:r>
              <a:rPr lang="en-US"/>
              <a:t> Entity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Börja med att sätta upp applikationen för att arbeta med </a:t>
            </a:r>
            <a:r>
              <a:rPr lang="sv-SE" err="1"/>
              <a:t>Entity</a:t>
            </a:r>
            <a:r>
              <a:rPr lang="sv-SE"/>
              <a:t> </a:t>
            </a:r>
            <a:r>
              <a:rPr lang="sv-SE" err="1"/>
              <a:t>Framework</a:t>
            </a:r>
            <a:r>
              <a:rPr lang="sv-SE"/>
              <a:t> enligt tidigare </a:t>
            </a:r>
            <a:r>
              <a:rPr lang="sv-SE" err="1"/>
              <a:t>slide-deck</a:t>
            </a:r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58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2. </a:t>
            </a:r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Nuget-paket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81515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Görs enklast via Visual Studios </a:t>
            </a:r>
            <a:r>
              <a:rPr lang="sv-SE" i="1" err="1"/>
              <a:t>Package</a:t>
            </a:r>
            <a:r>
              <a:rPr lang="sv-SE" i="1"/>
              <a:t> Manager </a:t>
            </a:r>
            <a:r>
              <a:rPr lang="sv-SE" i="1" err="1"/>
              <a:t>Console</a:t>
            </a:r>
            <a:r>
              <a:rPr lang="sv-SE" i="1"/>
              <a:t>:</a:t>
            </a:r>
          </a:p>
          <a:p>
            <a:pPr marL="0" indent="0">
              <a:buNone/>
            </a:pPr>
            <a:br>
              <a:rPr lang="en-US" sz="1200">
                <a:solidFill>
                  <a:schemeClr val="accent1"/>
                </a:solidFill>
                <a:latin typeface="Cascadia Mono" panose="020B0609020000020004" pitchFamily="49" charset="0"/>
              </a:rPr>
            </a:br>
            <a:endParaRPr lang="en-US" sz="1600">
              <a:solidFill>
                <a:schemeClr val="accent1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57DA0-CB65-8445-3196-8AA3927EDC7E}"/>
              </a:ext>
            </a:extLst>
          </p:cNvPr>
          <p:cNvSpPr txBox="1"/>
          <p:nvPr/>
        </p:nvSpPr>
        <p:spPr>
          <a:xfrm>
            <a:off x="2152650" y="3074384"/>
            <a:ext cx="78867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 Dessa paket ska installeras i projektet där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context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-klassen ligger</a:t>
            </a:r>
          </a:p>
          <a:p>
            <a:endParaRPr lang="en-US" sz="1200">
              <a:solidFill>
                <a:schemeClr val="accent1"/>
              </a:solidFill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 Innehåller typer för att arbeta med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Identity</a:t>
            </a:r>
            <a:endParaRPr lang="sv-SE" sz="140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chemeClr val="accent1"/>
                </a:solidFill>
                <a:latin typeface="Cascadia Mono" panose="020B0609020000020004" pitchFamily="49" charset="0"/>
              </a:rPr>
              <a:t>Install-Package </a:t>
            </a:r>
            <a:r>
              <a:rPr lang="sv-SE" sz="1400" err="1">
                <a:solidFill>
                  <a:schemeClr val="accent1"/>
                </a:solidFill>
                <a:latin typeface="Cascadia Mono" panose="020B0609020000020004" pitchFamily="49" charset="0"/>
              </a:rPr>
              <a:t>Microsoft.AspNetCore.Identity</a:t>
            </a:r>
            <a:endParaRPr lang="sv-SE" sz="1400">
              <a:solidFill>
                <a:schemeClr val="accent1"/>
              </a:solidFill>
              <a:latin typeface="Cascadia Mono" panose="020B0609020000020004" pitchFamily="49" charset="0"/>
            </a:endParaRPr>
          </a:p>
          <a:p>
            <a:endParaRPr lang="en-US" sz="1400">
              <a:solidFill>
                <a:schemeClr val="accent1"/>
              </a:solidFill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 Innehåller typer för att arbeta med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Identity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 mot EF</a:t>
            </a:r>
          </a:p>
          <a:p>
            <a:r>
              <a:rPr lang="en-US" sz="1400">
                <a:solidFill>
                  <a:schemeClr val="accent1"/>
                </a:solidFill>
                <a:latin typeface="Cascadia Mono" panose="020B0609020000020004" pitchFamily="49" charset="0"/>
              </a:rPr>
              <a:t>Install-Package </a:t>
            </a:r>
            <a:r>
              <a:rPr lang="sv-SE" sz="1400" err="1">
                <a:solidFill>
                  <a:schemeClr val="accent1"/>
                </a:solidFill>
                <a:latin typeface="Cascadia Mono" panose="020B0609020000020004" pitchFamily="49" charset="0"/>
              </a:rPr>
              <a:t>Microsoft.AspNetCore.Identity.EntityFrameworkCore</a:t>
            </a: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73263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3. Skapa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i="1" err="1"/>
              <a:t>ApplicationUser</a:t>
            </a:r>
            <a:r>
              <a:rPr lang="en-US" err="1"/>
              <a:t>-klass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sv-SE"/>
              <a:t>Denna klass måste ärva från </a:t>
            </a:r>
            <a:r>
              <a:rPr lang="sv-SE" i="1" err="1"/>
              <a:t>IdentityUser</a:t>
            </a:r>
            <a:endParaRPr lang="sv-SE" i="1"/>
          </a:p>
          <a:p>
            <a:r>
              <a:rPr lang="sv-SE"/>
              <a:t>Döps typiskt till </a:t>
            </a:r>
            <a:r>
              <a:rPr lang="sv-SE" i="1" err="1"/>
              <a:t>ApplicationUser</a:t>
            </a:r>
            <a:endParaRPr lang="sv-SE" i="1"/>
          </a:p>
          <a:p>
            <a:r>
              <a:rPr lang="sv-SE"/>
              <a:t>Innehåller de </a:t>
            </a:r>
            <a:r>
              <a:rPr lang="sv-SE" err="1"/>
              <a:t>properties</a:t>
            </a:r>
            <a:r>
              <a:rPr lang="sv-SE"/>
              <a:t> vi vill utöka </a:t>
            </a:r>
            <a:r>
              <a:rPr lang="sv-SE" i="1" err="1"/>
              <a:t>IdentityUser</a:t>
            </a:r>
            <a:r>
              <a:rPr lang="sv-SE"/>
              <a:t>-klassen med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4C0AC6-90B0-08FA-4196-290318080BBA}"/>
              </a:ext>
            </a:extLst>
          </p:cNvPr>
          <p:cNvSpPr txBox="1"/>
          <p:nvPr/>
        </p:nvSpPr>
        <p:spPr>
          <a:xfrm>
            <a:off x="3048762" y="4011126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Ligger typiskt i samma </a:t>
            </a:r>
            <a:r>
              <a:rPr lang="sv-SE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som </a:t>
            </a:r>
            <a:r>
              <a:rPr lang="sv-SE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-klassen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ApplicationUser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IdentityUser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FirstName {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LastName {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SE" sz="1400"/>
          </a:p>
        </p:txBody>
      </p:sp>
    </p:spTree>
    <p:extLst>
      <p:ext uri="{BB962C8B-B14F-4D97-AF65-F5344CB8AC3E}">
        <p14:creationId xmlns:p14="http://schemas.microsoft.com/office/powerpoint/2010/main" val="390186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4. </a:t>
            </a:r>
            <a:r>
              <a:rPr lang="en-US" err="1"/>
              <a:t>Uppdatera</a:t>
            </a:r>
            <a:r>
              <a:rPr lang="en-US"/>
              <a:t> Context-</a:t>
            </a:r>
            <a:r>
              <a:rPr lang="en-US" err="1"/>
              <a:t>klassens</a:t>
            </a:r>
            <a:r>
              <a:rPr lang="en-US"/>
              <a:t> </a:t>
            </a:r>
            <a:r>
              <a:rPr lang="en-US" err="1"/>
              <a:t>basklass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err="1"/>
              <a:t>Context</a:t>
            </a:r>
            <a:r>
              <a:rPr lang="sv-SE"/>
              <a:t>-klassen ska nu ärva från </a:t>
            </a:r>
            <a:r>
              <a:rPr lang="sv-SE" i="1" err="1"/>
              <a:t>IdentityDbContext</a:t>
            </a:r>
            <a:r>
              <a:rPr lang="sv-SE" i="1"/>
              <a:t> </a:t>
            </a:r>
            <a:r>
              <a:rPr lang="sv-SE"/>
              <a:t>istället för </a:t>
            </a:r>
            <a:r>
              <a:rPr lang="sv-SE" i="1" err="1"/>
              <a:t>DbContext</a:t>
            </a:r>
            <a:r>
              <a:rPr lang="sv-SE"/>
              <a:t>: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1134B-B0CB-817A-2723-1223324D2808}"/>
              </a:ext>
            </a:extLst>
          </p:cNvPr>
          <p:cNvSpPr txBox="1"/>
          <p:nvPr/>
        </p:nvSpPr>
        <p:spPr>
          <a:xfrm>
            <a:off x="1686306" y="3836535"/>
            <a:ext cx="95287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en-US" sz="1400" err="1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ApplicationContext</a:t>
            </a:r>
            <a:r>
              <a:rPr lang="fr-FR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fr-FR" sz="1400" err="1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DbContextOptions</a:t>
            </a:r>
            <a:r>
              <a:rPr lang="fr-FR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&lt;</a:t>
            </a:r>
            <a:r>
              <a:rPr lang="fr-FR" sz="1400" err="1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ApplicationContext</a:t>
            </a:r>
            <a:r>
              <a:rPr lang="fr-FR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&gt; options)</a:t>
            </a:r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IdentityDbContext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ApplicationUser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IdentityRole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(options)</a:t>
            </a:r>
          </a:p>
          <a:p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2744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5. </a:t>
            </a:r>
            <a:r>
              <a:rPr lang="en-US" err="1"/>
              <a:t>Konfigurera</a:t>
            </a:r>
            <a:r>
              <a:rPr lang="en-US"/>
              <a:t> </a:t>
            </a:r>
            <a:r>
              <a:rPr lang="en-US" i="1"/>
              <a:t>Program</a:t>
            </a:r>
            <a:r>
              <a:rPr lang="en-US"/>
              <a:t>-</a:t>
            </a:r>
            <a:r>
              <a:rPr lang="en-US" err="1"/>
              <a:t>klassen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sv-SE" sz="11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E0A84-25BC-1C97-4BED-5C84A00F7A64}"/>
              </a:ext>
            </a:extLst>
          </p:cNvPr>
          <p:cNvSpPr txBox="1"/>
          <p:nvPr/>
        </p:nvSpPr>
        <p:spPr>
          <a:xfrm>
            <a:off x="2152650" y="1823826"/>
            <a:ext cx="934135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Identity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: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Registera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identity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-klasserna och vilken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DbContext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 som ska användas</a:t>
            </a:r>
            <a:b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builder.Services.AddIdentity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ApplicationUser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IdentityRole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&gt;(options =&gt;</a:t>
            </a:r>
          </a:p>
          <a:p>
            <a:pPr lvl="1"/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1"/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	// Här kan vi (om vi vill) ange inställningar för t.ex. lösenord</a:t>
            </a:r>
          </a:p>
          <a:p>
            <a:pPr lvl="1"/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	// (ofta struntar man i detta och kör på default-värdena)</a:t>
            </a: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options.Password.RequiredLength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= 6;</a:t>
            </a:r>
          </a:p>
          <a:p>
            <a:pPr lvl="1"/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options.Password.RequireNonAlphanumeric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= true;</a:t>
            </a:r>
          </a:p>
          <a:p>
            <a:pPr lvl="1"/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})</a:t>
            </a:r>
            <a:b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AddEntityFrameworkStores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ApplicationContext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&gt;()</a:t>
            </a:r>
            <a:b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AddDefaultTokenProviders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b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Identity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: Hit ska icke inloggade användare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skikas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 (om de besöker skyddade sidor)</a:t>
            </a:r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builder.Services.ConfigureApplicationCookie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b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o =&gt; </a:t>
            </a: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o.LoginPath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"/login"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b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</a:rPr>
              <a:t>var app = </a:t>
            </a:r>
            <a:r>
              <a:rPr lang="en-US" sz="1400" err="1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</a:rPr>
              <a:t>builder.Build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</a:rPr>
              <a:t>();</a:t>
            </a:r>
            <a:endParaRPr lang="en-US" sz="1400" i="1">
              <a:solidFill>
                <a:schemeClr val="bg1">
                  <a:lumMod val="65000"/>
                </a:schemeClr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sv-SE" sz="1400">
              <a:solidFill>
                <a:schemeClr val="bg1">
                  <a:lumMod val="65000"/>
                </a:schemeClr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Identity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: Behörighet</a:t>
            </a:r>
            <a:endParaRPr lang="sv-SE" sz="1400">
              <a:solidFill>
                <a:schemeClr val="bg1">
                  <a:lumMod val="65000"/>
                </a:schemeClr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app.UseAuthorization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532957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/>
              <a:t>6. </a:t>
            </a:r>
            <a:r>
              <a:rPr lang="en-US" err="1"/>
              <a:t>Kör</a:t>
            </a:r>
            <a:r>
              <a:rPr lang="en-US"/>
              <a:t> EF-</a:t>
            </a:r>
            <a:r>
              <a:rPr lang="en-US" err="1"/>
              <a:t>Kommandon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2400"/>
              <a:t>Görs enklast via Visual Studios </a:t>
            </a:r>
            <a:r>
              <a:rPr lang="sv-SE" sz="2400" i="1" err="1"/>
              <a:t>Package</a:t>
            </a:r>
            <a:r>
              <a:rPr lang="sv-SE" sz="2400" i="1"/>
              <a:t> Manager </a:t>
            </a:r>
            <a:r>
              <a:rPr lang="sv-SE" sz="2400" i="1" err="1"/>
              <a:t>Console</a:t>
            </a:r>
            <a:r>
              <a:rPr lang="sv-SE" sz="2400" i="1"/>
              <a:t>:</a:t>
            </a:r>
          </a:p>
          <a:p>
            <a:pPr marL="0" indent="0">
              <a:buNone/>
            </a:pPr>
            <a:br>
              <a:rPr lang="sv-SE" sz="2400" i="1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rgbClr val="008000"/>
                </a:solidFill>
                <a:latin typeface="Cascadia Mono" panose="020B0609020000020004" pitchFamily="49" charset="0"/>
              </a:rPr>
              <a:t>Registrera</a:t>
            </a:r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latin typeface="Cascadia Mono" panose="020B0609020000020004" pitchFamily="49" charset="0"/>
              </a:rPr>
              <a:t>migreringen</a:t>
            </a:r>
            <a:b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>
                <a:solidFill>
                  <a:schemeClr val="accent1"/>
                </a:solidFill>
                <a:latin typeface="Cascadia Mono" panose="020B0609020000020004" pitchFamily="49" charset="0"/>
              </a:rPr>
              <a:t>Add-Migration "Added Identity"</a:t>
            </a:r>
          </a:p>
          <a:p>
            <a:pPr marL="0" indent="0">
              <a:buNone/>
            </a:pPr>
            <a:b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rgbClr val="008000"/>
                </a:solidFill>
                <a:latin typeface="Cascadia Mono" panose="020B0609020000020004" pitchFamily="49" charset="0"/>
              </a:rPr>
              <a:t>Applicera</a:t>
            </a:r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latin typeface="Cascadia Mono" panose="020B0609020000020004" pitchFamily="49" charset="0"/>
              </a:rPr>
              <a:t>migreringen</a:t>
            </a:r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latin typeface="Cascadia Mono" panose="020B0609020000020004" pitchFamily="49" charset="0"/>
              </a:rPr>
              <a:t>på</a:t>
            </a:r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 database</a:t>
            </a:r>
            <a:b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</a:br>
            <a:r>
              <a:rPr lang="en-US" sz="1400">
                <a:solidFill>
                  <a:schemeClr val="accent1"/>
                </a:solidFill>
                <a:latin typeface="Cascadia Mono" panose="020B0609020000020004" pitchFamily="49" charset="0"/>
              </a:rPr>
              <a:t>Update-Database</a:t>
            </a:r>
            <a:endParaRPr lang="sv-SE" sz="1400">
              <a:solidFill>
                <a:schemeClr val="accent1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sv-SE" sz="2400" b="1" i="1"/>
          </a:p>
          <a:p>
            <a:pPr marL="0" indent="0">
              <a:buNone/>
            </a:pPr>
            <a:endParaRPr lang="sv-SE" sz="2400" i="1"/>
          </a:p>
          <a:p>
            <a:pPr marL="0" indent="0">
              <a:buNone/>
            </a:pPr>
            <a:endParaRPr lang="sv-SE" sz="2400" i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A2A10-D1F9-9F9F-EEA4-85608451A4AB}"/>
              </a:ext>
            </a:extLst>
          </p:cNvPr>
          <p:cNvSpPr txBox="1"/>
          <p:nvPr/>
        </p:nvSpPr>
        <p:spPr>
          <a:xfrm>
            <a:off x="3160644" y="52063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/>
              <a:t>OBS: Kom ihåg att peka </a:t>
            </a:r>
            <a:r>
              <a:rPr lang="sv-SE" i="1"/>
              <a:t>Default Project </a:t>
            </a:r>
            <a:r>
              <a:rPr lang="sv-SE"/>
              <a:t>i </a:t>
            </a:r>
            <a:r>
              <a:rPr lang="sv-SE" i="1" err="1"/>
              <a:t>Package</a:t>
            </a:r>
            <a:r>
              <a:rPr lang="sv-SE" i="1"/>
              <a:t> Manager </a:t>
            </a:r>
            <a:r>
              <a:rPr lang="sv-SE" i="1" err="1"/>
              <a:t>Console</a:t>
            </a:r>
            <a:r>
              <a:rPr lang="sv-SE"/>
              <a:t> till projektet som innehåller </a:t>
            </a:r>
            <a:r>
              <a:rPr lang="sv-SE" err="1"/>
              <a:t>context</a:t>
            </a:r>
            <a:r>
              <a:rPr lang="sv-SE"/>
              <a:t>-klassen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11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0EAAA-E4AE-4971-DBA7-D61C2EB3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BB6BC-6D59-145D-8005-F43A994D1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737"/>
            <a:ext cx="9576816" cy="4351338"/>
          </a:xfrm>
        </p:spPr>
        <p:txBody>
          <a:bodyPr>
            <a:normAutofit/>
          </a:bodyPr>
          <a:lstStyle/>
          <a:p>
            <a:r>
              <a:rPr lang="sv-SE"/>
              <a:t>Precis som EF så är </a:t>
            </a:r>
            <a:r>
              <a:rPr lang="sv-SE" err="1"/>
              <a:t>Identity</a:t>
            </a:r>
            <a:r>
              <a:rPr lang="sv-SE"/>
              <a:t>-ramverket är ett teknik-val som ska kunna bytas ut</a:t>
            </a:r>
          </a:p>
          <a:p>
            <a:r>
              <a:rPr lang="sv-SE"/>
              <a:t>För att frikoppla resten av applikationen ifrån detta teknik-val behöver man typiskt ett par DTO-klasser (Data Transfer </a:t>
            </a:r>
            <a:r>
              <a:rPr lang="sv-SE" err="1"/>
              <a:t>Objects</a:t>
            </a:r>
            <a:r>
              <a:rPr lang="sv-SE"/>
              <a:t>) i </a:t>
            </a:r>
            <a:r>
              <a:rPr lang="sv-SE" err="1"/>
              <a:t>Application</a:t>
            </a:r>
            <a:r>
              <a:rPr lang="sv-SE"/>
              <a:t>-projektet</a:t>
            </a:r>
          </a:p>
          <a:p>
            <a:pPr marL="0" indent="0">
              <a:buNone/>
            </a:pPr>
            <a:endParaRPr lang="sv-S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CE12E5-84BE-437D-4CEC-D01D953F3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</a:t>
            </a:r>
            <a:r>
              <a:rPr lang="en-US" err="1"/>
              <a:t>och</a:t>
            </a:r>
            <a:r>
              <a:rPr lang="en-US"/>
              <a:t> Clean Architecture</a:t>
            </a:r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D39DF-4609-B710-9037-374A21279996}"/>
              </a:ext>
            </a:extLst>
          </p:cNvPr>
          <p:cNvSpPr txBox="1"/>
          <p:nvPr/>
        </p:nvSpPr>
        <p:spPr>
          <a:xfrm>
            <a:off x="1071418" y="4325193"/>
            <a:ext cx="97166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Representerar resultatet av en användar-operation (skapa en användare, logga in etc.)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record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ErrorMessage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Succeeded =&gt;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ErrorMessage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Representerar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användare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record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UserProfileDto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FirstName,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LastName);</a:t>
            </a:r>
          </a:p>
        </p:txBody>
      </p:sp>
    </p:spTree>
    <p:extLst>
      <p:ext uri="{BB962C8B-B14F-4D97-AF65-F5344CB8AC3E}">
        <p14:creationId xmlns:p14="http://schemas.microsoft.com/office/powerpoint/2010/main" val="2275500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5328B-BA76-F2A5-7E13-D78585FAE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155B8-1E4E-FC61-4365-92284C06C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737"/>
            <a:ext cx="9576816" cy="4351338"/>
          </a:xfrm>
        </p:spPr>
        <p:txBody>
          <a:bodyPr>
            <a:normAutofit/>
          </a:bodyPr>
          <a:lstStyle/>
          <a:p>
            <a:r>
              <a:rPr lang="sv-SE" err="1"/>
              <a:t>Infrastructure</a:t>
            </a:r>
            <a:r>
              <a:rPr lang="sv-SE"/>
              <a:t>-projektet innehåller en (ibland flera) services som abstraherar bort arbetet mot </a:t>
            </a:r>
            <a:r>
              <a:rPr lang="sv-SE" err="1"/>
              <a:t>Identity</a:t>
            </a:r>
            <a:r>
              <a:rPr lang="sv-SE"/>
              <a:t>-ramverket</a:t>
            </a:r>
          </a:p>
          <a:p>
            <a:pPr lvl="1"/>
            <a:r>
              <a:rPr lang="sv-SE"/>
              <a:t>Servicen kallas ofta </a:t>
            </a:r>
            <a:r>
              <a:rPr lang="en-US" i="1" err="1"/>
              <a:t>IdentityUserService</a:t>
            </a:r>
            <a:endParaRPr lang="sv-SE" i="1"/>
          </a:p>
          <a:p>
            <a:r>
              <a:rPr lang="sv-SE"/>
              <a:t>Dess publika API innehåller endast DTO-klasser så vår koppling mot </a:t>
            </a:r>
            <a:r>
              <a:rPr lang="sv-SE" err="1"/>
              <a:t>Identity</a:t>
            </a:r>
            <a:r>
              <a:rPr lang="sv-SE"/>
              <a:t>-ramverket inte läcker över till </a:t>
            </a:r>
            <a:r>
              <a:rPr lang="sv-SE" err="1"/>
              <a:t>Application</a:t>
            </a:r>
            <a:endParaRPr lang="sv-SE"/>
          </a:p>
          <a:p>
            <a:pPr lvl="1"/>
            <a:r>
              <a:rPr lang="sv-SE" err="1"/>
              <a:t>T.ex</a:t>
            </a:r>
            <a:r>
              <a:rPr lang="sv-SE"/>
              <a:t> </a:t>
            </a:r>
            <a:r>
              <a:rPr lang="sv-SE" i="1" err="1"/>
              <a:t>AccountResultDto</a:t>
            </a:r>
            <a:r>
              <a:rPr lang="sv-SE"/>
              <a:t> istället för </a:t>
            </a:r>
            <a:r>
              <a:rPr lang="sv-SE" i="1" err="1"/>
              <a:t>IdentityResult</a:t>
            </a:r>
            <a:endParaRPr lang="sv-SE"/>
          </a:p>
          <a:p>
            <a:pPr lvl="1"/>
            <a:r>
              <a:rPr lang="sv-SE" err="1"/>
              <a:t>T.ex</a:t>
            </a:r>
            <a:r>
              <a:rPr lang="sv-SE"/>
              <a:t> </a:t>
            </a:r>
            <a:r>
              <a:rPr lang="sv-SE" i="1" err="1"/>
              <a:t>UserProfileDto</a:t>
            </a:r>
            <a:r>
              <a:rPr lang="sv-SE"/>
              <a:t> istället för </a:t>
            </a:r>
            <a:r>
              <a:rPr lang="sv-SE" i="1" err="1"/>
              <a:t>ApplicationUser</a:t>
            </a:r>
            <a:endParaRPr lang="sv-SE"/>
          </a:p>
          <a:p>
            <a:pPr marL="0" indent="0">
              <a:buNone/>
            </a:pPr>
            <a:endParaRPr lang="sv-S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6EC24D-B69A-6E7D-6400-0F192BBA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</a:t>
            </a:r>
            <a:r>
              <a:rPr lang="en-US" err="1"/>
              <a:t>och</a:t>
            </a:r>
            <a:r>
              <a:rPr lang="en-US"/>
              <a:t> Clean Architecture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82269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07C7-80FB-E278-2FAD-CB702494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3773A60-1507-84A7-22ED-49E0FEF9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</a:t>
            </a:r>
            <a:r>
              <a:rPr lang="en-US" err="1"/>
              <a:t>och</a:t>
            </a:r>
            <a:r>
              <a:rPr lang="en-US"/>
              <a:t> Clean Architecture</a:t>
            </a:r>
            <a:endParaRPr lang="en-S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AE07F-FD1A-4948-84A8-32F95988EA16}"/>
              </a:ext>
            </a:extLst>
          </p:cNvPr>
          <p:cNvSpPr txBox="1"/>
          <p:nvPr/>
        </p:nvSpPr>
        <p:spPr>
          <a:xfrm>
            <a:off x="838200" y="1486418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 </a:t>
            </a:r>
            <a:r>
              <a:rPr lang="en-US" sz="1400" err="1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MyApp.Infrastructure.Services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IdentityUserService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Infrastructure-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servicen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sv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sv-SE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UserManager</a:t>
            </a:r>
            <a:r>
              <a:rPr lang="sv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sv-SE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ApplicationUser</a:t>
            </a:r>
            <a:r>
              <a:rPr lang="sv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sv-SE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userManager</a:t>
            </a:r>
            <a:r>
              <a:rPr lang="sv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		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Hanterar användare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SignInManager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ApplicationUser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signInManager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	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Hanterar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inlogging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RoleManager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IdentityRole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roleManager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Hanterar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roller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IIdentityUserService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CreateUserAsync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UserProfileDto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password)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=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userManager.CreateAsync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ApplicationUser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user.Email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Email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user.Email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FirstName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user.FirstName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LastName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user.LastName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 password);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result.Errors.FirstOrDefault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()?.Description);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b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//..//</a:t>
            </a:r>
            <a:endParaRPr lang="en-SE" sz="1400">
              <a:solidFill>
                <a:schemeClr val="accent6">
                  <a:lumMod val="5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SE" sz="1400"/>
          </a:p>
        </p:txBody>
      </p:sp>
    </p:spTree>
    <p:extLst>
      <p:ext uri="{BB962C8B-B14F-4D97-AF65-F5344CB8AC3E}">
        <p14:creationId xmlns:p14="http://schemas.microsoft.com/office/powerpoint/2010/main" val="4049392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DF5C4-5DEF-E546-6C5B-88D4B7A3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C53C93-6FDE-EDBF-AB4B-F24CD54A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</a:t>
            </a:r>
            <a:r>
              <a:rPr lang="en-US" err="1"/>
              <a:t>och</a:t>
            </a:r>
            <a:r>
              <a:rPr lang="en-US"/>
              <a:t> Clean Architecture</a:t>
            </a:r>
            <a:endParaRPr lang="en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8492A-753F-7BBC-F508-7E0E30B92AB5}"/>
              </a:ext>
            </a:extLst>
          </p:cNvPr>
          <p:cNvSpPr txBox="1"/>
          <p:nvPr/>
        </p:nvSpPr>
        <p:spPr>
          <a:xfrm>
            <a:off x="838200" y="1445339"/>
            <a:ext cx="1081125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 </a:t>
            </a:r>
            <a:r>
              <a:rPr lang="en-US" sz="1400" err="1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MyApp.Application.Users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IIdentityUserService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Beskriver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infrastructure-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servicen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CreateUserAsync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UserProfileDto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password);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SignInAsync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password);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IUserService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Beskriver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application-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servicen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CreateUserAsync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UserProfileDto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password);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SignInAsync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password);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Application-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servicen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här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lägger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på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 business-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logik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IIdentityUserService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identityUserService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IUserService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CreateUserAsync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UserProfileDto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password) =&gt;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identityUserService.CreateUserAsync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(user, password);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UserResultDto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SignInAsync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email,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password) =&gt;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identityUserService.SignInAsync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(email, password);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SE" sz="1400"/>
          </a:p>
        </p:txBody>
      </p:sp>
    </p:spTree>
    <p:extLst>
      <p:ext uri="{BB962C8B-B14F-4D97-AF65-F5344CB8AC3E}">
        <p14:creationId xmlns:p14="http://schemas.microsoft.com/office/powerpoint/2010/main" val="620073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använda</a:t>
            </a:r>
            <a:r>
              <a:rPr lang="en-US"/>
              <a:t>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För att skapa en ny användare:</a:t>
            </a:r>
            <a:endParaRPr lang="sv-SE" i="1"/>
          </a:p>
          <a:p>
            <a:pPr marL="342900" lvl="1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833F17-2DD4-4388-83DD-57C12A419BA8}"/>
              </a:ext>
            </a:extLst>
          </p:cNvPr>
          <p:cNvSpPr/>
          <p:nvPr/>
        </p:nvSpPr>
        <p:spPr>
          <a:xfrm>
            <a:off x="2267668" y="2540243"/>
            <a:ext cx="92080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user = </a:t>
            </a:r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ApplicationUser</a:t>
            </a:r>
            <a:endParaRPr lang="sv-SE" sz="140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viewModel.Username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FirstName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viewModel.FirstName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viewModel.LastName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2B91AF"/>
                </a:solidFill>
                <a:latin typeface="Cascadia Mono" panose="020B0609020000020004" pitchFamily="49" charset="0"/>
              </a:rPr>
              <a:t>IdentityResult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result =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userManager.CreateAsync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(user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viewModel.Password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sv-SE" sz="140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wasUserCreated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result.Succeeded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987862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använda</a:t>
            </a:r>
            <a:r>
              <a:rPr lang="en-US"/>
              <a:t>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För att logga in/logga ut en användare:</a:t>
            </a:r>
            <a:endParaRPr lang="sv-SE" i="1"/>
          </a:p>
          <a:p>
            <a:pPr marL="342900" lvl="1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87055F-D648-497C-BC02-C8061CBACFAA}"/>
              </a:ext>
            </a:extLst>
          </p:cNvPr>
          <p:cNvSpPr/>
          <p:nvPr/>
        </p:nvSpPr>
        <p:spPr>
          <a:xfrm>
            <a:off x="2152650" y="2560539"/>
            <a:ext cx="763143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sv-SE" sz="140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// </a:t>
            </a:r>
            <a:r>
              <a:rPr lang="en-US" altLang="sv-SE" sz="140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Logga</a:t>
            </a:r>
            <a:r>
              <a:rPr lang="en-US" altLang="sv-SE" sz="140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in</a:t>
            </a:r>
            <a:endParaRPr lang="sv-SE" sz="1400">
              <a:solidFill>
                <a:schemeClr val="accent6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sv-SE" sz="1400" err="1">
                <a:solidFill>
                  <a:srgbClr val="2B91AF"/>
                </a:solidFill>
                <a:latin typeface="Cascadia Mono" panose="020B0609020000020004" pitchFamily="49" charset="0"/>
              </a:rPr>
              <a:t>SignInResult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signInManager.PasswordSignInAsync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viewModel.Username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viewModel.Password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isPersistent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lockoutOnFailure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wasUserSignedIn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result.Succeeded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altLang="sv-SE" sz="140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// </a:t>
            </a:r>
            <a:r>
              <a:rPr lang="en-US" altLang="sv-SE" sz="140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Logga</a:t>
            </a:r>
            <a:r>
              <a:rPr lang="en-US" altLang="sv-SE" sz="1400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altLang="sv-SE" sz="1400" err="1">
                <a:solidFill>
                  <a:schemeClr val="accent6">
                    <a:lumMod val="75000"/>
                  </a:schemeClr>
                </a:solidFill>
                <a:latin typeface="Cascadia Mono" panose="020B0609020000020004" pitchFamily="49" charset="0"/>
              </a:rPr>
              <a:t>ut</a:t>
            </a:r>
            <a:endParaRPr lang="sv-SE" sz="1400">
              <a:solidFill>
                <a:schemeClr val="accent6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signInManager.SignOutAsync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621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33FE-9D8B-FD98-C8A3-15788B61A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8BB7-048E-4B8B-A6FB-8247AECF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använda</a:t>
            </a:r>
            <a:r>
              <a:rPr lang="en-US"/>
              <a:t>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ECAB-0ED5-7633-6B0C-A478A6CA2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För att uppdatera befintliga användare:</a:t>
            </a:r>
            <a:endParaRPr lang="sv-SE" i="1"/>
          </a:p>
          <a:p>
            <a:pPr marL="342900" lvl="1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F120AF-BFAC-A8E7-F535-DD6F4AC55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2555116"/>
            <a:ext cx="8092562" cy="13619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Hämta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en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användare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baserat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på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userId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sz="140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err="1">
                <a:solidFill>
                  <a:srgbClr val="2B91AF"/>
                </a:solidFill>
                <a:latin typeface="Consolas" panose="020B0609020204030204" pitchFamily="49" charset="0"/>
              </a:rPr>
              <a:t>ApplicationUser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 user = </a:t>
            </a:r>
            <a:r>
              <a:rPr lang="en-US" altLang="sv-SE" sz="140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userManager.FindByIdAsync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userId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Uppdatera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en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befintlig</a:t>
            </a:r>
            <a:r>
              <a:rPr lang="en-US" altLang="sv-SE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sv-SE" sz="1400" err="1">
                <a:solidFill>
                  <a:srgbClr val="008000"/>
                </a:solidFill>
                <a:latin typeface="Consolas" panose="020B0609020204030204" pitchFamily="49" charset="0"/>
              </a:rPr>
              <a:t>användare</a:t>
            </a:r>
            <a:endParaRPr lang="en-US" altLang="sv-SE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user.Email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sv-SE" sz="1400">
                <a:solidFill>
                  <a:srgbClr val="A31515"/>
                </a:solidFill>
                <a:latin typeface="Consolas" panose="020B0609020204030204" pitchFamily="49" charset="0"/>
              </a:rPr>
              <a:t>"new@email.com"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sv-SE" sz="140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userManager.UpdateAsync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(user);</a:t>
            </a:r>
            <a:endParaRPr lang="en-US" altLang="sv-SE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378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använda</a:t>
            </a:r>
            <a:r>
              <a:rPr lang="en-US"/>
              <a:t>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För att hantera roller:</a:t>
            </a:r>
            <a:endParaRPr lang="sv-SE" i="1"/>
          </a:p>
          <a:p>
            <a:pPr marL="342900" lvl="1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65784-5B7C-48D5-84EF-A9B3CC752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4248" y="2576118"/>
            <a:ext cx="8433753" cy="2870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sv-SE" sz="140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4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RoleName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v-SE" sz="1400">
                <a:solidFill>
                  <a:srgbClr val="A31515"/>
                </a:solidFill>
                <a:latin typeface="Consolas" panose="020B0609020204030204" pitchFamily="49" charset="0"/>
              </a:rPr>
              <a:t>"Administrator"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sv-SE" sz="140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400" err="1">
                <a:solidFill>
                  <a:srgbClr val="2B91AF"/>
                </a:solidFill>
                <a:latin typeface="Consolas" panose="020B0609020204030204" pitchFamily="49" charset="0"/>
              </a:rPr>
              <a:t>ApplicationUser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 user = </a:t>
            </a:r>
            <a:r>
              <a:rPr lang="en-US" altLang="sv-SE" sz="140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userManager.FindByIdAsync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userId</a:t>
            </a:r>
            <a:r>
              <a:rPr lang="en-US" altLang="sv-SE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sv-SE" sz="1400">
                <a:solidFill>
                  <a:srgbClr val="008000"/>
                </a:solidFill>
                <a:latin typeface="Consolas" panose="020B0609020204030204" pitchFamily="49" charset="0"/>
              </a:rPr>
            </a:br>
            <a:endParaRPr lang="sv-SE" sz="140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latin typeface="Consolas" panose="020B0609020204030204" pitchFamily="49" charset="0"/>
              </a:rPr>
              <a:t>// Skapa en ny roll</a:t>
            </a:r>
          </a:p>
          <a:p>
            <a:r>
              <a:rPr lang="sv-SE" sz="140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sv-SE" sz="140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roleManager.RoleExistsAsynd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RoleName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	await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roleManager.CreateAsync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latin typeface="Consolas" panose="020B0609020204030204" pitchFamily="49" charset="0"/>
              </a:rPr>
              <a:t>IdentityRole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RoleName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endParaRPr lang="sv-SE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latin typeface="Consolas" panose="020B0609020204030204" pitchFamily="49" charset="0"/>
              </a:rPr>
              <a:t>// Lägg till en användare till en roll</a:t>
            </a:r>
            <a:endParaRPr lang="sv-SE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40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addUserToRole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v-SE" sz="140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sv-SE" sz="140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userManager.AddToRoleAsync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RoleName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sv-SE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latin typeface="Consolas" panose="020B0609020204030204" pitchFamily="49" charset="0"/>
              </a:rPr>
              <a:t>// Kontrollera huruvida en användare ingår i en roll</a:t>
            </a:r>
            <a:endParaRPr lang="sv-SE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40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isUserInRole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v-SE" sz="140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userManager.IsInRoleAsync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user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v-SE" sz="1400" err="1">
                <a:solidFill>
                  <a:srgbClr val="000000"/>
                </a:solidFill>
                <a:latin typeface="Consolas" panose="020B0609020204030204" pitchFamily="49" charset="0"/>
              </a:rPr>
              <a:t>RoleName</a:t>
            </a:r>
            <a:r>
              <a:rPr lang="sv-SE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v-SE" altLang="sv-SE" sz="14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23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D256E-3A6F-56C4-67A0-E2EDA5A0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208C-B471-8A94-740C-B3C58F722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i="1"/>
              <a:t>User</a:t>
            </a:r>
            <a:r>
              <a:rPr lang="en-US"/>
              <a:t>-</a:t>
            </a:r>
            <a:r>
              <a:rPr lang="en-US" err="1"/>
              <a:t>propertyn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8421-5CC4-2DD0-F455-3475E45FB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en-US" err="1"/>
              <a:t>Tillgänglig</a:t>
            </a:r>
            <a:r>
              <a:rPr lang="en-US"/>
              <a:t> </a:t>
            </a:r>
            <a:r>
              <a:rPr lang="en-US" err="1"/>
              <a:t>från</a:t>
            </a:r>
            <a:r>
              <a:rPr lang="en-US"/>
              <a:t> controller-</a:t>
            </a:r>
            <a:r>
              <a:rPr lang="en-US" err="1"/>
              <a:t>klasser</a:t>
            </a:r>
            <a:r>
              <a:rPr lang="en-US"/>
              <a:t>, </a:t>
            </a:r>
            <a:r>
              <a:rPr lang="en-US" err="1"/>
              <a:t>vyer</a:t>
            </a:r>
            <a:r>
              <a:rPr lang="en-US"/>
              <a:t> </a:t>
            </a:r>
            <a:r>
              <a:rPr lang="en-US" err="1"/>
              <a:t>och</a:t>
            </a:r>
            <a:r>
              <a:rPr lang="en-US"/>
              <a:t> Layout</a:t>
            </a:r>
          </a:p>
          <a:p>
            <a:r>
              <a:rPr lang="en-US"/>
              <a:t>Kan </a:t>
            </a:r>
            <a:r>
              <a:rPr lang="en-US" err="1"/>
              <a:t>användas</a:t>
            </a:r>
            <a:r>
              <a:rPr lang="en-US"/>
              <a:t> 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läsa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claims </a:t>
            </a:r>
            <a:r>
              <a:rPr lang="en-US" err="1"/>
              <a:t>från</a:t>
            </a:r>
            <a:r>
              <a:rPr lang="en-US"/>
              <a:t> </a:t>
            </a:r>
            <a:r>
              <a:rPr lang="en-US" err="1"/>
              <a:t>vår</a:t>
            </a:r>
            <a:r>
              <a:rPr lang="en-US"/>
              <a:t> </a:t>
            </a:r>
            <a:r>
              <a:rPr lang="en-US" err="1"/>
              <a:t>inloggade</a:t>
            </a:r>
            <a:r>
              <a:rPr lang="en-US"/>
              <a:t> </a:t>
            </a:r>
            <a:r>
              <a:rPr lang="en-US" err="1"/>
              <a:t>användares</a:t>
            </a:r>
            <a:r>
              <a:rPr lang="en-US"/>
              <a:t> authentication-cookie:</a:t>
            </a:r>
          </a:p>
          <a:p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EEC1C-BF07-3C76-6715-6357CDC1E7D3}"/>
              </a:ext>
            </a:extLst>
          </p:cNvPr>
          <p:cNvSpPr txBox="1"/>
          <p:nvPr/>
        </p:nvSpPr>
        <p:spPr>
          <a:xfrm>
            <a:off x="2152650" y="3429000"/>
            <a:ext cx="810702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@</a:t>
            </a:r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User.Identity.IsAuthenticated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	&lt;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asp-controller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="Account"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="Logout"&gt;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Sign out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	&lt;</a:t>
            </a:r>
            <a:r>
              <a:rPr lang="en-US" sz="1400" b="1" err="1">
                <a:solidFill>
                  <a:srgbClr val="800080"/>
                </a:solidFill>
                <a:latin typeface="Cascadia Mono" panose="020B0609020000020004" pitchFamily="49" charset="0"/>
              </a:rPr>
              <a:t>br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</a:p>
          <a:p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Logged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in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user’s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: @User.Identity.Name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b="1" err="1">
                <a:solidFill>
                  <a:srgbClr val="800080"/>
                </a:solidFill>
                <a:latin typeface="Cascadia Mono" panose="020B0609020000020004" pitchFamily="49" charset="0"/>
              </a:rPr>
              <a:t>br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Logged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in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user’s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ID: @User.FindFirstValue(ClaimTypes.NameIdentifier)</a:t>
            </a: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1"/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asp-controller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="Account"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="Register"&gt;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Register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asp-controller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="Account"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="Login"&gt;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Sign In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b="1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64369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i="1"/>
              <a:t>Authorize</a:t>
            </a:r>
            <a:r>
              <a:rPr lang="en-US"/>
              <a:t>-</a:t>
            </a:r>
            <a:r>
              <a:rPr lang="en-US" err="1"/>
              <a:t>filtret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r>
              <a:rPr lang="en-US" err="1"/>
              <a:t>Kräver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alla</a:t>
            </a:r>
            <a:r>
              <a:rPr lang="en-US"/>
              <a:t> HTTP-</a:t>
            </a:r>
            <a:r>
              <a:rPr lang="en-US" err="1"/>
              <a:t>anrop</a:t>
            </a:r>
            <a:r>
              <a:rPr lang="en-US"/>
              <a:t> </a:t>
            </a:r>
            <a:r>
              <a:rPr lang="en-US" err="1"/>
              <a:t>skickar</a:t>
            </a:r>
            <a:r>
              <a:rPr lang="en-US"/>
              <a:t> med ASP.NETs </a:t>
            </a:r>
            <a:r>
              <a:rPr lang="en-US" err="1"/>
              <a:t>autentiserings</a:t>
            </a:r>
            <a:r>
              <a:rPr lang="en-US"/>
              <a:t>-kaka</a:t>
            </a:r>
          </a:p>
          <a:p>
            <a:r>
              <a:rPr lang="en-US"/>
              <a:t>Kan </a:t>
            </a:r>
            <a:r>
              <a:rPr lang="en-US" err="1"/>
              <a:t>även</a:t>
            </a:r>
            <a:r>
              <a:rPr lang="en-US"/>
              <a:t> </a:t>
            </a:r>
            <a:r>
              <a:rPr lang="en-US" err="1"/>
              <a:t>specificera</a:t>
            </a:r>
            <a:r>
              <a:rPr lang="en-US"/>
              <a:t> </a:t>
            </a:r>
            <a:r>
              <a:rPr lang="en-US" err="1"/>
              <a:t>vilka</a:t>
            </a:r>
            <a:r>
              <a:rPr lang="en-US"/>
              <a:t> </a:t>
            </a:r>
            <a:r>
              <a:rPr lang="en-US" err="1"/>
              <a:t>användare</a:t>
            </a:r>
            <a:r>
              <a:rPr lang="en-US"/>
              <a:t>/roller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krävs</a:t>
            </a:r>
            <a:endParaRPr lang="en-US"/>
          </a:p>
          <a:p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DF11A-0A1D-4205-9B48-B170126FAF64}"/>
              </a:ext>
            </a:extLst>
          </p:cNvPr>
          <p:cNvSpPr txBox="1"/>
          <p:nvPr/>
        </p:nvSpPr>
        <p:spPr>
          <a:xfrm>
            <a:off x="2407919" y="3864510"/>
            <a:ext cx="753040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sv-SE" sz="1400">
                <a:solidFill>
                  <a:srgbClr val="2B91AF"/>
                </a:solidFill>
                <a:latin typeface="Cascadia Mono" panose="020B0609020000020004" pitchFamily="49" charset="0"/>
              </a:rPr>
              <a:t>Authorize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] / [</a:t>
            </a:r>
            <a:r>
              <a:rPr lang="sv-SE" sz="1400">
                <a:solidFill>
                  <a:srgbClr val="2B91AF"/>
                </a:solidFill>
                <a:latin typeface="Cascadia Mono" panose="020B0609020000020004" pitchFamily="49" charset="0"/>
              </a:rPr>
              <a:t>Authorize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(Role = 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"admin"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HttpGet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sv-SE" sz="1400" err="1">
                <a:solidFill>
                  <a:srgbClr val="A31515"/>
                </a:solidFill>
                <a:latin typeface="Cascadia Mono" panose="020B0609020000020004" pitchFamily="49" charset="0"/>
              </a:rPr>
              <a:t>members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Members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sv-SE" sz="1400"/>
          </a:p>
        </p:txBody>
      </p:sp>
    </p:spTree>
    <p:extLst>
      <p:ext uri="{BB962C8B-B14F-4D97-AF65-F5344CB8AC3E}">
        <p14:creationId xmlns:p14="http://schemas.microsoft.com/office/powerpoint/2010/main" val="2969019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74961"/>
            <a:ext cx="7886700" cy="1325563"/>
          </a:xfrm>
        </p:spPr>
        <p:txBody>
          <a:bodyPr/>
          <a:lstStyle/>
          <a:p>
            <a:r>
              <a:rPr lang="en-US" i="1" err="1"/>
              <a:t>AllowAnonymous</a:t>
            </a:r>
            <a:r>
              <a:rPr lang="en-US" err="1"/>
              <a:t>-filtret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3545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/>
              <a:t>Tillåter</a:t>
            </a:r>
            <a:r>
              <a:rPr lang="en-US"/>
              <a:t> </a:t>
            </a:r>
            <a:r>
              <a:rPr lang="en-US" err="1"/>
              <a:t>vissa</a:t>
            </a:r>
            <a:r>
              <a:rPr lang="en-US"/>
              <a:t> Actions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ignorera</a:t>
            </a:r>
            <a:r>
              <a:rPr lang="en-US"/>
              <a:t> </a:t>
            </a:r>
            <a:r>
              <a:rPr lang="en-US" err="1"/>
              <a:t>autentiserings-kakan</a:t>
            </a:r>
            <a:r>
              <a:rPr lang="en-US"/>
              <a:t>:</a:t>
            </a:r>
          </a:p>
          <a:p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1E317-1082-425A-A971-235DDFB4BAD5}"/>
              </a:ext>
            </a:extLst>
          </p:cNvPr>
          <p:cNvSpPr txBox="1"/>
          <p:nvPr/>
        </p:nvSpPr>
        <p:spPr>
          <a:xfrm>
            <a:off x="2152650" y="2926880"/>
            <a:ext cx="62395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sv-SE" sz="1400" err="1">
                <a:solidFill>
                  <a:srgbClr val="2B91AF"/>
                </a:solidFill>
                <a:latin typeface="Cascadia Mono" panose="020B0609020000020004" pitchFamily="49" charset="0"/>
              </a:rPr>
              <a:t>Authorize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2B91AF"/>
                </a:solidFill>
                <a:latin typeface="Cascadia Mono" panose="020B0609020000020004" pitchFamily="49" charset="0"/>
              </a:rPr>
              <a:t>AccountController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sv-SE" sz="1400">
                <a:solidFill>
                  <a:srgbClr val="2B91AF"/>
                </a:solidFill>
                <a:latin typeface="Cascadia Mono" panose="020B0609020000020004" pitchFamily="49" charset="0"/>
              </a:rPr>
              <a:t>Controller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sv-SE" sz="1400" err="1">
                <a:solidFill>
                  <a:srgbClr val="2B91AF"/>
                </a:solidFill>
                <a:latin typeface="Cascadia Mono" panose="020B0609020000020004" pitchFamily="49" charset="0"/>
              </a:rPr>
              <a:t>AllowAnonymous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400" err="1">
                <a:solidFill>
                  <a:srgbClr val="2B91AF"/>
                </a:solidFill>
                <a:latin typeface="Cascadia Mono" panose="020B0609020000020004" pitchFamily="49" charset="0"/>
              </a:rPr>
              <a:t>HttpGet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"register"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Register()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View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711315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1CE13-3F86-D936-76B6-C2E8B313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B928-28D8-A64F-08FC-FF4EDC527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066" y="374961"/>
            <a:ext cx="7886700" cy="1325563"/>
          </a:xfrm>
        </p:spPr>
        <p:txBody>
          <a:bodyPr/>
          <a:lstStyle/>
          <a:p>
            <a:r>
              <a:rPr lang="en-US"/>
              <a:t>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628F-2C0C-E581-B557-429DE895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66" y="1844601"/>
            <a:ext cx="10036302" cy="4351338"/>
          </a:xfrm>
        </p:spPr>
        <p:txBody>
          <a:bodyPr>
            <a:normAutofit/>
          </a:bodyPr>
          <a:lstStyle/>
          <a:p>
            <a:r>
              <a:rPr lang="sv-SE"/>
              <a:t>Ett </a:t>
            </a:r>
            <a:r>
              <a:rPr lang="sv-SE" i="1"/>
              <a:t>Claim</a:t>
            </a:r>
            <a:r>
              <a:rPr lang="sv-SE"/>
              <a:t> är en data-uppgift</a:t>
            </a:r>
          </a:p>
          <a:p>
            <a:pPr lvl="1"/>
            <a:r>
              <a:rPr lang="sv-SE"/>
              <a:t>T.ex. namnet på den avdelning som en användare arbetar på</a:t>
            </a:r>
          </a:p>
          <a:p>
            <a:r>
              <a:rPr lang="sv-SE"/>
              <a:t>En </a:t>
            </a:r>
            <a:r>
              <a:rPr lang="sv-SE" i="1" err="1"/>
              <a:t>ClaimsIdentity</a:t>
            </a:r>
            <a:r>
              <a:rPr lang="sv-SE"/>
              <a:t> är en uppsättning claims relaterade till en inloggad användare</a:t>
            </a:r>
          </a:p>
          <a:p>
            <a:pPr lvl="1"/>
            <a:r>
              <a:rPr lang="sv-SE"/>
              <a:t>T.ex. </a:t>
            </a:r>
            <a:r>
              <a:rPr lang="sv-SE" err="1"/>
              <a:t>Department</a:t>
            </a:r>
            <a:r>
              <a:rPr lang="sv-SE"/>
              <a:t> = ”IT”, </a:t>
            </a:r>
            <a:r>
              <a:rPr lang="sv-SE" err="1"/>
              <a:t>ShoeSize</a:t>
            </a:r>
            <a:r>
              <a:rPr lang="sv-SE"/>
              <a:t> = ”42”</a:t>
            </a:r>
          </a:p>
          <a:p>
            <a:r>
              <a:rPr lang="sv-SE"/>
              <a:t>En inloggad användares </a:t>
            </a:r>
            <a:r>
              <a:rPr lang="sv-SE" err="1"/>
              <a:t>Claims</a:t>
            </a:r>
            <a:r>
              <a:rPr lang="sv-SE"/>
              <a:t> sparas i användarens inloggnings-kaka</a:t>
            </a:r>
          </a:p>
          <a:p>
            <a:pPr lvl="1"/>
            <a:r>
              <a:rPr lang="sv-SE"/>
              <a:t>Gör att vi slipper gå till databasen varje gång vi behöver läsa dem</a:t>
            </a:r>
          </a:p>
          <a:p>
            <a:pPr marL="342900" lvl="1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8517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D942-1EE5-5916-7913-1DF3CEBB0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C184-256D-45A9-2D8D-2C88AB9F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71" y="450375"/>
            <a:ext cx="9527160" cy="1325563"/>
          </a:xfrm>
        </p:spPr>
        <p:txBody>
          <a:bodyPr/>
          <a:lstStyle/>
          <a:p>
            <a:r>
              <a:rPr lang="en-US"/>
              <a:t>Claims </a:t>
            </a:r>
            <a:r>
              <a:rPr lang="en-US" err="1"/>
              <a:t>utan</a:t>
            </a:r>
            <a:r>
              <a:rPr lang="en-US"/>
              <a:t> Identity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C57D8-89BD-DB6C-54F9-127D847E1958}"/>
              </a:ext>
            </a:extLst>
          </p:cNvPr>
          <p:cNvSpPr txBox="1"/>
          <p:nvPr/>
        </p:nvSpPr>
        <p:spPr>
          <a:xfrm>
            <a:off x="1362456" y="3445497"/>
            <a:ext cx="10685104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claims = [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"Department"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"IT"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ShoeSize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"42"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)];</a:t>
            </a:r>
          </a:p>
          <a:p>
            <a:endParaRPr lang="en-SE" sz="11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claimsIdentity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ClaimsIdentity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(claims,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CookieAuthenticationDefaults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.AuthenticationScheme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US" sz="140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Skriv</a:t>
            </a:r>
            <a:r>
              <a:rPr lang="en-US" sz="140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claims till </a:t>
            </a:r>
            <a:r>
              <a:rPr lang="en-US" sz="140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inloggnings-kakan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HttpContext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.SignInAsync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CookieAuthenticationDefaults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.AuthenticationScheme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ClaimsPrincipal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claimsIdentity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Läs</a:t>
            </a:r>
            <a:r>
              <a:rPr lang="en-US" sz="140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claims </a:t>
            </a:r>
            <a:r>
              <a:rPr lang="en-US" sz="140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från</a:t>
            </a:r>
            <a:r>
              <a:rPr lang="en-US" sz="140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inloggnings-kakan</a:t>
            </a:r>
            <a:endParaRPr lang="en-US" sz="140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department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User.FindFirst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Departement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)?.Value;</a:t>
            </a:r>
            <a:r>
              <a:rPr lang="en-US" sz="140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// “IT”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shoeSize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User.FindFirst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ShoeSize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)?.Value;</a:t>
            </a:r>
            <a:r>
              <a:rPr lang="en-US" sz="140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// “42”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sz="110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58F9F-D614-5C0F-6F60-29FB3295567E}"/>
              </a:ext>
            </a:extLst>
          </p:cNvPr>
          <p:cNvSpPr txBox="1"/>
          <p:nvPr/>
        </p:nvSpPr>
        <p:spPr>
          <a:xfrm>
            <a:off x="1362456" y="1573678"/>
            <a:ext cx="92354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Program.cs</a:t>
            </a:r>
            <a:b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builder.Services.AddAuthentication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CookieAuthenticationDefaults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.AuthenticationScheme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AddCookie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 =&gt;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options.LoginPath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"/Account/Login"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en-SE" sz="1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599ED1-3EA0-8E6F-0ED1-C30F958C8418}"/>
              </a:ext>
            </a:extLst>
          </p:cNvPr>
          <p:cNvCxnSpPr/>
          <p:nvPr/>
        </p:nvCxnSpPr>
        <p:spPr>
          <a:xfrm>
            <a:off x="1478280" y="3183574"/>
            <a:ext cx="923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090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513-EDD5-11D3-376C-E0D0C3F2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DA4-EC32-345B-7367-DE7AC420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71" y="450375"/>
            <a:ext cx="9527160" cy="1325563"/>
          </a:xfrm>
        </p:spPr>
        <p:txBody>
          <a:bodyPr/>
          <a:lstStyle/>
          <a:p>
            <a:r>
              <a:rPr lang="en-US"/>
              <a:t>Claims med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C4D0-9F40-F3A6-EEAD-7074F9877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470" y="1775938"/>
            <a:ext cx="98018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Identity gör det enkelt att associera claims med en användare (lagras i databas-tabellen </a:t>
            </a:r>
            <a:r>
              <a:rPr lang="sv-SE" i="1" err="1"/>
              <a:t>AspNetUserClaims</a:t>
            </a:r>
            <a:r>
              <a:rPr lang="sv-SE"/>
              <a:t>):</a:t>
            </a:r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r>
              <a:rPr lang="sv-SE"/>
              <a:t>Då användaren loggar in kan dessa </a:t>
            </a:r>
            <a:r>
              <a:rPr lang="sv-SE" err="1"/>
              <a:t>Claims</a:t>
            </a:r>
            <a:r>
              <a:rPr lang="sv-SE"/>
              <a:t> sedan läsas direkt från inloggnings-kakan från t.ex. Controller-klassen:</a:t>
            </a:r>
          </a:p>
          <a:p>
            <a:pPr marL="0" indent="0">
              <a:buNone/>
            </a:pPr>
            <a:endParaRPr lang="sv-SE"/>
          </a:p>
          <a:p>
            <a:endParaRPr lang="sv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6327C-3820-3039-9556-CB5E0F6B8905}"/>
              </a:ext>
            </a:extLst>
          </p:cNvPr>
          <p:cNvSpPr txBox="1"/>
          <p:nvPr/>
        </p:nvSpPr>
        <p:spPr>
          <a:xfrm>
            <a:off x="2379031" y="2860062"/>
            <a:ext cx="641603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userManager.AddClaimsAsync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applicationUser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[</a:t>
            </a: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"Department"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"IT"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new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Claim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ShoeSize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"42"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]);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SE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FED5C-5048-91E7-1D4D-48C7EF52AB5E}"/>
              </a:ext>
            </a:extLst>
          </p:cNvPr>
          <p:cNvSpPr txBox="1"/>
          <p:nvPr/>
        </p:nvSpPr>
        <p:spPr>
          <a:xfrm>
            <a:off x="2379031" y="5277170"/>
            <a:ext cx="58059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department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User.FindFirst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"Department"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)?.Value;</a:t>
            </a: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shoeSize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User.FindFirst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ShoeSize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)?.Value;</a:t>
            </a:r>
          </a:p>
        </p:txBody>
      </p:sp>
    </p:spTree>
    <p:extLst>
      <p:ext uri="{BB962C8B-B14F-4D97-AF65-F5344CB8AC3E}">
        <p14:creationId xmlns:p14="http://schemas.microsoft.com/office/powerpoint/2010/main" val="3209209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6945-FE07-5FB0-3A16-359F81D9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355A-93C7-39A0-B835-C5760FEE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71" y="450375"/>
            <a:ext cx="9527160" cy="1325563"/>
          </a:xfrm>
        </p:spPr>
        <p:txBody>
          <a:bodyPr/>
          <a:lstStyle/>
          <a:p>
            <a:r>
              <a:rPr lang="en-US" err="1"/>
              <a:t>Seedningslogik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F068-8E22-55F4-6C74-601319FA9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470" y="1775938"/>
            <a:ext cx="98018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Om vi vill generera användare eller roller från början kan vi enkelt lägga till lite </a:t>
            </a:r>
            <a:r>
              <a:rPr lang="sv-SE" err="1"/>
              <a:t>seed</a:t>
            </a:r>
            <a:r>
              <a:rPr lang="sv-SE"/>
              <a:t>-logik i </a:t>
            </a:r>
            <a:r>
              <a:rPr lang="sv-SE" i="1" err="1"/>
              <a:t>Program.cs</a:t>
            </a:r>
            <a:r>
              <a:rPr lang="sv-SE"/>
              <a:t>:</a:t>
            </a:r>
          </a:p>
          <a:p>
            <a:pPr marL="0" indent="0">
              <a:buNone/>
            </a:pPr>
            <a:endParaRPr lang="sv-SE"/>
          </a:p>
          <a:p>
            <a:endParaRPr lang="sv-S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A013F2-87BE-487E-0A79-A9648BD794CA}"/>
              </a:ext>
            </a:extLst>
          </p:cNvPr>
          <p:cNvSpPr txBox="1"/>
          <p:nvPr/>
        </p:nvSpPr>
        <p:spPr>
          <a:xfrm>
            <a:off x="823469" y="2968163"/>
            <a:ext cx="104194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 app = </a:t>
            </a:r>
            <a:r>
              <a:rPr lang="en-US" sz="1400" err="1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builder.Build</a:t>
            </a:r>
            <a:r>
              <a:rPr lang="en-US" sz="1400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app.Environment.IsDevelopment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scope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app.Services.CreateScope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sv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Här kommer vi åt alla services som är registrerade för </a:t>
            </a:r>
            <a:r>
              <a:rPr lang="sv-SE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Dependency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Injection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service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scope.ServiceProvider.GetRequiredService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IUserService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Här kan vi t.ex. skapa användare eller roller (om de inte redan finns i databasen)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service.CreateAsync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"username"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"Password_123"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isAdmin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SE" sz="1400"/>
          </a:p>
        </p:txBody>
      </p:sp>
    </p:spTree>
    <p:extLst>
      <p:ext uri="{BB962C8B-B14F-4D97-AF65-F5344CB8AC3E}">
        <p14:creationId xmlns:p14="http://schemas.microsoft.com/office/powerpoint/2010/main" val="2338548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Diskussion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8881"/>
            <a:ext cx="9933432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err="1"/>
              <a:t>Vilken</a:t>
            </a:r>
            <a:r>
              <a:rPr lang="en-US"/>
              <a:t> </a:t>
            </a:r>
            <a:r>
              <a:rPr lang="en-US" err="1"/>
              <a:t>funktionalitet</a:t>
            </a:r>
            <a:r>
              <a:rPr lang="en-US"/>
              <a:t> </a:t>
            </a:r>
            <a:r>
              <a:rPr lang="en-US" err="1"/>
              <a:t>erbjuder</a:t>
            </a:r>
            <a:r>
              <a:rPr lang="en-US"/>
              <a:t> </a:t>
            </a:r>
            <a:r>
              <a:rPr lang="en-US" i="1"/>
              <a:t>Identity</a:t>
            </a:r>
            <a:r>
              <a:rPr lang="en-US"/>
              <a:t>-</a:t>
            </a:r>
            <a:r>
              <a:rPr lang="en-US" err="1"/>
              <a:t>ramverket</a:t>
            </a:r>
            <a:r>
              <a:rPr lang="en-US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Hur </a:t>
            </a:r>
            <a:r>
              <a:rPr lang="en-US" err="1"/>
              <a:t>sparar</a:t>
            </a:r>
            <a:r>
              <a:rPr lang="en-US"/>
              <a:t> Identity </a:t>
            </a:r>
            <a:r>
              <a:rPr lang="en-US" err="1"/>
              <a:t>användares</a:t>
            </a:r>
            <a:r>
              <a:rPr lang="en-US"/>
              <a:t> </a:t>
            </a:r>
            <a:r>
              <a:rPr lang="en-US" err="1"/>
              <a:t>lösenord</a:t>
            </a:r>
            <a:r>
              <a:rPr lang="en-US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Vad </a:t>
            </a:r>
            <a:r>
              <a:rPr lang="en-US" err="1"/>
              <a:t>innebär</a:t>
            </a:r>
            <a:r>
              <a:rPr lang="en-US"/>
              <a:t> det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dekorera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Action-</a:t>
            </a:r>
            <a:r>
              <a:rPr lang="en-US" err="1"/>
              <a:t>metod</a:t>
            </a:r>
            <a:r>
              <a:rPr lang="en-US"/>
              <a:t> med </a:t>
            </a:r>
            <a:r>
              <a:rPr lang="en-US" i="1"/>
              <a:t>Authorize</a:t>
            </a:r>
            <a:r>
              <a:rPr lang="en-US"/>
              <a:t>-</a:t>
            </a:r>
            <a:r>
              <a:rPr lang="en-US" err="1"/>
              <a:t>filtret</a:t>
            </a:r>
            <a:r>
              <a:rPr lang="en-US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Vad </a:t>
            </a:r>
            <a:r>
              <a:rPr lang="en-US" err="1"/>
              <a:t>är</a:t>
            </a:r>
            <a:r>
              <a:rPr lang="en-US"/>
              <a:t> claims </a:t>
            </a:r>
            <a:r>
              <a:rPr lang="en-US" err="1"/>
              <a:t>och</a:t>
            </a:r>
            <a:r>
              <a:rPr lang="en-US"/>
              <a:t> </a:t>
            </a:r>
            <a:r>
              <a:rPr lang="en-US" err="1"/>
              <a:t>hur</a:t>
            </a:r>
            <a:r>
              <a:rPr lang="en-US"/>
              <a:t> </a:t>
            </a:r>
            <a:r>
              <a:rPr lang="en-US" err="1"/>
              <a:t>lagras</a:t>
            </a:r>
            <a:r>
              <a:rPr lang="en-US"/>
              <a:t> de?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729" y="4850287"/>
            <a:ext cx="1928271" cy="200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20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149" y="186090"/>
            <a:ext cx="8384721" cy="853002"/>
          </a:xfrm>
        </p:spPr>
        <p:txBody>
          <a:bodyPr>
            <a:normAutofit/>
          </a:bodyPr>
          <a:lstStyle/>
          <a:p>
            <a:r>
              <a:rPr lang="en-US" sz="4000" err="1"/>
              <a:t>Grupparbete</a:t>
            </a:r>
            <a:r>
              <a:rPr lang="en-US" sz="4000"/>
              <a:t>: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6236" y="1181222"/>
            <a:ext cx="9939528" cy="5092349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err="1"/>
              <a:t>Utgå</a:t>
            </a:r>
            <a:r>
              <a:rPr lang="en-US" sz="2400"/>
              <a:t> </a:t>
            </a:r>
            <a:r>
              <a:rPr lang="en-US" sz="2400" err="1"/>
              <a:t>från</a:t>
            </a:r>
            <a:r>
              <a:rPr lang="en-US" sz="2400"/>
              <a:t> zip-</a:t>
            </a:r>
            <a:r>
              <a:rPr lang="en-US" sz="2400" err="1"/>
              <a:t>filen</a:t>
            </a:r>
            <a:r>
              <a:rPr lang="en-US" sz="2400"/>
              <a:t> </a:t>
            </a:r>
            <a:r>
              <a:rPr lang="en-US" sz="2400" i="1"/>
              <a:t>_IdentityDemo_Start.zip</a:t>
            </a:r>
          </a:p>
          <a:p>
            <a:pPr marL="971550" lvl="1" indent="-514350">
              <a:buFont typeface="+mj-lt"/>
              <a:buAutoNum type="alphaLcParenR"/>
            </a:pPr>
            <a:r>
              <a:rPr lang="sv-SE" sz="1800"/>
              <a:t>Ladda ned, </a:t>
            </a:r>
            <a:r>
              <a:rPr lang="sv-SE" sz="1800" err="1"/>
              <a:t>zippa</a:t>
            </a:r>
            <a:r>
              <a:rPr lang="sv-SE" sz="1800"/>
              <a:t> upp, och öppna sedan solution-filen</a:t>
            </a:r>
          </a:p>
          <a:p>
            <a:pPr marL="971550" lvl="1" indent="-514350">
              <a:buFont typeface="+mj-lt"/>
              <a:buAutoNum type="alphaLcParenR"/>
            </a:pPr>
            <a:r>
              <a:rPr lang="sv-SE" sz="1800"/>
              <a:t>Kör en </a:t>
            </a:r>
            <a:r>
              <a:rPr lang="sv-SE" sz="1800" i="1" err="1"/>
              <a:t>Update-Database</a:t>
            </a:r>
            <a:r>
              <a:rPr lang="sv-SE" sz="1800"/>
              <a:t> i </a:t>
            </a:r>
            <a:r>
              <a:rPr lang="sv-SE" sz="1800" i="1" err="1"/>
              <a:t>Package</a:t>
            </a:r>
            <a:r>
              <a:rPr lang="sv-SE" sz="1800" i="1"/>
              <a:t> Manager </a:t>
            </a:r>
            <a:r>
              <a:rPr lang="sv-SE" sz="1800" i="1" err="1"/>
              <a:t>Console</a:t>
            </a:r>
            <a:r>
              <a:rPr lang="sv-SE" sz="1800"/>
              <a:t> så den (tomma) lokala databasen skapas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err="1"/>
              <a:t>Verifiera</a:t>
            </a:r>
            <a:r>
              <a:rPr lang="en-US" sz="1800"/>
              <a:t> </a:t>
            </a:r>
            <a:r>
              <a:rPr lang="en-US" sz="1800" err="1"/>
              <a:t>att</a:t>
            </a:r>
            <a:r>
              <a:rPr lang="en-US" sz="1800"/>
              <a:t> </a:t>
            </a:r>
            <a:r>
              <a:rPr lang="en-US" sz="1800" err="1"/>
              <a:t>applikationen</a:t>
            </a:r>
            <a:r>
              <a:rPr lang="en-US" sz="1800"/>
              <a:t> </a:t>
            </a:r>
            <a:r>
              <a:rPr lang="en-US" sz="1800" err="1"/>
              <a:t>kan</a:t>
            </a:r>
            <a:r>
              <a:rPr lang="en-US" sz="1800"/>
              <a:t> </a:t>
            </a:r>
            <a:r>
              <a:rPr lang="en-US" sz="1800" err="1"/>
              <a:t>köras</a:t>
            </a:r>
            <a:r>
              <a:rPr lang="en-US" sz="1800"/>
              <a:t> </a:t>
            </a:r>
            <a:r>
              <a:rPr lang="en-US" sz="1800" err="1"/>
              <a:t>i</a:t>
            </a:r>
            <a:r>
              <a:rPr lang="en-US" sz="1800"/>
              <a:t> </a:t>
            </a:r>
            <a:r>
              <a:rPr lang="en-US" sz="1800" err="1"/>
              <a:t>browsern</a:t>
            </a:r>
            <a:r>
              <a:rPr lang="en-US" sz="1800"/>
              <a:t> men </a:t>
            </a:r>
            <a:r>
              <a:rPr lang="en-US" sz="1800" err="1"/>
              <a:t>att</a:t>
            </a:r>
            <a:r>
              <a:rPr lang="en-US" sz="1800"/>
              <a:t> man bara </a:t>
            </a:r>
            <a:r>
              <a:rPr lang="en-US" sz="1800" err="1"/>
              <a:t>möts</a:t>
            </a:r>
            <a:r>
              <a:rPr lang="en-US" sz="1800"/>
              <a:t> av </a:t>
            </a:r>
            <a:r>
              <a:rPr lang="en-US" sz="1800" err="1"/>
              <a:t>fel-meddelanden</a:t>
            </a:r>
            <a:r>
              <a:rPr lang="en-US" sz="1800"/>
              <a:t> </a:t>
            </a:r>
            <a:r>
              <a:rPr lang="en-US" sz="1800" err="1"/>
              <a:t>då</a:t>
            </a:r>
            <a:r>
              <a:rPr lang="en-US" sz="1800"/>
              <a:t> man </a:t>
            </a:r>
            <a:r>
              <a:rPr lang="en-US" sz="1800" err="1"/>
              <a:t>försöker</a:t>
            </a:r>
            <a:r>
              <a:rPr lang="en-US" sz="1800"/>
              <a:t> </a:t>
            </a:r>
            <a:r>
              <a:rPr lang="en-US" sz="1800" err="1"/>
              <a:t>registrera</a:t>
            </a:r>
            <a:r>
              <a:rPr lang="en-US" sz="1800"/>
              <a:t> sig </a:t>
            </a:r>
            <a:r>
              <a:rPr lang="en-US" sz="1800" err="1"/>
              <a:t>eller</a:t>
            </a:r>
            <a:r>
              <a:rPr lang="en-US" sz="1800"/>
              <a:t> </a:t>
            </a:r>
            <a:r>
              <a:rPr lang="en-US" sz="1800" err="1"/>
              <a:t>logga</a:t>
            </a:r>
            <a:r>
              <a:rPr lang="en-US" sz="1800"/>
              <a:t> in – </a:t>
            </a:r>
            <a:r>
              <a:rPr lang="en-US" sz="1800" err="1"/>
              <a:t>detta</a:t>
            </a:r>
            <a:r>
              <a:rPr lang="en-US" sz="1800"/>
              <a:t> </a:t>
            </a:r>
            <a:r>
              <a:rPr lang="en-US" sz="1800" err="1"/>
              <a:t>då</a:t>
            </a:r>
            <a:r>
              <a:rPr lang="en-US" sz="1800"/>
              <a:t> </a:t>
            </a:r>
            <a:r>
              <a:rPr lang="en-US" sz="1800" err="1"/>
              <a:t>projektet</a:t>
            </a:r>
            <a:r>
              <a:rPr lang="en-US" sz="1800"/>
              <a:t> (</a:t>
            </a:r>
            <a:r>
              <a:rPr lang="en-US" sz="1800" err="1"/>
              <a:t>än</a:t>
            </a:r>
            <a:r>
              <a:rPr lang="en-US" sz="1800"/>
              <a:t> </a:t>
            </a:r>
            <a:r>
              <a:rPr lang="en-US" sz="1800" err="1"/>
              <a:t>så</a:t>
            </a:r>
            <a:r>
              <a:rPr lang="en-US" sz="1800"/>
              <a:t> </a:t>
            </a:r>
            <a:r>
              <a:rPr lang="en-US" sz="1800" err="1"/>
              <a:t>länge</a:t>
            </a:r>
            <a:r>
              <a:rPr lang="en-US" sz="1800"/>
              <a:t>) </a:t>
            </a:r>
            <a:r>
              <a:rPr lang="en-US" sz="1800" err="1"/>
              <a:t>inte</a:t>
            </a:r>
            <a:r>
              <a:rPr lang="en-US" sz="1800"/>
              <a:t> </a:t>
            </a:r>
            <a:r>
              <a:rPr lang="en-US" sz="1800" err="1"/>
              <a:t>använder</a:t>
            </a:r>
            <a:r>
              <a:rPr lang="en-US" sz="1800"/>
              <a:t> Identity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err="1"/>
              <a:t>Konfigurera</a:t>
            </a:r>
            <a:r>
              <a:rPr lang="en-US" sz="2400"/>
              <a:t> Identity</a:t>
            </a:r>
          </a:p>
          <a:p>
            <a:pPr marL="457200" lvl="1" indent="0">
              <a:buNone/>
            </a:pPr>
            <a:r>
              <a:rPr lang="sv-SE" sz="1800"/>
              <a:t>Notera att…</a:t>
            </a:r>
          </a:p>
          <a:p>
            <a:pPr lvl="1"/>
            <a:r>
              <a:rPr lang="sv-SE" sz="1800"/>
              <a:t>Då ni konfigurerar </a:t>
            </a:r>
            <a:r>
              <a:rPr lang="sv-SE" sz="1800" err="1"/>
              <a:t>Identity</a:t>
            </a:r>
            <a:r>
              <a:rPr lang="sv-SE" sz="1800"/>
              <a:t> (enligt ovan </a:t>
            </a:r>
            <a:r>
              <a:rPr lang="sv-SE" sz="1800" err="1"/>
              <a:t>slides</a:t>
            </a:r>
            <a:r>
              <a:rPr lang="sv-SE" sz="1800"/>
              <a:t>) kan kan ni hoppa över det första steget då applikationen redan är konfigurerad för </a:t>
            </a:r>
            <a:r>
              <a:rPr lang="sv-SE" sz="1800" err="1"/>
              <a:t>Entity</a:t>
            </a:r>
            <a:r>
              <a:rPr lang="sv-SE" sz="1800"/>
              <a:t> </a:t>
            </a:r>
            <a:r>
              <a:rPr lang="sv-SE" sz="1800" err="1"/>
              <a:t>Framework</a:t>
            </a:r>
            <a:r>
              <a:rPr lang="sv-SE" sz="1800"/>
              <a:t> </a:t>
            </a:r>
            <a:r>
              <a:rPr lang="sv-SE" sz="1800" err="1"/>
              <a:t>Core</a:t>
            </a:r>
            <a:endParaRPr lang="sv-SE" sz="1800"/>
          </a:p>
          <a:p>
            <a:pPr lvl="1"/>
            <a:r>
              <a:rPr lang="sv-SE" sz="1800"/>
              <a:t>Lägg till </a:t>
            </a:r>
            <a:r>
              <a:rPr lang="sv-SE" sz="1800" i="1" err="1"/>
              <a:t>FirstName</a:t>
            </a:r>
            <a:r>
              <a:rPr lang="sv-SE" sz="1800"/>
              <a:t> och </a:t>
            </a:r>
            <a:r>
              <a:rPr lang="sv-SE" sz="1800" i="1" err="1"/>
              <a:t>LastName</a:t>
            </a:r>
            <a:r>
              <a:rPr lang="sv-SE" sz="1800"/>
              <a:t> i er </a:t>
            </a:r>
            <a:r>
              <a:rPr lang="sv-SE" sz="1800" i="1" err="1"/>
              <a:t>ApplicationUser</a:t>
            </a:r>
            <a:endParaRPr lang="sv-SE" sz="1800"/>
          </a:p>
          <a:p>
            <a:pPr marL="57150" indent="-514350">
              <a:buFont typeface="+mj-lt"/>
              <a:buAutoNum type="arabicPeriod"/>
            </a:pPr>
            <a:r>
              <a:rPr lang="sv-SE" sz="2400"/>
              <a:t>Använd </a:t>
            </a:r>
            <a:r>
              <a:rPr lang="sv-SE" sz="2400" err="1"/>
              <a:t>Identity</a:t>
            </a:r>
            <a:endParaRPr lang="sv-SE" sz="1100" b="1"/>
          </a:p>
          <a:p>
            <a:pPr marL="971550" lvl="1" indent="-514350">
              <a:buFont typeface="+mj-lt"/>
              <a:buAutoNum type="alphaLcParenR"/>
            </a:pPr>
            <a:r>
              <a:rPr lang="sv-SE" sz="1800"/>
              <a:t>Gör så att anrop till </a:t>
            </a:r>
            <a:r>
              <a:rPr lang="sv-SE" sz="1800" i="1"/>
              <a:t>/</a:t>
            </a:r>
            <a:r>
              <a:rPr lang="sv-SE" sz="1800" i="1" err="1"/>
              <a:t>members</a:t>
            </a:r>
            <a:r>
              <a:rPr lang="sv-SE" sz="1800"/>
              <a:t> automatiskt skickar icke-inloggade användare till inloggnings-sidan</a:t>
            </a:r>
          </a:p>
          <a:p>
            <a:pPr marL="971550" lvl="1" indent="-514350">
              <a:buFont typeface="+mj-lt"/>
              <a:buAutoNum type="alphaLcParenR"/>
            </a:pPr>
            <a:r>
              <a:rPr lang="sv-SE" sz="1800"/>
              <a:t>Implementera funktionaliteten för användar-registreringen</a:t>
            </a:r>
          </a:p>
          <a:p>
            <a:pPr marL="971550" lvl="1" indent="-514350">
              <a:buFont typeface="+mj-lt"/>
              <a:buAutoNum type="alphaLcParenR"/>
            </a:pPr>
            <a:r>
              <a:rPr lang="sv-SE" sz="1800"/>
              <a:t>Implementera funktionaliteten för inloggning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2400" b="1"/>
              <a:t>Om ni hinner</a:t>
            </a:r>
            <a:endParaRPr lang="en-US" sz="2400"/>
          </a:p>
          <a:p>
            <a:pPr marL="971550" lvl="1" indent="-514350">
              <a:buFont typeface="+mj-lt"/>
              <a:buAutoNum type="alphaLcParenR"/>
            </a:pPr>
            <a:r>
              <a:rPr lang="en-US" sz="1800" err="1"/>
              <a:t>Då</a:t>
            </a:r>
            <a:r>
              <a:rPr lang="en-US" sz="1800"/>
              <a:t> </a:t>
            </a:r>
            <a:r>
              <a:rPr lang="en-US" sz="1800" err="1"/>
              <a:t>en</a:t>
            </a:r>
            <a:r>
              <a:rPr lang="en-US" sz="1800"/>
              <a:t> </a:t>
            </a:r>
            <a:r>
              <a:rPr lang="en-US" sz="1800" err="1"/>
              <a:t>användare</a:t>
            </a:r>
            <a:r>
              <a:rPr lang="en-US" sz="1800"/>
              <a:t> </a:t>
            </a:r>
            <a:r>
              <a:rPr lang="en-US" sz="1800" err="1"/>
              <a:t>skapas</a:t>
            </a:r>
            <a:r>
              <a:rPr lang="en-US" sz="1800"/>
              <a:t> </a:t>
            </a:r>
            <a:r>
              <a:rPr lang="en-US" sz="1800" err="1"/>
              <a:t>ske</a:t>
            </a:r>
            <a:r>
              <a:rPr lang="en-US" sz="1800"/>
              <a:t> </a:t>
            </a:r>
            <a:r>
              <a:rPr lang="en-US" sz="1800" err="1"/>
              <a:t>minst</a:t>
            </a:r>
            <a:r>
              <a:rPr lang="en-US" sz="1800"/>
              <a:t> </a:t>
            </a:r>
            <a:r>
              <a:rPr lang="en-US" sz="1800" err="1"/>
              <a:t>ett</a:t>
            </a:r>
            <a:r>
              <a:rPr lang="en-US" sz="1800"/>
              <a:t> Claim </a:t>
            </a:r>
            <a:r>
              <a:rPr lang="en-US" sz="1800" err="1"/>
              <a:t>läggas</a:t>
            </a:r>
            <a:r>
              <a:rPr lang="en-US" sz="1800"/>
              <a:t> till </a:t>
            </a:r>
            <a:r>
              <a:rPr lang="en-US" sz="1800" err="1"/>
              <a:t>i</a:t>
            </a:r>
            <a:r>
              <a:rPr lang="en-US" sz="1800"/>
              <a:t> </a:t>
            </a:r>
            <a:r>
              <a:rPr lang="en-US" sz="1800" err="1"/>
              <a:t>databasen</a:t>
            </a:r>
            <a:r>
              <a:rPr lang="en-US" sz="1800"/>
              <a:t> – visa </a:t>
            </a:r>
            <a:r>
              <a:rPr lang="en-US" sz="1800" err="1"/>
              <a:t>sen</a:t>
            </a:r>
            <a:r>
              <a:rPr lang="en-US" sz="1800"/>
              <a:t> </a:t>
            </a:r>
            <a:r>
              <a:rPr lang="en-US" sz="1800" err="1"/>
              <a:t>upp</a:t>
            </a:r>
            <a:r>
              <a:rPr lang="en-US" sz="1800"/>
              <a:t> dem i </a:t>
            </a:r>
            <a:r>
              <a:rPr lang="en-US" sz="1800" i="1"/>
              <a:t>/members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err="1"/>
              <a:t>Lägg</a:t>
            </a:r>
            <a:r>
              <a:rPr lang="en-US" sz="1800"/>
              <a:t> till </a:t>
            </a:r>
            <a:r>
              <a:rPr lang="en-US" sz="1800" err="1"/>
              <a:t>en</a:t>
            </a:r>
            <a:r>
              <a:rPr lang="en-US" sz="1800"/>
              <a:t> </a:t>
            </a:r>
            <a:r>
              <a:rPr lang="en-US" sz="1800" err="1"/>
              <a:t>länk</a:t>
            </a:r>
            <a:r>
              <a:rPr lang="en-US" sz="1800"/>
              <a:t> </a:t>
            </a:r>
            <a:r>
              <a:rPr lang="en-US" sz="1800" err="1"/>
              <a:t>i</a:t>
            </a:r>
            <a:r>
              <a:rPr lang="en-US" sz="1800"/>
              <a:t> Layout-</a:t>
            </a:r>
            <a:r>
              <a:rPr lang="en-US" sz="1800" err="1"/>
              <a:t>filen</a:t>
            </a:r>
            <a:r>
              <a:rPr lang="en-US" sz="1800"/>
              <a:t> för </a:t>
            </a:r>
            <a:r>
              <a:rPr lang="en-US" sz="1800" err="1"/>
              <a:t>att</a:t>
            </a:r>
            <a:r>
              <a:rPr lang="en-US" sz="1800"/>
              <a:t> </a:t>
            </a:r>
            <a:r>
              <a:rPr lang="en-US" sz="1800" err="1"/>
              <a:t>logga</a:t>
            </a:r>
            <a:r>
              <a:rPr lang="en-US" sz="1800"/>
              <a:t> </a:t>
            </a:r>
            <a:r>
              <a:rPr lang="en-US" sz="1800" err="1"/>
              <a:t>ut</a:t>
            </a:r>
            <a:r>
              <a:rPr lang="en-US" sz="1800"/>
              <a:t> </a:t>
            </a:r>
            <a:r>
              <a:rPr lang="en-US" sz="1800" err="1"/>
              <a:t>användaren</a:t>
            </a:r>
            <a:r>
              <a:rPr lang="en-US" sz="1800"/>
              <a:t> (</a:t>
            </a:r>
            <a:r>
              <a:rPr lang="en-US" sz="1800" err="1"/>
              <a:t>länken</a:t>
            </a:r>
            <a:r>
              <a:rPr lang="en-US" sz="1800"/>
              <a:t> ska bara </a:t>
            </a:r>
            <a:r>
              <a:rPr lang="en-US" sz="1800" err="1"/>
              <a:t>synas</a:t>
            </a:r>
            <a:r>
              <a:rPr lang="en-US" sz="1800"/>
              <a:t> för </a:t>
            </a:r>
            <a:r>
              <a:rPr lang="en-US" sz="1800" err="1"/>
              <a:t>inloggade</a:t>
            </a:r>
            <a:r>
              <a:rPr lang="en-US" sz="1800"/>
              <a:t> </a:t>
            </a:r>
            <a:r>
              <a:rPr lang="en-US" sz="1800" err="1"/>
              <a:t>användare</a:t>
            </a:r>
            <a:r>
              <a:rPr lang="en-US" sz="1800"/>
              <a:t>)</a:t>
            </a:r>
            <a:endParaRPr lang="sv-SE" sz="1800"/>
          </a:p>
          <a:p>
            <a:pPr marL="971550" lvl="1" indent="-514350">
              <a:buFont typeface="+mj-lt"/>
              <a:buAutoNum type="alphaLcParenR"/>
            </a:pPr>
            <a:r>
              <a:rPr lang="sv-SE" sz="1800"/>
              <a:t>Vid lyckad registrering ska användaren nu automatiskt loggas in och skickas direkt till /</a:t>
            </a:r>
            <a:r>
              <a:rPr lang="sv-SE" sz="1800" i="1" err="1"/>
              <a:t>members</a:t>
            </a:r>
            <a:endParaRPr lang="en-US" sz="1800" i="1"/>
          </a:p>
          <a:p>
            <a:pPr marL="971550" lvl="1" indent="-514350">
              <a:buFont typeface="+mj-lt"/>
              <a:buAutoNum type="alphaLcParenR"/>
            </a:pPr>
            <a:r>
              <a:rPr lang="en-US" sz="1800"/>
              <a:t>Visa nu </a:t>
            </a:r>
            <a:r>
              <a:rPr lang="en-US" sz="1800" err="1"/>
              <a:t>även</a:t>
            </a:r>
            <a:r>
              <a:rPr lang="en-US" sz="1800"/>
              <a:t> </a:t>
            </a:r>
            <a:r>
              <a:rPr lang="en-US" sz="1800" err="1"/>
              <a:t>upp</a:t>
            </a:r>
            <a:r>
              <a:rPr lang="en-US" sz="1800"/>
              <a:t> den </a:t>
            </a:r>
            <a:r>
              <a:rPr lang="en-US" sz="1800" err="1"/>
              <a:t>inloggades</a:t>
            </a:r>
            <a:r>
              <a:rPr lang="en-US" sz="1800"/>
              <a:t> för- </a:t>
            </a:r>
            <a:r>
              <a:rPr lang="en-US" sz="1800" err="1"/>
              <a:t>och</a:t>
            </a:r>
            <a:r>
              <a:rPr lang="en-US" sz="1800"/>
              <a:t> </a:t>
            </a:r>
            <a:r>
              <a:rPr lang="en-US" sz="1800" err="1"/>
              <a:t>efternamn</a:t>
            </a:r>
            <a:r>
              <a:rPr lang="en-US" sz="1800"/>
              <a:t> </a:t>
            </a:r>
            <a:r>
              <a:rPr lang="sv-SE" sz="1800"/>
              <a:t>då </a:t>
            </a:r>
            <a:r>
              <a:rPr lang="en-US" sz="1800"/>
              <a:t>man </a:t>
            </a:r>
            <a:r>
              <a:rPr lang="en-US" sz="1800" err="1"/>
              <a:t>besöker</a:t>
            </a:r>
            <a:r>
              <a:rPr lang="en-US" sz="1800"/>
              <a:t> /</a:t>
            </a:r>
            <a:r>
              <a:rPr lang="en-US" sz="1800" i="1"/>
              <a:t>members</a:t>
            </a:r>
            <a:endParaRPr lang="en-US" sz="1800"/>
          </a:p>
          <a:p>
            <a:pPr marL="971550" lvl="1" indent="-514350">
              <a:buFont typeface="+mj-lt"/>
              <a:buAutoNum type="alphaLcParenR"/>
            </a:pPr>
            <a:r>
              <a:rPr lang="en-US" sz="1800" err="1"/>
              <a:t>Utöka</a:t>
            </a:r>
            <a:r>
              <a:rPr lang="en-US" sz="1800"/>
              <a:t> </a:t>
            </a:r>
            <a:r>
              <a:rPr lang="en-US" sz="1800" i="1" err="1"/>
              <a:t>ApplicationUser</a:t>
            </a:r>
            <a:r>
              <a:rPr lang="en-US" sz="1800"/>
              <a:t> till </a:t>
            </a:r>
            <a:r>
              <a:rPr lang="en-US" sz="1800" err="1"/>
              <a:t>att</a:t>
            </a:r>
            <a:r>
              <a:rPr lang="en-US" sz="1800"/>
              <a:t> </a:t>
            </a:r>
            <a:r>
              <a:rPr lang="en-US" sz="1800" err="1"/>
              <a:t>innehålla</a:t>
            </a:r>
            <a:r>
              <a:rPr lang="en-US" sz="1800"/>
              <a:t> </a:t>
            </a:r>
            <a:r>
              <a:rPr lang="en-US" sz="1800" err="1"/>
              <a:t>ytterligare</a:t>
            </a:r>
            <a:r>
              <a:rPr lang="en-US" sz="1800"/>
              <a:t> </a:t>
            </a:r>
            <a:r>
              <a:rPr lang="en-US" sz="1800" err="1"/>
              <a:t>en</a:t>
            </a:r>
            <a:r>
              <a:rPr lang="en-US" sz="1800"/>
              <a:t> </a:t>
            </a:r>
            <a:r>
              <a:rPr lang="en-US" sz="1800" err="1"/>
              <a:t>valfri</a:t>
            </a:r>
            <a:r>
              <a:rPr lang="en-US" sz="1800"/>
              <a:t> property per </a:t>
            </a:r>
            <a:r>
              <a:rPr lang="en-US" sz="1800" err="1"/>
              <a:t>användare</a:t>
            </a:r>
            <a:r>
              <a:rPr lang="en-US" sz="1800"/>
              <a:t> </a:t>
            </a:r>
            <a:r>
              <a:rPr lang="en-US" sz="1800" err="1"/>
              <a:t>som</a:t>
            </a:r>
            <a:r>
              <a:rPr lang="en-US" sz="1800"/>
              <a:t> </a:t>
            </a:r>
            <a:r>
              <a:rPr lang="en-US" sz="1800" err="1"/>
              <a:t>användaren</a:t>
            </a:r>
            <a:r>
              <a:rPr lang="en-US" sz="1800"/>
              <a:t> nu </a:t>
            </a:r>
            <a:r>
              <a:rPr lang="en-US" sz="1800" err="1"/>
              <a:t>måste</a:t>
            </a:r>
            <a:r>
              <a:rPr lang="en-US" sz="1800"/>
              <a:t> </a:t>
            </a:r>
            <a:r>
              <a:rPr lang="en-US" sz="1800" err="1"/>
              <a:t>ange</a:t>
            </a:r>
            <a:r>
              <a:rPr lang="en-US" sz="1800"/>
              <a:t> </a:t>
            </a:r>
            <a:r>
              <a:rPr lang="en-US" sz="1800" err="1"/>
              <a:t>i</a:t>
            </a:r>
            <a:r>
              <a:rPr lang="en-US" sz="1800"/>
              <a:t> </a:t>
            </a:r>
            <a:r>
              <a:rPr lang="sv-SE" sz="1800"/>
              <a:t>registrerings-formuläret</a:t>
            </a:r>
          </a:p>
        </p:txBody>
      </p:sp>
    </p:spTree>
    <p:extLst>
      <p:ext uri="{BB962C8B-B14F-4D97-AF65-F5344CB8AC3E}">
        <p14:creationId xmlns:p14="http://schemas.microsoft.com/office/powerpoint/2010/main" val="458914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2143</Words>
  <Application>Microsoft Office PowerPoint</Application>
  <PresentationFormat>Widescreen</PresentationFormat>
  <Paragraphs>324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Cascadia Mono</vt:lpstr>
      <vt:lpstr>Consolas</vt:lpstr>
      <vt:lpstr>Segoe UI Light</vt:lpstr>
      <vt:lpstr>Office Theme</vt:lpstr>
      <vt:lpstr>ASP.NET MVC Identity</vt:lpstr>
      <vt:lpstr>Innehåll</vt:lpstr>
      <vt:lpstr>Vad är Identity?</vt:lpstr>
      <vt:lpstr>Demo: IdentityDemo_Start.zip</vt:lpstr>
      <vt:lpstr>Att konfigurera Identity</vt:lpstr>
      <vt:lpstr>1. Konfigurera Entity Framework</vt:lpstr>
      <vt:lpstr>2. Lägg till Nuget-paket</vt:lpstr>
      <vt:lpstr>3. Skapa en ApplicationUser-klass</vt:lpstr>
      <vt:lpstr>4. Uppdatera Context-klassens basklass</vt:lpstr>
      <vt:lpstr>5. Konfigurera Program-klassen</vt:lpstr>
      <vt:lpstr>6. Kör EF-Kommandon</vt:lpstr>
      <vt:lpstr>Identity och Clean Architecture</vt:lpstr>
      <vt:lpstr>Identity och Clean Architecture</vt:lpstr>
      <vt:lpstr>Identity och Clean Architecture</vt:lpstr>
      <vt:lpstr>Identity och Clean Architecture</vt:lpstr>
      <vt:lpstr>Att använda Identity</vt:lpstr>
      <vt:lpstr>Att använda Identity</vt:lpstr>
      <vt:lpstr>Att använda Identity</vt:lpstr>
      <vt:lpstr>Att använda Identity</vt:lpstr>
      <vt:lpstr>User-propertyn</vt:lpstr>
      <vt:lpstr>Authorize-filtret</vt:lpstr>
      <vt:lpstr>AllowAnonymous-filtret</vt:lpstr>
      <vt:lpstr>Claims</vt:lpstr>
      <vt:lpstr>Claims utan Identity</vt:lpstr>
      <vt:lpstr>Claims med Identity</vt:lpstr>
      <vt:lpstr>Seedningslogik</vt:lpstr>
      <vt:lpstr>Diskussion</vt:lpstr>
      <vt:lpstr>Grupparbete: Identity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Pontus Wittenmark</dc:creator>
  <cp:lastModifiedBy>Pontus Wittenmark</cp:lastModifiedBy>
  <cp:revision>1</cp:revision>
  <dcterms:created xsi:type="dcterms:W3CDTF">2013-06-05T07:16:43Z</dcterms:created>
  <dcterms:modified xsi:type="dcterms:W3CDTF">2025-06-12T07:29:49Z</dcterms:modified>
</cp:coreProperties>
</file>
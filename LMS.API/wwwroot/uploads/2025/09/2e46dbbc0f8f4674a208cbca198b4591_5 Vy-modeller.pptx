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12"/>
  </p:notesMasterIdLst>
  <p:sldIdLst>
    <p:sldId id="293" r:id="rId2"/>
    <p:sldId id="304" r:id="rId3"/>
    <p:sldId id="334" r:id="rId4"/>
    <p:sldId id="385" r:id="rId5"/>
    <p:sldId id="349" r:id="rId6"/>
    <p:sldId id="352" r:id="rId7"/>
    <p:sldId id="383" r:id="rId8"/>
    <p:sldId id="384" r:id="rId9"/>
    <p:sldId id="273" r:id="rId10"/>
    <p:sldId id="35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8DA382-412C-81BB-435D-25D7498BFEE4}" v="3" dt="2025-05-20T15:14:07.663"/>
    <p1510:client id="{7AA972E0-92AF-4CAF-86F1-1825A1B603AF}" v="2" dt="2025-05-20T09:40:51.5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tus Wittenmark" userId="f735600e1fbeff6c" providerId="LiveId" clId="{9C2135FE-F664-4334-BE37-ABF04EDCCD10}"/>
    <pc:docChg chg="custSel addSld modSld sldOrd">
      <pc:chgData name="Pontus Wittenmark" userId="f735600e1fbeff6c" providerId="LiveId" clId="{9C2135FE-F664-4334-BE37-ABF04EDCCD10}" dt="2022-07-14T07:37:08.996" v="265" actId="6549"/>
      <pc:docMkLst>
        <pc:docMk/>
      </pc:docMkLst>
      <pc:sldChg chg="modSp mod">
        <pc:chgData name="Pontus Wittenmark" userId="f735600e1fbeff6c" providerId="LiveId" clId="{9C2135FE-F664-4334-BE37-ABF04EDCCD10}" dt="2022-07-14T07:36:37.742" v="261" actId="20577"/>
        <pc:sldMkLst>
          <pc:docMk/>
          <pc:sldMk cId="2371158586" sldId="304"/>
        </pc:sldMkLst>
      </pc:sldChg>
      <pc:sldChg chg="modSp">
        <pc:chgData name="Pontus Wittenmark" userId="f735600e1fbeff6c" providerId="LiveId" clId="{9C2135FE-F664-4334-BE37-ABF04EDCCD10}" dt="2022-07-14T07:36:57.203" v="263" actId="20577"/>
        <pc:sldMkLst>
          <pc:docMk/>
          <pc:sldMk cId="3672348178" sldId="334"/>
        </pc:sldMkLst>
      </pc:sldChg>
      <pc:sldChg chg="modSp mod">
        <pc:chgData name="Pontus Wittenmark" userId="f735600e1fbeff6c" providerId="LiveId" clId="{9C2135FE-F664-4334-BE37-ABF04EDCCD10}" dt="2022-07-14T07:36:45.774" v="262" actId="6549"/>
        <pc:sldMkLst>
          <pc:docMk/>
          <pc:sldMk cId="1520789924" sldId="349"/>
        </pc:sldMkLst>
      </pc:sldChg>
      <pc:sldChg chg="modSp mod">
        <pc:chgData name="Pontus Wittenmark" userId="f735600e1fbeff6c" providerId="LiveId" clId="{9C2135FE-F664-4334-BE37-ABF04EDCCD10}" dt="2022-07-14T07:37:08.996" v="265" actId="6549"/>
        <pc:sldMkLst>
          <pc:docMk/>
          <pc:sldMk cId="3729689977" sldId="350"/>
        </pc:sldMkLst>
      </pc:sldChg>
      <pc:sldChg chg="addSp modSp add mod ord">
        <pc:chgData name="Pontus Wittenmark" userId="f735600e1fbeff6c" providerId="LiveId" clId="{9C2135FE-F664-4334-BE37-ABF04EDCCD10}" dt="2022-07-14T07:36:21.585" v="258" actId="5793"/>
        <pc:sldMkLst>
          <pc:docMk/>
          <pc:sldMk cId="4167105790" sldId="352"/>
        </pc:sldMkLst>
      </pc:sldChg>
    </pc:docChg>
  </pc:docChgLst>
  <pc:docChgLst>
    <pc:chgData name="Pontus Wittenmark" userId="f735600e1fbeff6c" providerId="LiveId" clId="{DBFBBAE7-705E-469C-BE1C-219F2FD228D8}"/>
    <pc:docChg chg="modSld">
      <pc:chgData name="Pontus Wittenmark" userId="f735600e1fbeff6c" providerId="LiveId" clId="{DBFBBAE7-705E-469C-BE1C-219F2FD228D8}" dt="2023-08-11T14:52:27.395" v="11" actId="20577"/>
      <pc:docMkLst>
        <pc:docMk/>
      </pc:docMkLst>
    </pc:docChg>
  </pc:docChgLst>
  <pc:docChgLst>
    <pc:chgData name="Pontus Wittenmark" userId="f735600e1fbeff6c" providerId="LiveId" clId="{110F7E7E-6570-4E9C-ADEA-9A454CB3EEB3}"/>
    <pc:docChg chg="undo redo custSel modSld">
      <pc:chgData name="Pontus Wittenmark" userId="f735600e1fbeff6c" providerId="LiveId" clId="{110F7E7E-6570-4E9C-ADEA-9A454CB3EEB3}" dt="2024-11-27T14:46:22.562" v="854" actId="20577"/>
      <pc:docMkLst>
        <pc:docMk/>
      </pc:docMkLst>
      <pc:sldChg chg="modSp mod">
        <pc:chgData name="Pontus Wittenmark" userId="f735600e1fbeff6c" providerId="LiveId" clId="{110F7E7E-6570-4E9C-ADEA-9A454CB3EEB3}" dt="2024-11-13T15:26:51.909" v="640" actId="20577"/>
        <pc:sldMkLst>
          <pc:docMk/>
          <pc:sldMk cId="2863309433" sldId="273"/>
        </pc:sldMkLst>
      </pc:sldChg>
      <pc:sldChg chg="modSp mod">
        <pc:chgData name="Pontus Wittenmark" userId="f735600e1fbeff6c" providerId="LiveId" clId="{110F7E7E-6570-4E9C-ADEA-9A454CB3EEB3}" dt="2024-11-27T14:33:28.816" v="664"/>
        <pc:sldMkLst>
          <pc:docMk/>
          <pc:sldMk cId="1520789924" sldId="349"/>
        </pc:sldMkLst>
      </pc:sldChg>
      <pc:sldChg chg="modSp mod">
        <pc:chgData name="Pontus Wittenmark" userId="f735600e1fbeff6c" providerId="LiveId" clId="{110F7E7E-6570-4E9C-ADEA-9A454CB3EEB3}" dt="2024-11-27T14:46:22.562" v="854" actId="20577"/>
        <pc:sldMkLst>
          <pc:docMk/>
          <pc:sldMk cId="2822331732" sldId="383"/>
        </pc:sldMkLst>
      </pc:sldChg>
      <pc:sldChg chg="modSp mod">
        <pc:chgData name="Pontus Wittenmark" userId="f735600e1fbeff6c" providerId="LiveId" clId="{110F7E7E-6570-4E9C-ADEA-9A454CB3EEB3}" dt="2024-11-13T12:24:28.594" v="185" actId="20577"/>
        <pc:sldMkLst>
          <pc:docMk/>
          <pc:sldMk cId="3612614399" sldId="385"/>
        </pc:sldMkLst>
      </pc:sldChg>
    </pc:docChg>
  </pc:docChgLst>
  <pc:docChgLst>
    <pc:chgData name="Pontus Wittenmark" userId="f735600e1fbeff6c" providerId="LiveId" clId="{3C021172-F0B6-4E3C-828C-F0DB73797595}"/>
    <pc:docChg chg="undo custSel modSld">
      <pc:chgData name="Pontus Wittenmark" userId="f735600e1fbeff6c" providerId="LiveId" clId="{3C021172-F0B6-4E3C-828C-F0DB73797595}" dt="2025-04-30T12:52:49.965" v="54" actId="20577"/>
      <pc:docMkLst>
        <pc:docMk/>
      </pc:docMkLst>
      <pc:sldChg chg="modSp mod">
        <pc:chgData name="Pontus Wittenmark" userId="f735600e1fbeff6c" providerId="LiveId" clId="{3C021172-F0B6-4E3C-828C-F0DB73797595}" dt="2025-04-30T12:52:49.965" v="54" actId="20577"/>
        <pc:sldMkLst>
          <pc:docMk/>
          <pc:sldMk cId="2822331732" sldId="383"/>
        </pc:sldMkLst>
        <pc:spChg chg="mod">
          <ac:chgData name="Pontus Wittenmark" userId="f735600e1fbeff6c" providerId="LiveId" clId="{3C021172-F0B6-4E3C-828C-F0DB73797595}" dt="2025-04-30T12:52:49.965" v="54" actId="20577"/>
          <ac:spMkLst>
            <pc:docMk/>
            <pc:sldMk cId="2822331732" sldId="383"/>
            <ac:spMk id="12" creationId="{5E1EC0CF-B4AD-B142-412A-953D2C6DD21F}"/>
          </ac:spMkLst>
        </pc:spChg>
      </pc:sldChg>
      <pc:sldChg chg="modSp mod">
        <pc:chgData name="Pontus Wittenmark" userId="f735600e1fbeff6c" providerId="LiveId" clId="{3C021172-F0B6-4E3C-828C-F0DB73797595}" dt="2025-04-30T12:05:56.374" v="53" actId="20577"/>
        <pc:sldMkLst>
          <pc:docMk/>
          <pc:sldMk cId="3135921946" sldId="384"/>
        </pc:sldMkLst>
        <pc:spChg chg="mod">
          <ac:chgData name="Pontus Wittenmark" userId="f735600e1fbeff6c" providerId="LiveId" clId="{3C021172-F0B6-4E3C-828C-F0DB73797595}" dt="2025-04-30T12:05:56.374" v="53" actId="20577"/>
          <ac:spMkLst>
            <pc:docMk/>
            <pc:sldMk cId="3135921946" sldId="384"/>
            <ac:spMk id="2" creationId="{00000000-0000-0000-0000-000000000000}"/>
          </ac:spMkLst>
        </pc:spChg>
        <pc:spChg chg="mod">
          <ac:chgData name="Pontus Wittenmark" userId="f735600e1fbeff6c" providerId="LiveId" clId="{3C021172-F0B6-4E3C-828C-F0DB73797595}" dt="2025-04-30T12:05:21.617" v="52" actId="20577"/>
          <ac:spMkLst>
            <pc:docMk/>
            <pc:sldMk cId="3135921946" sldId="384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3C021172-F0B6-4E3C-828C-F0DB73797595}" dt="2025-04-30T12:03:12.820" v="34" actId="20577"/>
        <pc:sldMkLst>
          <pc:docMk/>
          <pc:sldMk cId="3612614399" sldId="385"/>
        </pc:sldMkLst>
        <pc:spChg chg="mod">
          <ac:chgData name="Pontus Wittenmark" userId="f735600e1fbeff6c" providerId="LiveId" clId="{3C021172-F0B6-4E3C-828C-F0DB73797595}" dt="2025-04-30T12:03:12.820" v="34" actId="20577"/>
          <ac:spMkLst>
            <pc:docMk/>
            <pc:sldMk cId="3612614399" sldId="385"/>
            <ac:spMk id="3" creationId="{00000000-0000-0000-0000-000000000000}"/>
          </ac:spMkLst>
        </pc:spChg>
      </pc:sldChg>
    </pc:docChg>
  </pc:docChgLst>
  <pc:docChgLst>
    <pc:chgData name="Pontus Wittenmark" userId="f735600e1fbeff6c" providerId="LiveId" clId="{E2F2374C-A785-4382-8CB1-A6990F0D1E7E}"/>
    <pc:docChg chg="undo custSel modSld">
      <pc:chgData name="Pontus Wittenmark" userId="f735600e1fbeff6c" providerId="LiveId" clId="{E2F2374C-A785-4382-8CB1-A6990F0D1E7E}" dt="2024-12-17T14:13:00.160" v="120" actId="20577"/>
      <pc:docMkLst>
        <pc:docMk/>
      </pc:docMkLst>
      <pc:sldChg chg="modSp mod">
        <pc:chgData name="Pontus Wittenmark" userId="f735600e1fbeff6c" providerId="LiveId" clId="{E2F2374C-A785-4382-8CB1-A6990F0D1E7E}" dt="2024-12-17T14:12:15.543" v="39" actId="20577"/>
        <pc:sldMkLst>
          <pc:docMk/>
          <pc:sldMk cId="1520789924" sldId="349"/>
        </pc:sldMkLst>
      </pc:sldChg>
      <pc:sldChg chg="modSp mod">
        <pc:chgData name="Pontus Wittenmark" userId="f735600e1fbeff6c" providerId="LiveId" clId="{E2F2374C-A785-4382-8CB1-A6990F0D1E7E}" dt="2024-12-17T14:13:00.160" v="120" actId="20577"/>
        <pc:sldMkLst>
          <pc:docMk/>
          <pc:sldMk cId="2822331732" sldId="383"/>
        </pc:sldMkLst>
      </pc:sldChg>
    </pc:docChg>
  </pc:docChgLst>
  <pc:docChgLst>
    <pc:chgData name="Pontus Wittenmark" userId="f735600e1fbeff6c" providerId="LiveId" clId="{63B67B3C-DB83-495E-8DE5-1D8C903DA278}"/>
    <pc:docChg chg="modSld">
      <pc:chgData name="Pontus Wittenmark" userId="f735600e1fbeff6c" providerId="LiveId" clId="{63B67B3C-DB83-495E-8DE5-1D8C903DA278}" dt="2023-03-21T13:47:31.345" v="8" actId="20577"/>
      <pc:docMkLst>
        <pc:docMk/>
      </pc:docMkLst>
      <pc:sldChg chg="modSp mod">
        <pc:chgData name="Pontus Wittenmark" userId="f735600e1fbeff6c" providerId="LiveId" clId="{63B67B3C-DB83-495E-8DE5-1D8C903DA278}" dt="2023-03-21T13:47:31.345" v="8" actId="20577"/>
        <pc:sldMkLst>
          <pc:docMk/>
          <pc:sldMk cId="1520789924" sldId="349"/>
        </pc:sldMkLst>
      </pc:sldChg>
    </pc:docChg>
  </pc:docChgLst>
  <pc:docChgLst>
    <pc:chgData name="Pontus Wittenmark" userId="f735600e1fbeff6c" providerId="LiveId" clId="{934864F4-9D93-4D9D-8360-FCA1AB6F9626}"/>
    <pc:docChg chg="custSel modSld sldOrd">
      <pc:chgData name="Pontus Wittenmark" userId="f735600e1fbeff6c" providerId="LiveId" clId="{934864F4-9D93-4D9D-8360-FCA1AB6F9626}" dt="2022-07-13T14:04:47.977" v="121"/>
      <pc:docMkLst>
        <pc:docMk/>
      </pc:docMkLst>
      <pc:sldChg chg="modSp mod">
        <pc:chgData name="Pontus Wittenmark" userId="f735600e1fbeff6c" providerId="LiveId" clId="{934864F4-9D93-4D9D-8360-FCA1AB6F9626}" dt="2022-07-13T14:00:03.163" v="6" actId="20577"/>
        <pc:sldMkLst>
          <pc:docMk/>
          <pc:sldMk cId="2863309433" sldId="273"/>
        </pc:sldMkLst>
      </pc:sldChg>
      <pc:sldChg chg="modSp mod">
        <pc:chgData name="Pontus Wittenmark" userId="f735600e1fbeff6c" providerId="LiveId" clId="{934864F4-9D93-4D9D-8360-FCA1AB6F9626}" dt="2022-07-13T14:04:15.062" v="117" actId="6549"/>
        <pc:sldMkLst>
          <pc:docMk/>
          <pc:sldMk cId="2371158586" sldId="304"/>
        </pc:sldMkLst>
      </pc:sldChg>
      <pc:sldChg chg="ord">
        <pc:chgData name="Pontus Wittenmark" userId="f735600e1fbeff6c" providerId="LiveId" clId="{934864F4-9D93-4D9D-8360-FCA1AB6F9626}" dt="2022-07-13T14:04:03.596" v="113"/>
        <pc:sldMkLst>
          <pc:docMk/>
          <pc:sldMk cId="3672348178" sldId="334"/>
        </pc:sldMkLst>
      </pc:sldChg>
      <pc:sldChg chg="modSp mod">
        <pc:chgData name="Pontus Wittenmark" userId="f735600e1fbeff6c" providerId="LiveId" clId="{934864F4-9D93-4D9D-8360-FCA1AB6F9626}" dt="2022-07-13T14:01:50.809" v="90" actId="20577"/>
        <pc:sldMkLst>
          <pc:docMk/>
          <pc:sldMk cId="1520789924" sldId="349"/>
        </pc:sldMkLst>
      </pc:sldChg>
      <pc:sldChg chg="modSp mod">
        <pc:chgData name="Pontus Wittenmark" userId="f735600e1fbeff6c" providerId="LiveId" clId="{934864F4-9D93-4D9D-8360-FCA1AB6F9626}" dt="2022-07-13T14:04:47.977" v="121"/>
        <pc:sldMkLst>
          <pc:docMk/>
          <pc:sldMk cId="3729689977" sldId="350"/>
        </pc:sldMkLst>
      </pc:sldChg>
      <pc:sldChg chg="modSp mod">
        <pc:chgData name="Pontus Wittenmark" userId="f735600e1fbeff6c" providerId="LiveId" clId="{934864F4-9D93-4D9D-8360-FCA1AB6F9626}" dt="2022-07-13T14:02:19.853" v="96" actId="20577"/>
        <pc:sldMkLst>
          <pc:docMk/>
          <pc:sldMk cId="3473804564" sldId="351"/>
        </pc:sldMkLst>
      </pc:sldChg>
    </pc:docChg>
  </pc:docChgLst>
  <pc:docChgLst>
    <pc:chgData name="Pontus Wittenmark" userId="f735600e1fbeff6c" providerId="LiveId" clId="{4BD49259-19AA-42EE-844C-7AEADE2C2D0F}"/>
    <pc:docChg chg="delSld">
      <pc:chgData name="Pontus Wittenmark" userId="f735600e1fbeff6c" providerId="LiveId" clId="{4BD49259-19AA-42EE-844C-7AEADE2C2D0F}" dt="2020-01-04T17:12:23.122" v="0" actId="47"/>
      <pc:docMkLst>
        <pc:docMk/>
      </pc:docMkLst>
      <pc:sldChg chg="del">
        <pc:chgData name="Pontus Wittenmark" userId="f735600e1fbeff6c" providerId="LiveId" clId="{4BD49259-19AA-42EE-844C-7AEADE2C2D0F}" dt="2020-01-04T17:12:23.122" v="0" actId="47"/>
        <pc:sldMkLst>
          <pc:docMk/>
          <pc:sldMk cId="3255575799" sldId="288"/>
        </pc:sldMkLst>
      </pc:sldChg>
      <pc:sldMasterChg chg="delSldLayout">
        <pc:chgData name="Pontus Wittenmark" userId="f735600e1fbeff6c" providerId="LiveId" clId="{4BD49259-19AA-42EE-844C-7AEADE2C2D0F}" dt="2020-01-04T17:12:23.122" v="0" actId="47"/>
        <pc:sldMasterMkLst>
          <pc:docMk/>
          <pc:sldMasterMk cId="1518213004" sldId="2147483688"/>
        </pc:sldMasterMkLst>
        <pc:sldLayoutChg chg="del">
          <pc:chgData name="Pontus Wittenmark" userId="f735600e1fbeff6c" providerId="LiveId" clId="{4BD49259-19AA-42EE-844C-7AEADE2C2D0F}" dt="2020-01-04T17:12:23.122" v="0" actId="47"/>
          <pc:sldLayoutMkLst>
            <pc:docMk/>
            <pc:sldMasterMk cId="1518213004" sldId="2147483688"/>
            <pc:sldLayoutMk cId="3160253678" sldId="2147483700"/>
          </pc:sldLayoutMkLst>
        </pc:sldLayoutChg>
      </pc:sldMasterChg>
    </pc:docChg>
  </pc:docChgLst>
  <pc:docChgLst>
    <pc:chgData name="Pontus Wittenmark" userId="f735600e1fbeff6c" providerId="LiveId" clId="{40E5DF63-DC51-4DC3-99EC-D895AB262DCB}"/>
    <pc:docChg chg="modSld">
      <pc:chgData name="Pontus Wittenmark" userId="f735600e1fbeff6c" providerId="LiveId" clId="{40E5DF63-DC51-4DC3-99EC-D895AB262DCB}" dt="2022-09-20T09:52:30.385" v="0" actId="12"/>
      <pc:docMkLst>
        <pc:docMk/>
      </pc:docMkLst>
      <pc:sldChg chg="modSp mod">
        <pc:chgData name="Pontus Wittenmark" userId="f735600e1fbeff6c" providerId="LiveId" clId="{40E5DF63-DC51-4DC3-99EC-D895AB262DCB}" dt="2022-09-20T09:52:30.385" v="0" actId="12"/>
        <pc:sldMkLst>
          <pc:docMk/>
          <pc:sldMk cId="3729689977" sldId="350"/>
        </pc:sldMkLst>
      </pc:sldChg>
    </pc:docChg>
  </pc:docChgLst>
  <pc:docChgLst>
    <pc:chgData name="Pontus Wittenmark" userId="f735600e1fbeff6c" providerId="LiveId" clId="{2B69B4DF-117C-4D1B-8CDC-47407CEC79A3}"/>
    <pc:docChg chg="modSld">
      <pc:chgData name="Pontus Wittenmark" userId="f735600e1fbeff6c" providerId="LiveId" clId="{2B69B4DF-117C-4D1B-8CDC-47407CEC79A3}" dt="2021-09-10T10:54:53.685" v="4" actId="20577"/>
      <pc:docMkLst>
        <pc:docMk/>
      </pc:docMkLst>
      <pc:sldChg chg="modSp mod">
        <pc:chgData name="Pontus Wittenmark" userId="f735600e1fbeff6c" providerId="LiveId" clId="{2B69B4DF-117C-4D1B-8CDC-47407CEC79A3}" dt="2021-09-10T10:54:53.685" v="4" actId="20577"/>
        <pc:sldMkLst>
          <pc:docMk/>
          <pc:sldMk cId="3729689977" sldId="350"/>
        </pc:sldMkLst>
      </pc:sldChg>
    </pc:docChg>
  </pc:docChgLst>
  <pc:docChgLst>
    <pc:chgData name="Pontus Wittenmark" userId="f735600e1fbeff6c" providerId="LiveId" clId="{FE881E51-EF6F-49F6-97EF-C7EC09BD1262}"/>
    <pc:docChg chg="undo custSel delSld modSld">
      <pc:chgData name="Pontus Wittenmark" userId="f735600e1fbeff6c" providerId="LiveId" clId="{FE881E51-EF6F-49F6-97EF-C7EC09BD1262}" dt="2022-01-13T14:31:48.497" v="150" actId="20577"/>
      <pc:docMkLst>
        <pc:docMk/>
      </pc:docMkLst>
      <pc:sldChg chg="modSp mod">
        <pc:chgData name="Pontus Wittenmark" userId="f735600e1fbeff6c" providerId="LiveId" clId="{FE881E51-EF6F-49F6-97EF-C7EC09BD1262}" dt="2022-01-13T14:31:48.497" v="150" actId="20577"/>
        <pc:sldMkLst>
          <pc:docMk/>
          <pc:sldMk cId="2863309433" sldId="273"/>
        </pc:sldMkLst>
      </pc:sldChg>
      <pc:sldChg chg="modSp mod">
        <pc:chgData name="Pontus Wittenmark" userId="f735600e1fbeff6c" providerId="LiveId" clId="{FE881E51-EF6F-49F6-97EF-C7EC09BD1262}" dt="2021-12-20T14:25:23.173" v="1" actId="20577"/>
        <pc:sldMkLst>
          <pc:docMk/>
          <pc:sldMk cId="2760819910" sldId="293"/>
        </pc:sldMkLst>
      </pc:sldChg>
      <pc:sldChg chg="modSp mod">
        <pc:chgData name="Pontus Wittenmark" userId="f735600e1fbeff6c" providerId="LiveId" clId="{FE881E51-EF6F-49F6-97EF-C7EC09BD1262}" dt="2022-01-13T14:28:24.859" v="18" actId="20577"/>
        <pc:sldMkLst>
          <pc:docMk/>
          <pc:sldMk cId="2371158586" sldId="304"/>
        </pc:sldMkLst>
      </pc:sldChg>
      <pc:sldChg chg="modSp mod">
        <pc:chgData name="Pontus Wittenmark" userId="f735600e1fbeff6c" providerId="LiveId" clId="{FE881E51-EF6F-49F6-97EF-C7EC09BD1262}" dt="2022-01-13T14:28:49.362" v="23" actId="20577"/>
        <pc:sldMkLst>
          <pc:docMk/>
          <pc:sldMk cId="3672348178" sldId="334"/>
        </pc:sldMkLst>
      </pc:sldChg>
      <pc:sldChg chg="modSp del mod">
        <pc:chgData name="Pontus Wittenmark" userId="f735600e1fbeff6c" providerId="LiveId" clId="{FE881E51-EF6F-49F6-97EF-C7EC09BD1262}" dt="2022-01-13T14:30:27.652" v="80" actId="47"/>
        <pc:sldMkLst>
          <pc:docMk/>
          <pc:sldMk cId="1502043322" sldId="347"/>
        </pc:sldMkLst>
      </pc:sldChg>
      <pc:sldChg chg="modSp mod">
        <pc:chgData name="Pontus Wittenmark" userId="f735600e1fbeff6c" providerId="LiveId" clId="{FE881E51-EF6F-49F6-97EF-C7EC09BD1262}" dt="2022-01-13T14:29:11.822" v="24" actId="6549"/>
        <pc:sldMkLst>
          <pc:docMk/>
          <pc:sldMk cId="1520789924" sldId="349"/>
        </pc:sldMkLst>
      </pc:sldChg>
      <pc:sldChg chg="modSp mod">
        <pc:chgData name="Pontus Wittenmark" userId="f735600e1fbeff6c" providerId="LiveId" clId="{FE881E51-EF6F-49F6-97EF-C7EC09BD1262}" dt="2022-01-13T14:28:38.894" v="21" actId="6549"/>
        <pc:sldMkLst>
          <pc:docMk/>
          <pc:sldMk cId="3729689977" sldId="350"/>
        </pc:sldMkLst>
      </pc:sldChg>
      <pc:sldChg chg="modSp mod">
        <pc:chgData name="Pontus Wittenmark" userId="f735600e1fbeff6c" providerId="LiveId" clId="{FE881E51-EF6F-49F6-97EF-C7EC09BD1262}" dt="2022-01-13T14:30:34.596" v="83" actId="20577"/>
        <pc:sldMkLst>
          <pc:docMk/>
          <pc:sldMk cId="3473804564" sldId="351"/>
        </pc:sldMkLst>
      </pc:sldChg>
    </pc:docChg>
  </pc:docChgLst>
  <pc:docChgLst>
    <pc:chgData name="Pontus Wittenmark" userId="f735600e1fbeff6c" providerId="LiveId" clId="{43D7413E-DF33-4D66-A59F-1548DA9261F2}"/>
    <pc:docChg chg="undo custSel addSld modSld">
      <pc:chgData name="Pontus Wittenmark" userId="f735600e1fbeff6c" providerId="LiveId" clId="{43D7413E-DF33-4D66-A59F-1548DA9261F2}" dt="2022-08-11T08:37:15.768" v="287"/>
      <pc:docMkLst>
        <pc:docMk/>
      </pc:docMkLst>
      <pc:sldChg chg="modSp mod">
        <pc:chgData name="Pontus Wittenmark" userId="f735600e1fbeff6c" providerId="LiveId" clId="{43D7413E-DF33-4D66-A59F-1548DA9261F2}" dt="2022-08-11T08:33:35.327" v="86" actId="20577"/>
        <pc:sldMkLst>
          <pc:docMk/>
          <pc:sldMk cId="2371158586" sldId="304"/>
        </pc:sldMkLst>
      </pc:sldChg>
      <pc:sldChg chg="modSp mod">
        <pc:chgData name="Pontus Wittenmark" userId="f735600e1fbeff6c" providerId="LiveId" clId="{43D7413E-DF33-4D66-A59F-1548DA9261F2}" dt="2022-08-11T08:36:21.840" v="284" actId="20577"/>
        <pc:sldMkLst>
          <pc:docMk/>
          <pc:sldMk cId="1520789924" sldId="349"/>
        </pc:sldMkLst>
      </pc:sldChg>
      <pc:sldChg chg="addSp delSp modSp add mod">
        <pc:chgData name="Pontus Wittenmark" userId="f735600e1fbeff6c" providerId="LiveId" clId="{43D7413E-DF33-4D66-A59F-1548DA9261F2}" dt="2022-08-11T08:37:15.768" v="287"/>
        <pc:sldMkLst>
          <pc:docMk/>
          <pc:sldMk cId="2822331732" sldId="383"/>
        </pc:sldMkLst>
      </pc:sldChg>
    </pc:docChg>
  </pc:docChgLst>
  <pc:docChgLst>
    <pc:chgData name="Pontus Wittenmark" userId="f735600e1fbeff6c" providerId="LiveId" clId="{D880EAFC-EDD7-4A12-9464-5B7B709F94C4}"/>
    <pc:docChg chg="undo custSel addSld delSld modSld sldOrd">
      <pc:chgData name="Pontus Wittenmark" userId="f735600e1fbeff6c" providerId="LiveId" clId="{D880EAFC-EDD7-4A12-9464-5B7B709F94C4}" dt="2022-12-15T12:24:47.111" v="1855" actId="20577"/>
      <pc:docMkLst>
        <pc:docMk/>
      </pc:docMkLst>
      <pc:sldChg chg="modSp mod">
        <pc:chgData name="Pontus Wittenmark" userId="f735600e1fbeff6c" providerId="LiveId" clId="{D880EAFC-EDD7-4A12-9464-5B7B709F94C4}" dt="2022-12-15T10:15:46.007" v="357" actId="20577"/>
        <pc:sldMkLst>
          <pc:docMk/>
          <pc:sldMk cId="2863309433" sldId="273"/>
        </pc:sldMkLst>
      </pc:sldChg>
      <pc:sldChg chg="modSp mod">
        <pc:chgData name="Pontus Wittenmark" userId="f735600e1fbeff6c" providerId="LiveId" clId="{D880EAFC-EDD7-4A12-9464-5B7B709F94C4}" dt="2022-12-15T12:23:54.811" v="1770" actId="20577"/>
        <pc:sldMkLst>
          <pc:docMk/>
          <pc:sldMk cId="2371158586" sldId="304"/>
        </pc:sldMkLst>
      </pc:sldChg>
      <pc:sldChg chg="modSp mod">
        <pc:chgData name="Pontus Wittenmark" userId="f735600e1fbeff6c" providerId="LiveId" clId="{D880EAFC-EDD7-4A12-9464-5B7B709F94C4}" dt="2022-12-15T10:39:01.616" v="1052" actId="20577"/>
        <pc:sldMkLst>
          <pc:docMk/>
          <pc:sldMk cId="1520789924" sldId="349"/>
        </pc:sldMkLst>
      </pc:sldChg>
      <pc:sldChg chg="modSp mod">
        <pc:chgData name="Pontus Wittenmark" userId="f735600e1fbeff6c" providerId="LiveId" clId="{D880EAFC-EDD7-4A12-9464-5B7B709F94C4}" dt="2022-12-15T08:24:35.317" v="2" actId="6549"/>
        <pc:sldMkLst>
          <pc:docMk/>
          <pc:sldMk cId="3729689977" sldId="350"/>
        </pc:sldMkLst>
      </pc:sldChg>
      <pc:sldChg chg="modSp mod">
        <pc:chgData name="Pontus Wittenmark" userId="f735600e1fbeff6c" providerId="LiveId" clId="{D880EAFC-EDD7-4A12-9464-5B7B709F94C4}" dt="2022-12-15T12:20:03.930" v="1423" actId="1076"/>
        <pc:sldMkLst>
          <pc:docMk/>
          <pc:sldMk cId="4167105790" sldId="352"/>
        </pc:sldMkLst>
      </pc:sldChg>
      <pc:sldChg chg="modSp mod">
        <pc:chgData name="Pontus Wittenmark" userId="f735600e1fbeff6c" providerId="LiveId" clId="{D880EAFC-EDD7-4A12-9464-5B7B709F94C4}" dt="2022-12-15T12:16:55.862" v="1057" actId="20577"/>
        <pc:sldMkLst>
          <pc:docMk/>
          <pc:sldMk cId="2822331732" sldId="383"/>
        </pc:sldMkLst>
      </pc:sldChg>
      <pc:sldChg chg="modSp add del mod ord">
        <pc:chgData name="Pontus Wittenmark" userId="f735600e1fbeff6c" providerId="LiveId" clId="{D880EAFC-EDD7-4A12-9464-5B7B709F94C4}" dt="2022-12-15T12:18:11.085" v="1203" actId="47"/>
        <pc:sldMkLst>
          <pc:docMk/>
          <pc:sldMk cId="1075479273" sldId="384"/>
        </pc:sldMkLst>
      </pc:sldChg>
      <pc:sldChg chg="modSp add mod ord">
        <pc:chgData name="Pontus Wittenmark" userId="f735600e1fbeff6c" providerId="LiveId" clId="{D880EAFC-EDD7-4A12-9464-5B7B709F94C4}" dt="2022-12-15T12:24:47.111" v="1855" actId="20577"/>
        <pc:sldMkLst>
          <pc:docMk/>
          <pc:sldMk cId="3135921946" sldId="384"/>
        </pc:sldMkLst>
      </pc:sldChg>
    </pc:docChg>
  </pc:docChgLst>
  <pc:docChgLst>
    <pc:chgData name="Pontus Wittenmark" userId="f735600e1fbeff6c" providerId="LiveId" clId="{89EA3B87-0892-4ACF-A984-664E599A42B5}"/>
    <pc:docChg chg="undo custSel modSld">
      <pc:chgData name="Pontus Wittenmark" userId="f735600e1fbeff6c" providerId="LiveId" clId="{89EA3B87-0892-4ACF-A984-664E599A42B5}" dt="2023-08-15T12:35:54.763" v="115" actId="6549"/>
      <pc:docMkLst>
        <pc:docMk/>
      </pc:docMkLst>
      <pc:sldChg chg="modSp mod">
        <pc:chgData name="Pontus Wittenmark" userId="f735600e1fbeff6c" providerId="LiveId" clId="{89EA3B87-0892-4ACF-A984-664E599A42B5}" dt="2023-08-15T12:35:40.314" v="114" actId="403"/>
        <pc:sldMkLst>
          <pc:docMk/>
          <pc:sldMk cId="3473804564" sldId="351"/>
        </pc:sldMkLst>
      </pc:sldChg>
      <pc:sldChg chg="modSp mod">
        <pc:chgData name="Pontus Wittenmark" userId="f735600e1fbeff6c" providerId="LiveId" clId="{89EA3B87-0892-4ACF-A984-664E599A42B5}" dt="2023-08-15T12:35:54.763" v="115" actId="6549"/>
        <pc:sldMkLst>
          <pc:docMk/>
          <pc:sldMk cId="3612614399" sldId="385"/>
        </pc:sldMkLst>
      </pc:sldChg>
    </pc:docChg>
  </pc:docChgLst>
  <pc:docChgLst>
    <pc:chgData name="Pontus Wittenmark" userId="f735600e1fbeff6c" providerId="LiveId" clId="{2936104B-CF1E-44B5-8AD2-722E6D066E13}"/>
    <pc:docChg chg="undo custSel modSld">
      <pc:chgData name="Pontus Wittenmark" userId="f735600e1fbeff6c" providerId="LiveId" clId="{2936104B-CF1E-44B5-8AD2-722E6D066E13}" dt="2021-03-22T14:12:40.772" v="262" actId="20577"/>
      <pc:docMkLst>
        <pc:docMk/>
      </pc:docMkLst>
      <pc:sldChg chg="modSp mod">
        <pc:chgData name="Pontus Wittenmark" userId="f735600e1fbeff6c" providerId="LiveId" clId="{2936104B-CF1E-44B5-8AD2-722E6D066E13}" dt="2021-03-18T10:18:42.093" v="51" actId="20577"/>
        <pc:sldMkLst>
          <pc:docMk/>
          <pc:sldMk cId="2863309433" sldId="273"/>
        </pc:sldMkLst>
      </pc:sldChg>
      <pc:sldChg chg="modSp mod">
        <pc:chgData name="Pontus Wittenmark" userId="f735600e1fbeff6c" providerId="LiveId" clId="{2936104B-CF1E-44B5-8AD2-722E6D066E13}" dt="2021-03-22T14:07:21.445" v="52" actId="20577"/>
        <pc:sldMkLst>
          <pc:docMk/>
          <pc:sldMk cId="2371158586" sldId="304"/>
        </pc:sldMkLst>
      </pc:sldChg>
      <pc:sldChg chg="modSp mod">
        <pc:chgData name="Pontus Wittenmark" userId="f735600e1fbeff6c" providerId="LiveId" clId="{2936104B-CF1E-44B5-8AD2-722E6D066E13}" dt="2021-03-22T14:11:04.039" v="165" actId="113"/>
        <pc:sldMkLst>
          <pc:docMk/>
          <pc:sldMk cId="3672348178" sldId="334"/>
        </pc:sldMkLst>
      </pc:sldChg>
      <pc:sldChg chg="modSp mod">
        <pc:chgData name="Pontus Wittenmark" userId="f735600e1fbeff6c" providerId="LiveId" clId="{2936104B-CF1E-44B5-8AD2-722E6D066E13}" dt="2021-03-22T14:12:07.580" v="252" actId="6549"/>
        <pc:sldMkLst>
          <pc:docMk/>
          <pc:sldMk cId="1520789924" sldId="349"/>
        </pc:sldMkLst>
      </pc:sldChg>
      <pc:sldChg chg="modSp mod">
        <pc:chgData name="Pontus Wittenmark" userId="f735600e1fbeff6c" providerId="LiveId" clId="{2936104B-CF1E-44B5-8AD2-722E6D066E13}" dt="2021-03-22T14:12:40.772" v="262" actId="20577"/>
        <pc:sldMkLst>
          <pc:docMk/>
          <pc:sldMk cId="3473804564" sldId="351"/>
        </pc:sldMkLst>
      </pc:sldChg>
    </pc:docChg>
  </pc:docChgLst>
  <pc:docChgLst>
    <pc:chgData name="Pontus Wittenmark" userId="f735600e1fbeff6c" providerId="LiveId" clId="{E288B815-0AFD-441A-BCAB-8B3A094F1CC1}"/>
    <pc:docChg chg="undo custSel modSld">
      <pc:chgData name="Pontus Wittenmark" userId="f735600e1fbeff6c" providerId="LiveId" clId="{E288B815-0AFD-441A-BCAB-8B3A094F1CC1}" dt="2022-01-12T10:28:57.531" v="355" actId="20577"/>
      <pc:docMkLst>
        <pc:docMk/>
      </pc:docMkLst>
      <pc:sldChg chg="modSp mod">
        <pc:chgData name="Pontus Wittenmark" userId="f735600e1fbeff6c" providerId="LiveId" clId="{E288B815-0AFD-441A-BCAB-8B3A094F1CC1}" dt="2022-01-11T15:48:19.124" v="196" actId="20577"/>
        <pc:sldMkLst>
          <pc:docMk/>
          <pc:sldMk cId="2863309433" sldId="273"/>
        </pc:sldMkLst>
      </pc:sldChg>
      <pc:sldChg chg="modSp mod">
        <pc:chgData name="Pontus Wittenmark" userId="f735600e1fbeff6c" providerId="LiveId" clId="{E288B815-0AFD-441A-BCAB-8B3A094F1CC1}" dt="2022-01-11T15:05:50.927" v="103" actId="20577"/>
        <pc:sldMkLst>
          <pc:docMk/>
          <pc:sldMk cId="2371158586" sldId="304"/>
        </pc:sldMkLst>
      </pc:sldChg>
      <pc:sldChg chg="modSp mod">
        <pc:chgData name="Pontus Wittenmark" userId="f735600e1fbeff6c" providerId="LiveId" clId="{E288B815-0AFD-441A-BCAB-8B3A094F1CC1}" dt="2022-01-11T15:04:41.901" v="56" actId="20577"/>
        <pc:sldMkLst>
          <pc:docMk/>
          <pc:sldMk cId="3672348178" sldId="334"/>
        </pc:sldMkLst>
      </pc:sldChg>
      <pc:sldChg chg="modSp mod">
        <pc:chgData name="Pontus Wittenmark" userId="f735600e1fbeff6c" providerId="LiveId" clId="{E288B815-0AFD-441A-BCAB-8B3A094F1CC1}" dt="2022-01-11T15:27:28.982" v="104" actId="20577"/>
        <pc:sldMkLst>
          <pc:docMk/>
          <pc:sldMk cId="1502043322" sldId="347"/>
        </pc:sldMkLst>
      </pc:sldChg>
      <pc:sldChg chg="modSp mod">
        <pc:chgData name="Pontus Wittenmark" userId="f735600e1fbeff6c" providerId="LiveId" clId="{E288B815-0AFD-441A-BCAB-8B3A094F1CC1}" dt="2022-01-12T10:28:57.531" v="355" actId="20577"/>
        <pc:sldMkLst>
          <pc:docMk/>
          <pc:sldMk cId="3729689977" sldId="350"/>
        </pc:sldMkLst>
      </pc:sldChg>
      <pc:sldChg chg="modSp mod">
        <pc:chgData name="Pontus Wittenmark" userId="f735600e1fbeff6c" providerId="LiveId" clId="{E288B815-0AFD-441A-BCAB-8B3A094F1CC1}" dt="2022-01-12T10:04:35.561" v="198" actId="20577"/>
        <pc:sldMkLst>
          <pc:docMk/>
          <pc:sldMk cId="3473804564" sldId="351"/>
        </pc:sldMkLst>
      </pc:sldChg>
    </pc:docChg>
  </pc:docChgLst>
  <pc:docChgLst>
    <pc:chgData name="Pontus Wittenmark" userId="f735600e1fbeff6c" providerId="LiveId" clId="{A968595A-08D2-45DA-9BF6-6D5BC519EA37}"/>
    <pc:docChg chg="custSel modSld">
      <pc:chgData name="Pontus Wittenmark" userId="f735600e1fbeff6c" providerId="LiveId" clId="{A968595A-08D2-45DA-9BF6-6D5BC519EA37}" dt="2023-02-14T12:50:40.033" v="123" actId="20577"/>
      <pc:docMkLst>
        <pc:docMk/>
      </pc:docMkLst>
      <pc:sldChg chg="modSp mod">
        <pc:chgData name="Pontus Wittenmark" userId="f735600e1fbeff6c" providerId="LiveId" clId="{A968595A-08D2-45DA-9BF6-6D5BC519EA37}" dt="2023-02-14T12:50:40.033" v="123" actId="20577"/>
        <pc:sldMkLst>
          <pc:docMk/>
          <pc:sldMk cId="2863309433" sldId="273"/>
        </pc:sldMkLst>
      </pc:sldChg>
      <pc:sldChg chg="modSp mod">
        <pc:chgData name="Pontus Wittenmark" userId="f735600e1fbeff6c" providerId="LiveId" clId="{A968595A-08D2-45DA-9BF6-6D5BC519EA37}" dt="2023-02-14T12:48:28.243" v="13" actId="20577"/>
        <pc:sldMkLst>
          <pc:docMk/>
          <pc:sldMk cId="2371158586" sldId="304"/>
        </pc:sldMkLst>
      </pc:sldChg>
      <pc:sldChg chg="modSp">
        <pc:chgData name="Pontus Wittenmark" userId="f735600e1fbeff6c" providerId="LiveId" clId="{A968595A-08D2-45DA-9BF6-6D5BC519EA37}" dt="2023-02-14T12:48:38.993" v="23" actId="20577"/>
        <pc:sldMkLst>
          <pc:docMk/>
          <pc:sldMk cId="3672348178" sldId="334"/>
        </pc:sldMkLst>
      </pc:sldChg>
      <pc:sldChg chg="modSp mod">
        <pc:chgData name="Pontus Wittenmark" userId="f735600e1fbeff6c" providerId="LiveId" clId="{A968595A-08D2-45DA-9BF6-6D5BC519EA37}" dt="2023-02-14T12:49:36.107" v="94" actId="20577"/>
        <pc:sldMkLst>
          <pc:docMk/>
          <pc:sldMk cId="3729689977" sldId="350"/>
        </pc:sldMkLst>
      </pc:sldChg>
      <pc:sldChg chg="modSp mod">
        <pc:chgData name="Pontus Wittenmark" userId="f735600e1fbeff6c" providerId="LiveId" clId="{A968595A-08D2-45DA-9BF6-6D5BC519EA37}" dt="2023-02-14T12:50:30.215" v="121" actId="114"/>
        <pc:sldMkLst>
          <pc:docMk/>
          <pc:sldMk cId="3135921946" sldId="384"/>
        </pc:sldMkLst>
      </pc:sldChg>
    </pc:docChg>
  </pc:docChgLst>
  <pc:docChgLst>
    <pc:chgData name="Pontus Wittenmark" userId="f735600e1fbeff6c" providerId="LiveId" clId="{4684EA00-76E2-428D-B9E4-3E12F73F46EB}"/>
    <pc:docChg chg="undo redo custSel modSld">
      <pc:chgData name="Pontus Wittenmark" userId="f735600e1fbeff6c" providerId="LiveId" clId="{4684EA00-76E2-428D-B9E4-3E12F73F46EB}" dt="2023-03-10T13:11:02.851" v="214" actId="404"/>
      <pc:docMkLst>
        <pc:docMk/>
      </pc:docMkLst>
      <pc:sldChg chg="modSp mod">
        <pc:chgData name="Pontus Wittenmark" userId="f735600e1fbeff6c" providerId="LiveId" clId="{4684EA00-76E2-428D-B9E4-3E12F73F46EB}" dt="2023-03-10T13:11:02.851" v="214" actId="404"/>
        <pc:sldMkLst>
          <pc:docMk/>
          <pc:sldMk cId="3473804564" sldId="351"/>
        </pc:sldMkLst>
      </pc:sldChg>
    </pc:docChg>
  </pc:docChgLst>
  <pc:docChgLst>
    <pc:chgData name="Pontus Wittenmark" userId="f735600e1fbeff6c" providerId="LiveId" clId="{1235E722-EC29-4E46-A7AC-ABD89A86361B}"/>
    <pc:docChg chg="undo custSel modSld">
      <pc:chgData name="Pontus Wittenmark" userId="f735600e1fbeff6c" providerId="LiveId" clId="{1235E722-EC29-4E46-A7AC-ABD89A86361B}" dt="2022-12-08T09:44:29.439" v="34" actId="20577"/>
      <pc:docMkLst>
        <pc:docMk/>
      </pc:docMkLst>
      <pc:sldChg chg="modSp mod">
        <pc:chgData name="Pontus Wittenmark" userId="f735600e1fbeff6c" providerId="LiveId" clId="{1235E722-EC29-4E46-A7AC-ABD89A86361B}" dt="2022-12-08T09:44:29.439" v="34" actId="20577"/>
        <pc:sldMkLst>
          <pc:docMk/>
          <pc:sldMk cId="3473804564" sldId="351"/>
        </pc:sldMkLst>
      </pc:sldChg>
    </pc:docChg>
  </pc:docChgLst>
  <pc:docChgLst>
    <pc:chgData name="Pontus Wittenmark" userId="f735600e1fbeff6c" providerId="LiveId" clId="{453F148F-AD00-4BA3-ADDB-030BE18920C1}"/>
    <pc:docChg chg="undo custSel modSld sldOrd">
      <pc:chgData name="Pontus Wittenmark" userId="f735600e1fbeff6c" providerId="LiveId" clId="{453F148F-AD00-4BA3-ADDB-030BE18920C1}" dt="2020-04-06T13:12:21.501" v="240" actId="20577"/>
      <pc:docMkLst>
        <pc:docMk/>
      </pc:docMkLst>
      <pc:sldChg chg="modSp">
        <pc:chgData name="Pontus Wittenmark" userId="f735600e1fbeff6c" providerId="LiveId" clId="{453F148F-AD00-4BA3-ADDB-030BE18920C1}" dt="2020-04-06T12:09:28.727" v="12" actId="20577"/>
        <pc:sldMkLst>
          <pc:docMk/>
          <pc:sldMk cId="2371158586" sldId="304"/>
        </pc:sldMkLst>
      </pc:sldChg>
      <pc:sldChg chg="modSp">
        <pc:chgData name="Pontus Wittenmark" userId="f735600e1fbeff6c" providerId="LiveId" clId="{453F148F-AD00-4BA3-ADDB-030BE18920C1}" dt="2020-04-06T13:10:58.191" v="207" actId="20577"/>
        <pc:sldMkLst>
          <pc:docMk/>
          <pc:sldMk cId="3672348178" sldId="334"/>
        </pc:sldMkLst>
      </pc:sldChg>
      <pc:sldChg chg="modSp ord">
        <pc:chgData name="Pontus Wittenmark" userId="f735600e1fbeff6c" providerId="LiveId" clId="{453F148F-AD00-4BA3-ADDB-030BE18920C1}" dt="2020-04-06T12:11:56.037" v="55" actId="20577"/>
        <pc:sldMkLst>
          <pc:docMk/>
          <pc:sldMk cId="3729689977" sldId="350"/>
        </pc:sldMkLst>
      </pc:sldChg>
    </pc:docChg>
  </pc:docChgLst>
  <pc:docChgLst>
    <pc:chgData name="Pontus Wittenmark" userId="f735600e1fbeff6c" providerId="LiveId" clId="{666D7EC0-8413-4F8B-96C8-7A5C055A4BC7}"/>
    <pc:docChg chg="undo custSel addSld delSld modSld sldOrd">
      <pc:chgData name="Pontus Wittenmark" userId="f735600e1fbeff6c" providerId="LiveId" clId="{666D7EC0-8413-4F8B-96C8-7A5C055A4BC7}" dt="2023-03-10T12:54:11.879" v="862" actId="6549"/>
      <pc:docMkLst>
        <pc:docMk/>
      </pc:docMkLst>
      <pc:sldChg chg="modSp mod">
        <pc:chgData name="Pontus Wittenmark" userId="f735600e1fbeff6c" providerId="LiveId" clId="{666D7EC0-8413-4F8B-96C8-7A5C055A4BC7}" dt="2023-03-10T12:54:11.879" v="862" actId="6549"/>
        <pc:sldMkLst>
          <pc:docMk/>
          <pc:sldMk cId="3473804564" sldId="351"/>
        </pc:sldMkLst>
      </pc:sldChg>
      <pc:sldChg chg="ord">
        <pc:chgData name="Pontus Wittenmark" userId="f735600e1fbeff6c" providerId="LiveId" clId="{666D7EC0-8413-4F8B-96C8-7A5C055A4BC7}" dt="2023-03-10T10:55:00.428" v="629"/>
        <pc:sldMkLst>
          <pc:docMk/>
          <pc:sldMk cId="4167105790" sldId="352"/>
        </pc:sldMkLst>
      </pc:sldChg>
      <pc:sldChg chg="modSp mod">
        <pc:chgData name="Pontus Wittenmark" userId="f735600e1fbeff6c" providerId="LiveId" clId="{666D7EC0-8413-4F8B-96C8-7A5C055A4BC7}" dt="2023-03-10T10:14:48.369" v="551" actId="6549"/>
        <pc:sldMkLst>
          <pc:docMk/>
          <pc:sldMk cId="3135921946" sldId="384"/>
        </pc:sldMkLst>
      </pc:sldChg>
      <pc:sldChg chg="modSp add mod">
        <pc:chgData name="Pontus Wittenmark" userId="f735600e1fbeff6c" providerId="LiveId" clId="{666D7EC0-8413-4F8B-96C8-7A5C055A4BC7}" dt="2023-03-10T12:40:35.968" v="738" actId="20577"/>
        <pc:sldMkLst>
          <pc:docMk/>
          <pc:sldMk cId="3612614399" sldId="385"/>
        </pc:sldMkLst>
      </pc:sldChg>
    </pc:docChg>
  </pc:docChgLst>
  <pc:docChgLst>
    <pc:chgData name="Pontus Wittenmark" userId="f735600e1fbeff6c" providerId="LiveId" clId="{7AA972E0-92AF-4CAF-86F1-1825A1B603AF}"/>
    <pc:docChg chg="modSld">
      <pc:chgData name="Pontus Wittenmark" userId="f735600e1fbeff6c" providerId="LiveId" clId="{7AA972E0-92AF-4CAF-86F1-1825A1B603AF}" dt="2025-05-20T09:40:51.508" v="36" actId="20577"/>
      <pc:docMkLst>
        <pc:docMk/>
      </pc:docMkLst>
      <pc:sldChg chg="modSp mod">
        <pc:chgData name="Pontus Wittenmark" userId="f735600e1fbeff6c" providerId="LiveId" clId="{7AA972E0-92AF-4CAF-86F1-1825A1B603AF}" dt="2025-05-20T09:40:51.508" v="36" actId="20577"/>
        <pc:sldMkLst>
          <pc:docMk/>
          <pc:sldMk cId="3473804564" sldId="351"/>
        </pc:sldMkLst>
        <pc:spChg chg="mod">
          <ac:chgData name="Pontus Wittenmark" userId="f735600e1fbeff6c" providerId="LiveId" clId="{7AA972E0-92AF-4CAF-86F1-1825A1B603AF}" dt="2025-05-20T09:40:51.508" v="36" actId="20577"/>
          <ac:spMkLst>
            <pc:docMk/>
            <pc:sldMk cId="3473804564" sldId="351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7AA972E0-92AF-4CAF-86F1-1825A1B603AF}" dt="2025-05-20T08:02:28.536" v="6" actId="20577"/>
        <pc:sldMkLst>
          <pc:docMk/>
          <pc:sldMk cId="3135921946" sldId="384"/>
        </pc:sldMkLst>
        <pc:spChg chg="mod">
          <ac:chgData name="Pontus Wittenmark" userId="f735600e1fbeff6c" providerId="LiveId" clId="{7AA972E0-92AF-4CAF-86F1-1825A1B603AF}" dt="2025-05-20T08:02:28.536" v="6" actId="20577"/>
          <ac:spMkLst>
            <pc:docMk/>
            <pc:sldMk cId="3135921946" sldId="384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7AA972E0-92AF-4CAF-86F1-1825A1B603AF}" dt="2025-05-20T07:21:05.312" v="0" actId="20577"/>
        <pc:sldMkLst>
          <pc:docMk/>
          <pc:sldMk cId="3612614399" sldId="385"/>
        </pc:sldMkLst>
        <pc:spChg chg="mod">
          <ac:chgData name="Pontus Wittenmark" userId="f735600e1fbeff6c" providerId="LiveId" clId="{7AA972E0-92AF-4CAF-86F1-1825A1B603AF}" dt="2025-05-20T07:21:05.312" v="0" actId="20577"/>
          <ac:spMkLst>
            <pc:docMk/>
            <pc:sldMk cId="3612614399" sldId="385"/>
            <ac:spMk id="3" creationId="{00000000-0000-0000-0000-000000000000}"/>
          </ac:spMkLst>
        </pc:spChg>
      </pc:sldChg>
    </pc:docChg>
  </pc:docChgLst>
  <pc:docChgLst>
    <pc:chgData name="Pontus Wittenmark" userId="f735600e1fbeff6c" providerId="LiveId" clId="{CA46D735-F82C-417C-8883-DB44B09CE188}"/>
    <pc:docChg chg="custSel modSld">
      <pc:chgData name="Pontus Wittenmark" userId="f735600e1fbeff6c" providerId="LiveId" clId="{CA46D735-F82C-417C-8883-DB44B09CE188}" dt="2019-12-16T15:13:14.896" v="7" actId="20577"/>
      <pc:docMkLst>
        <pc:docMk/>
      </pc:docMkLst>
      <pc:sldChg chg="addSp delSp modSp">
        <pc:chgData name="Pontus Wittenmark" userId="f735600e1fbeff6c" providerId="LiveId" clId="{CA46D735-F82C-417C-8883-DB44B09CE188}" dt="2019-12-12T10:11:59.657" v="6" actId="1076"/>
        <pc:sldMkLst>
          <pc:docMk/>
          <pc:sldMk cId="2760819910" sldId="293"/>
        </pc:sldMkLst>
      </pc:sldChg>
      <pc:sldChg chg="modSp">
        <pc:chgData name="Pontus Wittenmark" userId="f735600e1fbeff6c" providerId="LiveId" clId="{CA46D735-F82C-417C-8883-DB44B09CE188}" dt="2019-12-16T15:13:14.896" v="7" actId="20577"/>
        <pc:sldMkLst>
          <pc:docMk/>
          <pc:sldMk cId="3672348178" sldId="334"/>
        </pc:sldMkLst>
      </pc:sldChg>
    </pc:docChg>
  </pc:docChgLst>
  <pc:docChgLst>
    <pc:chgData name="Pontus Wittenmark" userId="f735600e1fbeff6c" providerId="LiveId" clId="{DD63ABC1-3FBC-4BD8-AFA7-32E0831CB91C}"/>
    <pc:docChg chg="undo custSel modSld">
      <pc:chgData name="Pontus Wittenmark" userId="f735600e1fbeff6c" providerId="LiveId" clId="{DD63ABC1-3FBC-4BD8-AFA7-32E0831CB91C}" dt="2025-05-19T09:46:54.989" v="312" actId="20577"/>
      <pc:docMkLst>
        <pc:docMk/>
      </pc:docMkLst>
      <pc:sldChg chg="modSp mod">
        <pc:chgData name="Pontus Wittenmark" userId="f735600e1fbeff6c" providerId="LiveId" clId="{DD63ABC1-3FBC-4BD8-AFA7-32E0831CB91C}" dt="2025-05-15T09:36:32.011" v="82" actId="790"/>
        <pc:sldMkLst>
          <pc:docMk/>
          <pc:sldMk cId="3612614399" sldId="385"/>
        </pc:sldMkLst>
        <pc:spChg chg="mod">
          <ac:chgData name="Pontus Wittenmark" userId="f735600e1fbeff6c" providerId="LiveId" clId="{DD63ABC1-3FBC-4BD8-AFA7-32E0831CB91C}" dt="2025-05-15T09:36:32.011" v="82" actId="790"/>
          <ac:spMkLst>
            <pc:docMk/>
            <pc:sldMk cId="3612614399" sldId="385"/>
            <ac:spMk id="2" creationId="{00000000-0000-0000-0000-000000000000}"/>
          </ac:spMkLst>
        </pc:spChg>
        <pc:spChg chg="mod">
          <ac:chgData name="Pontus Wittenmark" userId="f735600e1fbeff6c" providerId="LiveId" clId="{DD63ABC1-3FBC-4BD8-AFA7-32E0831CB91C}" dt="2025-05-15T09:36:32.011" v="82" actId="790"/>
          <ac:spMkLst>
            <pc:docMk/>
            <pc:sldMk cId="3612614399" sldId="385"/>
            <ac:spMk id="3" creationId="{00000000-0000-0000-0000-000000000000}"/>
          </ac:spMkLst>
        </pc:spChg>
      </pc:sldChg>
    </pc:docChg>
  </pc:docChgLst>
  <pc:docChgLst>
    <pc:chgData name="Pontus Wittenmark" userId="f735600e1fbeff6c" providerId="LiveId" clId="{E6AA272B-6672-4F7D-A9BB-45F8D04E0E96}"/>
    <pc:docChg chg="modSld">
      <pc:chgData name="Pontus Wittenmark" userId="f735600e1fbeff6c" providerId="LiveId" clId="{E6AA272B-6672-4F7D-A9BB-45F8D04E0E96}" dt="2022-09-15T12:21:18.362" v="5" actId="20577"/>
      <pc:docMkLst>
        <pc:docMk/>
      </pc:docMkLst>
    </pc:docChg>
  </pc:docChgLst>
  <pc:docChgLst>
    <pc:chgData name="Pontus Wittenmark" userId="f735600e1fbeff6c" providerId="LiveId" clId="{B407DCF9-C64F-45E0-9D9F-815085BC32E3}"/>
    <pc:docChg chg="undo custSel modSld">
      <pc:chgData name="Pontus Wittenmark" userId="f735600e1fbeff6c" providerId="LiveId" clId="{B407DCF9-C64F-45E0-9D9F-815085BC32E3}" dt="2024-11-19T11:10:36.088" v="471" actId="20577"/>
      <pc:docMkLst>
        <pc:docMk/>
      </pc:docMkLst>
      <pc:sldChg chg="modSp mod">
        <pc:chgData name="Pontus Wittenmark" userId="f735600e1fbeff6c" providerId="LiveId" clId="{B407DCF9-C64F-45E0-9D9F-815085BC32E3}" dt="2024-11-19T10:00:44.034" v="56" actId="20577"/>
        <pc:sldMkLst>
          <pc:docMk/>
          <pc:sldMk cId="2863309433" sldId="273"/>
        </pc:sldMkLst>
      </pc:sldChg>
      <pc:sldChg chg="modSp mod">
        <pc:chgData name="Pontus Wittenmark" userId="f735600e1fbeff6c" providerId="LiveId" clId="{B407DCF9-C64F-45E0-9D9F-815085BC32E3}" dt="2024-11-19T11:05:10.444" v="122" actId="20577"/>
        <pc:sldMkLst>
          <pc:docMk/>
          <pc:sldMk cId="3672348178" sldId="334"/>
        </pc:sldMkLst>
      </pc:sldChg>
      <pc:sldChg chg="modSp mod">
        <pc:chgData name="Pontus Wittenmark" userId="f735600e1fbeff6c" providerId="LiveId" clId="{B407DCF9-C64F-45E0-9D9F-815085BC32E3}" dt="2024-11-19T11:08:21.285" v="296" actId="20577"/>
        <pc:sldMkLst>
          <pc:docMk/>
          <pc:sldMk cId="3135921946" sldId="384"/>
        </pc:sldMkLst>
      </pc:sldChg>
      <pc:sldChg chg="modSp mod">
        <pc:chgData name="Pontus Wittenmark" userId="f735600e1fbeff6c" providerId="LiveId" clId="{B407DCF9-C64F-45E0-9D9F-815085BC32E3}" dt="2024-11-19T08:51:03.610" v="30" actId="20577"/>
        <pc:sldMkLst>
          <pc:docMk/>
          <pc:sldMk cId="3612614399" sldId="385"/>
        </pc:sldMkLst>
      </pc:sldChg>
    </pc:docChg>
  </pc:docChgLst>
  <pc:docChgLst>
    <pc:chgData name="Pontus Wittenmark" userId="f735600e1fbeff6c" providerId="LiveId" clId="{A1C8B01F-9116-4C15-B633-A18E478D2CB2}"/>
    <pc:docChg chg="custSel modSld modMainMaster modNotesMaster">
      <pc:chgData name="Pontus Wittenmark" userId="f735600e1fbeff6c" providerId="LiveId" clId="{A1C8B01F-9116-4C15-B633-A18E478D2CB2}" dt="2022-11-17T09:55:10.446" v="4"/>
      <pc:docMkLst>
        <pc:docMk/>
      </pc:docMkLst>
      <pc:sldChg chg="modSp">
        <pc:chgData name="Pontus Wittenmark" userId="f735600e1fbeff6c" providerId="LiveId" clId="{A1C8B01F-9116-4C15-B633-A18E478D2CB2}" dt="2022-11-17T09:18:41.619" v="0"/>
        <pc:sldMkLst>
          <pc:docMk/>
          <pc:sldMk cId="2863309433" sldId="273"/>
        </pc:sldMkLst>
      </pc:sldChg>
      <pc:sldChg chg="addSp delSp modSp mod modNotes">
        <pc:chgData name="Pontus Wittenmark" userId="f735600e1fbeff6c" providerId="LiveId" clId="{A1C8B01F-9116-4C15-B633-A18E478D2CB2}" dt="2022-11-17T09:55:10.446" v="4"/>
        <pc:sldMkLst>
          <pc:docMk/>
          <pc:sldMk cId="2760819910" sldId="293"/>
        </pc:sldMkLst>
      </pc:sldChg>
      <pc:sldChg chg="modSp">
        <pc:chgData name="Pontus Wittenmark" userId="f735600e1fbeff6c" providerId="LiveId" clId="{A1C8B01F-9116-4C15-B633-A18E478D2CB2}" dt="2022-11-17T09:18:41.619" v="0"/>
        <pc:sldMkLst>
          <pc:docMk/>
          <pc:sldMk cId="4167105790" sldId="352"/>
        </pc:sldMkLst>
      </pc:sldChg>
      <pc:sldChg chg="modSp">
        <pc:chgData name="Pontus Wittenmark" userId="f735600e1fbeff6c" providerId="LiveId" clId="{A1C8B01F-9116-4C15-B633-A18E478D2CB2}" dt="2022-11-17T09:18:41.619" v="0"/>
        <pc:sldMkLst>
          <pc:docMk/>
          <pc:sldMk cId="2822331732" sldId="383"/>
        </pc:sldMkLst>
      </pc:sldChg>
      <pc:sldMasterChg chg="modSp modSldLayout">
        <pc:chgData name="Pontus Wittenmark" userId="f735600e1fbeff6c" providerId="LiveId" clId="{A1C8B01F-9116-4C15-B633-A18E478D2CB2}" dt="2022-11-17T09:18:41.619" v="0"/>
        <pc:sldMasterMkLst>
          <pc:docMk/>
          <pc:sldMasterMk cId="1518213004" sldId="2147483688"/>
        </pc:sldMasterMkLst>
        <pc:sldLayoutChg chg="modSp">
          <pc:chgData name="Pontus Wittenmark" userId="f735600e1fbeff6c" providerId="LiveId" clId="{A1C8B01F-9116-4C15-B633-A18E478D2CB2}" dt="2022-11-17T09:18:41.619" v="0"/>
          <pc:sldLayoutMkLst>
            <pc:docMk/>
            <pc:sldMasterMk cId="1518213004" sldId="2147483688"/>
            <pc:sldLayoutMk cId="3460862191" sldId="2147483689"/>
          </pc:sldLayoutMkLst>
        </pc:sldLayoutChg>
        <pc:sldLayoutChg chg="modSp">
          <pc:chgData name="Pontus Wittenmark" userId="f735600e1fbeff6c" providerId="LiveId" clId="{A1C8B01F-9116-4C15-B633-A18E478D2CB2}" dt="2022-11-17T09:18:41.619" v="0"/>
          <pc:sldLayoutMkLst>
            <pc:docMk/>
            <pc:sldMasterMk cId="1518213004" sldId="2147483688"/>
            <pc:sldLayoutMk cId="3405919426" sldId="2147483691"/>
          </pc:sldLayoutMkLst>
        </pc:sldLayoutChg>
        <pc:sldLayoutChg chg="modSp">
          <pc:chgData name="Pontus Wittenmark" userId="f735600e1fbeff6c" providerId="LiveId" clId="{A1C8B01F-9116-4C15-B633-A18E478D2CB2}" dt="2022-11-17T09:18:41.619" v="0"/>
          <pc:sldLayoutMkLst>
            <pc:docMk/>
            <pc:sldMasterMk cId="1518213004" sldId="2147483688"/>
            <pc:sldLayoutMk cId="1260433605" sldId="2147483692"/>
          </pc:sldLayoutMkLst>
        </pc:sldLayoutChg>
        <pc:sldLayoutChg chg="modSp">
          <pc:chgData name="Pontus Wittenmark" userId="f735600e1fbeff6c" providerId="LiveId" clId="{A1C8B01F-9116-4C15-B633-A18E478D2CB2}" dt="2022-11-17T09:18:41.619" v="0"/>
          <pc:sldLayoutMkLst>
            <pc:docMk/>
            <pc:sldMasterMk cId="1518213004" sldId="2147483688"/>
            <pc:sldLayoutMk cId="1289672615" sldId="2147483693"/>
          </pc:sldLayoutMkLst>
        </pc:sldLayoutChg>
        <pc:sldLayoutChg chg="modSp">
          <pc:chgData name="Pontus Wittenmark" userId="f735600e1fbeff6c" providerId="LiveId" clId="{A1C8B01F-9116-4C15-B633-A18E478D2CB2}" dt="2022-11-17T09:18:41.619" v="0"/>
          <pc:sldLayoutMkLst>
            <pc:docMk/>
            <pc:sldMasterMk cId="1518213004" sldId="2147483688"/>
            <pc:sldLayoutMk cId="1725907481" sldId="2147483696"/>
          </pc:sldLayoutMkLst>
        </pc:sldLayoutChg>
        <pc:sldLayoutChg chg="modSp">
          <pc:chgData name="Pontus Wittenmark" userId="f735600e1fbeff6c" providerId="LiveId" clId="{A1C8B01F-9116-4C15-B633-A18E478D2CB2}" dt="2022-11-17T09:18:41.619" v="0"/>
          <pc:sldLayoutMkLst>
            <pc:docMk/>
            <pc:sldMasterMk cId="1518213004" sldId="2147483688"/>
            <pc:sldLayoutMk cId="3820567981" sldId="2147483697"/>
          </pc:sldLayoutMkLst>
        </pc:sldLayoutChg>
        <pc:sldLayoutChg chg="modSp">
          <pc:chgData name="Pontus Wittenmark" userId="f735600e1fbeff6c" providerId="LiveId" clId="{A1C8B01F-9116-4C15-B633-A18E478D2CB2}" dt="2022-11-17T09:18:41.619" v="0"/>
          <pc:sldLayoutMkLst>
            <pc:docMk/>
            <pc:sldMasterMk cId="1518213004" sldId="2147483688"/>
            <pc:sldLayoutMk cId="757554663" sldId="2147483699"/>
          </pc:sldLayoutMkLst>
        </pc:sldLayoutChg>
      </pc:sldMasterChg>
    </pc:docChg>
  </pc:docChgLst>
  <pc:docChgLst>
    <pc:chgData name="Pontus Wittenmark" userId="f735600e1fbeff6c" providerId="LiveId" clId="{F746019E-0408-41DD-AFB0-34520244D0F8}"/>
    <pc:docChg chg="custSel modSld">
      <pc:chgData name="Pontus Wittenmark" userId="f735600e1fbeff6c" providerId="LiveId" clId="{F746019E-0408-41DD-AFB0-34520244D0F8}" dt="2019-04-10T12:42:21.163" v="193"/>
      <pc:docMkLst>
        <pc:docMk/>
      </pc:docMkLst>
    </pc:docChg>
  </pc:docChgLst>
  <pc:docChgLst>
    <pc:chgData name="Håkan Johansson" userId="5643825a9f286b75" providerId="Windows Live" clId="Web-{688DA382-412C-81BB-435D-25D7498BFEE4}"/>
    <pc:docChg chg="modSld">
      <pc:chgData name="Håkan Johansson" userId="5643825a9f286b75" providerId="Windows Live" clId="Web-{688DA382-412C-81BB-435D-25D7498BFEE4}" dt="2025-05-20T15:14:07.663" v="2" actId="20577"/>
      <pc:docMkLst>
        <pc:docMk/>
      </pc:docMkLst>
      <pc:sldChg chg="modSp">
        <pc:chgData name="Håkan Johansson" userId="5643825a9f286b75" providerId="Windows Live" clId="Web-{688DA382-412C-81BB-435D-25D7498BFEE4}" dt="2025-05-20T15:14:07.663" v="2" actId="20577"/>
        <pc:sldMkLst>
          <pc:docMk/>
          <pc:sldMk cId="3473804564" sldId="351"/>
        </pc:sldMkLst>
        <pc:spChg chg="mod">
          <ac:chgData name="Håkan Johansson" userId="5643825a9f286b75" providerId="Windows Live" clId="Web-{688DA382-412C-81BB-435D-25D7498BFEE4}" dt="2025-05-20T15:14:07.663" v="2" actId="20577"/>
          <ac:spMkLst>
            <pc:docMk/>
            <pc:sldMk cId="3473804564" sldId="351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01E935-1A62-4273-9381-57C6E4F8275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F3D1E0-801D-46A6-A71E-59E3053A383D}">
      <dgm:prSet custT="1"/>
      <dgm:spPr/>
      <dgm:t>
        <a:bodyPr/>
        <a:lstStyle/>
        <a:p>
          <a:r>
            <a:rPr lang="en-US" sz="3600"/>
            <a:t>M</a:t>
          </a:r>
          <a:r>
            <a:rPr lang="sv-SE" sz="3600" err="1"/>
            <a:t>odeller</a:t>
          </a:r>
          <a:endParaRPr lang="sv-SE" sz="3600"/>
        </a:p>
      </dgm:t>
    </dgm:pt>
    <dgm:pt modelId="{B6E9B7EC-8AC7-4D41-ADA0-9FD335CBEA3E}" type="parTrans" cxnId="{01E177C1-2F4E-4BE8-8EEA-38F1F717EEB2}">
      <dgm:prSet/>
      <dgm:spPr/>
      <dgm:t>
        <a:bodyPr/>
        <a:lstStyle/>
        <a:p>
          <a:endParaRPr lang="en-US"/>
        </a:p>
      </dgm:t>
    </dgm:pt>
    <dgm:pt modelId="{AC72EE96-8971-4589-A2FE-B1052EB9699C}" type="sibTrans" cxnId="{01E177C1-2F4E-4BE8-8EEA-38F1F717EEB2}">
      <dgm:prSet/>
      <dgm:spPr/>
      <dgm:t>
        <a:bodyPr/>
        <a:lstStyle/>
        <a:p>
          <a:endParaRPr lang="en-US"/>
        </a:p>
      </dgm:t>
    </dgm:pt>
    <dgm:pt modelId="{E88ACA00-E536-448E-9CDE-B10DCEAD652F}">
      <dgm:prSet custT="1"/>
      <dgm:spPr/>
      <dgm:t>
        <a:bodyPr/>
        <a:lstStyle/>
        <a:p>
          <a:r>
            <a:rPr lang="sv-SE" sz="2400"/>
            <a:t>Representerar ”rå” (normaliserad) data</a:t>
          </a:r>
          <a:endParaRPr lang="sv-SE" sz="2400" b="1"/>
        </a:p>
      </dgm:t>
    </dgm:pt>
    <dgm:pt modelId="{41A87A2E-229E-4F9D-B627-FA31E542D29D}" type="parTrans" cxnId="{91BCC2DB-3FA0-4436-A74A-7D864D329CEC}">
      <dgm:prSet/>
      <dgm:spPr/>
      <dgm:t>
        <a:bodyPr/>
        <a:lstStyle/>
        <a:p>
          <a:endParaRPr lang="en-US"/>
        </a:p>
      </dgm:t>
    </dgm:pt>
    <dgm:pt modelId="{8E6C87E6-83A1-4BFD-A082-665409E271A8}" type="sibTrans" cxnId="{91BCC2DB-3FA0-4436-A74A-7D864D329CEC}">
      <dgm:prSet/>
      <dgm:spPr/>
      <dgm:t>
        <a:bodyPr/>
        <a:lstStyle/>
        <a:p>
          <a:endParaRPr lang="en-US"/>
        </a:p>
      </dgm:t>
    </dgm:pt>
    <dgm:pt modelId="{8FA76BCB-0FFD-4CC3-BB19-D30DDD257AF2}">
      <dgm:prSet custT="1"/>
      <dgm:spPr/>
      <dgm:t>
        <a:bodyPr/>
        <a:lstStyle/>
        <a:p>
          <a:r>
            <a:rPr lang="sv-SE" sz="3600"/>
            <a:t>Vy-modeller</a:t>
          </a:r>
        </a:p>
      </dgm:t>
    </dgm:pt>
    <dgm:pt modelId="{D0DEC46D-5AF5-4D0F-9052-CDBBB04A5B12}" type="parTrans" cxnId="{3FE40F0B-0B9A-42CF-B404-2090D2B56E42}">
      <dgm:prSet/>
      <dgm:spPr/>
      <dgm:t>
        <a:bodyPr/>
        <a:lstStyle/>
        <a:p>
          <a:endParaRPr lang="en-US"/>
        </a:p>
      </dgm:t>
    </dgm:pt>
    <dgm:pt modelId="{7CE203BA-011E-462D-89C4-379883543842}" type="sibTrans" cxnId="{3FE40F0B-0B9A-42CF-B404-2090D2B56E42}">
      <dgm:prSet/>
      <dgm:spPr/>
      <dgm:t>
        <a:bodyPr/>
        <a:lstStyle/>
        <a:p>
          <a:endParaRPr lang="en-US"/>
        </a:p>
      </dgm:t>
    </dgm:pt>
    <dgm:pt modelId="{54CB33EF-767E-476A-B79B-33A56A6D3C9C}">
      <dgm:prSet custT="1"/>
      <dgm:spPr/>
      <dgm:t>
        <a:bodyPr/>
        <a:lstStyle/>
        <a:p>
          <a:r>
            <a:rPr lang="sv-SE" sz="2400"/>
            <a:t>Representera data som ska visas i </a:t>
          </a:r>
          <a:r>
            <a:rPr lang="sv-SE" sz="2400" b="1"/>
            <a:t>en specifik vy</a:t>
          </a:r>
          <a:endParaRPr lang="sv-SE" sz="2400"/>
        </a:p>
      </dgm:t>
    </dgm:pt>
    <dgm:pt modelId="{9B3E0021-3192-4E72-9630-098D3FE53F19}" type="parTrans" cxnId="{DD35EAC7-8D14-41F5-9FB7-CE078992D3FD}">
      <dgm:prSet/>
      <dgm:spPr/>
      <dgm:t>
        <a:bodyPr/>
        <a:lstStyle/>
        <a:p>
          <a:endParaRPr lang="en-US"/>
        </a:p>
      </dgm:t>
    </dgm:pt>
    <dgm:pt modelId="{87223D20-5ADB-48A4-B5CE-EBF6C1F0D1EE}" type="sibTrans" cxnId="{DD35EAC7-8D14-41F5-9FB7-CE078992D3FD}">
      <dgm:prSet/>
      <dgm:spPr/>
      <dgm:t>
        <a:bodyPr/>
        <a:lstStyle/>
        <a:p>
          <a:endParaRPr lang="en-US"/>
        </a:p>
      </dgm:t>
    </dgm:pt>
    <dgm:pt modelId="{C3C8D4A9-DB7E-4FDB-B2EC-A4A0B7214326}">
      <dgm:prSet custT="1"/>
      <dgm:spPr/>
      <dgm:t>
        <a:bodyPr/>
        <a:lstStyle/>
        <a:p>
          <a:r>
            <a:rPr lang="en-US" sz="2400" err="1"/>
            <a:t>Frikopplar</a:t>
          </a:r>
          <a:r>
            <a:rPr lang="en-US" sz="2400"/>
            <a:t> </a:t>
          </a:r>
          <a:r>
            <a:rPr lang="en-US" sz="2400" err="1"/>
            <a:t>vyn</a:t>
          </a:r>
          <a:r>
            <a:rPr lang="en-US" sz="2400"/>
            <a:t> från </a:t>
          </a:r>
          <a:r>
            <a:rPr lang="en-US" sz="2400" err="1"/>
            <a:t>databasens</a:t>
          </a:r>
          <a:r>
            <a:rPr lang="en-US" sz="2400"/>
            <a:t> </a:t>
          </a:r>
          <a:r>
            <a:rPr lang="en-US" sz="2400" err="1"/>
            <a:t>struktur</a:t>
          </a:r>
          <a:endParaRPr lang="sv-SE" sz="2400"/>
        </a:p>
      </dgm:t>
    </dgm:pt>
    <dgm:pt modelId="{978DD659-52F6-41D1-840C-37A57DDB4E34}" type="parTrans" cxnId="{989AF6CA-747A-4673-B4B8-671D3A096C6A}">
      <dgm:prSet/>
      <dgm:spPr/>
      <dgm:t>
        <a:bodyPr/>
        <a:lstStyle/>
        <a:p>
          <a:endParaRPr lang="sv-SE"/>
        </a:p>
      </dgm:t>
    </dgm:pt>
    <dgm:pt modelId="{30965107-21D3-4FB9-BD3D-D24F70642244}" type="sibTrans" cxnId="{989AF6CA-747A-4673-B4B8-671D3A096C6A}">
      <dgm:prSet/>
      <dgm:spPr/>
      <dgm:t>
        <a:bodyPr/>
        <a:lstStyle/>
        <a:p>
          <a:endParaRPr lang="sv-SE"/>
        </a:p>
      </dgm:t>
    </dgm:pt>
    <dgm:pt modelId="{1455FE00-A029-4DAA-81E4-5D34A01B9AA6}">
      <dgm:prSet custT="1"/>
      <dgm:spPr/>
      <dgm:t>
        <a:bodyPr/>
        <a:lstStyle/>
        <a:p>
          <a:r>
            <a:rPr lang="en-US" sz="2400" b="0" err="1"/>
            <a:t>Mappar</a:t>
          </a:r>
          <a:r>
            <a:rPr lang="en-US" sz="2400" b="0"/>
            <a:t> </a:t>
          </a:r>
          <a:r>
            <a:rPr lang="en-US" sz="2400" b="0" err="1"/>
            <a:t>typiskt</a:t>
          </a:r>
          <a:r>
            <a:rPr lang="en-US" sz="2400" b="0"/>
            <a:t> 1:1 mot </a:t>
          </a:r>
          <a:r>
            <a:rPr lang="en-US" sz="2400" b="0" err="1"/>
            <a:t>en</a:t>
          </a:r>
          <a:r>
            <a:rPr lang="en-US" sz="2400" b="0"/>
            <a:t> </a:t>
          </a:r>
          <a:r>
            <a:rPr lang="en-US" sz="2400" b="0" err="1"/>
            <a:t>databas-tabell</a:t>
          </a:r>
          <a:endParaRPr lang="sv-SE" sz="2400" b="1"/>
        </a:p>
      </dgm:t>
    </dgm:pt>
    <dgm:pt modelId="{7EE43709-1E9C-447B-9009-4BB589524BEB}" type="parTrans" cxnId="{32215501-08EC-4081-AE13-BDA58714F8D8}">
      <dgm:prSet/>
      <dgm:spPr/>
      <dgm:t>
        <a:bodyPr/>
        <a:lstStyle/>
        <a:p>
          <a:endParaRPr lang="en-US"/>
        </a:p>
      </dgm:t>
    </dgm:pt>
    <dgm:pt modelId="{AA5F1DD8-F4E0-4391-BF72-81756A511C24}" type="sibTrans" cxnId="{32215501-08EC-4081-AE13-BDA58714F8D8}">
      <dgm:prSet/>
      <dgm:spPr/>
      <dgm:t>
        <a:bodyPr/>
        <a:lstStyle/>
        <a:p>
          <a:endParaRPr lang="en-US"/>
        </a:p>
      </dgm:t>
    </dgm:pt>
    <dgm:pt modelId="{CA08F53C-EAC1-438C-8440-6FAEFCA888E6}" type="pres">
      <dgm:prSet presAssocID="{6101E935-1A62-4273-9381-57C6E4F82750}" presName="linear" presStyleCnt="0">
        <dgm:presLayoutVars>
          <dgm:animLvl val="lvl"/>
          <dgm:resizeHandles val="exact"/>
        </dgm:presLayoutVars>
      </dgm:prSet>
      <dgm:spPr/>
    </dgm:pt>
    <dgm:pt modelId="{48F37DB0-DD97-4234-8017-FF5CA8AD31D9}" type="pres">
      <dgm:prSet presAssocID="{E6F3D1E0-801D-46A6-A71E-59E3053A383D}" presName="parentText" presStyleLbl="node1" presStyleIdx="0" presStyleCnt="2" custLinFactNeighborX="-33701">
        <dgm:presLayoutVars>
          <dgm:chMax val="0"/>
          <dgm:bulletEnabled val="1"/>
        </dgm:presLayoutVars>
      </dgm:prSet>
      <dgm:spPr/>
    </dgm:pt>
    <dgm:pt modelId="{EAF39D89-1F29-4F65-93F9-C4425C306C1F}" type="pres">
      <dgm:prSet presAssocID="{E6F3D1E0-801D-46A6-A71E-59E3053A383D}" presName="childText" presStyleLbl="revTx" presStyleIdx="0" presStyleCnt="2">
        <dgm:presLayoutVars>
          <dgm:bulletEnabled val="1"/>
        </dgm:presLayoutVars>
      </dgm:prSet>
      <dgm:spPr/>
    </dgm:pt>
    <dgm:pt modelId="{39948D89-76FB-442B-8887-FD2B56F23812}" type="pres">
      <dgm:prSet presAssocID="{8FA76BCB-0FFD-4CC3-BB19-D30DDD257AF2}" presName="parentText" presStyleLbl="node1" presStyleIdx="1" presStyleCnt="2" custLinFactNeighborX="-39296">
        <dgm:presLayoutVars>
          <dgm:chMax val="0"/>
          <dgm:bulletEnabled val="1"/>
        </dgm:presLayoutVars>
      </dgm:prSet>
      <dgm:spPr/>
    </dgm:pt>
    <dgm:pt modelId="{DB1D1B07-64D5-4F4B-85BA-41D9E3195353}" type="pres">
      <dgm:prSet presAssocID="{8FA76BCB-0FFD-4CC3-BB19-D30DDD257AF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2215501-08EC-4081-AE13-BDA58714F8D8}" srcId="{E6F3D1E0-801D-46A6-A71E-59E3053A383D}" destId="{1455FE00-A029-4DAA-81E4-5D34A01B9AA6}" srcOrd="1" destOrd="0" parTransId="{7EE43709-1E9C-447B-9009-4BB589524BEB}" sibTransId="{AA5F1DD8-F4E0-4391-BF72-81756A511C24}"/>
    <dgm:cxn modelId="{3FE40F0B-0B9A-42CF-B404-2090D2B56E42}" srcId="{6101E935-1A62-4273-9381-57C6E4F82750}" destId="{8FA76BCB-0FFD-4CC3-BB19-D30DDD257AF2}" srcOrd="1" destOrd="0" parTransId="{D0DEC46D-5AF5-4D0F-9052-CDBBB04A5B12}" sibTransId="{7CE203BA-011E-462D-89C4-379883543842}"/>
    <dgm:cxn modelId="{F839351E-4876-4707-AAD4-9791A5287489}" type="presOf" srcId="{E88ACA00-E536-448E-9CDE-B10DCEAD652F}" destId="{EAF39D89-1F29-4F65-93F9-C4425C306C1F}" srcOrd="0" destOrd="0" presId="urn:microsoft.com/office/officeart/2005/8/layout/vList2"/>
    <dgm:cxn modelId="{E7B5453F-4235-491A-A9D9-91ECD575E23D}" type="presOf" srcId="{54CB33EF-767E-476A-B79B-33A56A6D3C9C}" destId="{DB1D1B07-64D5-4F4B-85BA-41D9E3195353}" srcOrd="0" destOrd="0" presId="urn:microsoft.com/office/officeart/2005/8/layout/vList2"/>
    <dgm:cxn modelId="{C62BCE44-CB64-44EA-8B64-2BF921DAACC3}" type="presOf" srcId="{8FA76BCB-0FFD-4CC3-BB19-D30DDD257AF2}" destId="{39948D89-76FB-442B-8887-FD2B56F23812}" srcOrd="0" destOrd="0" presId="urn:microsoft.com/office/officeart/2005/8/layout/vList2"/>
    <dgm:cxn modelId="{1F5CD776-A015-47E4-A59A-693086C96F6F}" type="presOf" srcId="{C3C8D4A9-DB7E-4FDB-B2EC-A4A0B7214326}" destId="{DB1D1B07-64D5-4F4B-85BA-41D9E3195353}" srcOrd="0" destOrd="1" presId="urn:microsoft.com/office/officeart/2005/8/layout/vList2"/>
    <dgm:cxn modelId="{D5C4068F-8676-4A32-BE15-8B1D9DB5C90F}" type="presOf" srcId="{E6F3D1E0-801D-46A6-A71E-59E3053A383D}" destId="{48F37DB0-DD97-4234-8017-FF5CA8AD31D9}" srcOrd="0" destOrd="0" presId="urn:microsoft.com/office/officeart/2005/8/layout/vList2"/>
    <dgm:cxn modelId="{4F3A2DAB-9A39-49AD-90FA-60621BF09D0F}" type="presOf" srcId="{1455FE00-A029-4DAA-81E4-5D34A01B9AA6}" destId="{EAF39D89-1F29-4F65-93F9-C4425C306C1F}" srcOrd="0" destOrd="1" presId="urn:microsoft.com/office/officeart/2005/8/layout/vList2"/>
    <dgm:cxn modelId="{01E177C1-2F4E-4BE8-8EEA-38F1F717EEB2}" srcId="{6101E935-1A62-4273-9381-57C6E4F82750}" destId="{E6F3D1E0-801D-46A6-A71E-59E3053A383D}" srcOrd="0" destOrd="0" parTransId="{B6E9B7EC-8AC7-4D41-ADA0-9FD335CBEA3E}" sibTransId="{AC72EE96-8971-4589-A2FE-B1052EB9699C}"/>
    <dgm:cxn modelId="{DD35EAC7-8D14-41F5-9FB7-CE078992D3FD}" srcId="{8FA76BCB-0FFD-4CC3-BB19-D30DDD257AF2}" destId="{54CB33EF-767E-476A-B79B-33A56A6D3C9C}" srcOrd="0" destOrd="0" parTransId="{9B3E0021-3192-4E72-9630-098D3FE53F19}" sibTransId="{87223D20-5ADB-48A4-B5CE-EBF6C1F0D1EE}"/>
    <dgm:cxn modelId="{989AF6CA-747A-4673-B4B8-671D3A096C6A}" srcId="{8FA76BCB-0FFD-4CC3-BB19-D30DDD257AF2}" destId="{C3C8D4A9-DB7E-4FDB-B2EC-A4A0B7214326}" srcOrd="1" destOrd="0" parTransId="{978DD659-52F6-41D1-840C-37A57DDB4E34}" sibTransId="{30965107-21D3-4FB9-BD3D-D24F70642244}"/>
    <dgm:cxn modelId="{E47CE3CF-A411-428C-A4AA-8B930BB06390}" type="presOf" srcId="{6101E935-1A62-4273-9381-57C6E4F82750}" destId="{CA08F53C-EAC1-438C-8440-6FAEFCA888E6}" srcOrd="0" destOrd="0" presId="urn:microsoft.com/office/officeart/2005/8/layout/vList2"/>
    <dgm:cxn modelId="{91BCC2DB-3FA0-4436-A74A-7D864D329CEC}" srcId="{E6F3D1E0-801D-46A6-A71E-59E3053A383D}" destId="{E88ACA00-E536-448E-9CDE-B10DCEAD652F}" srcOrd="0" destOrd="0" parTransId="{41A87A2E-229E-4F9D-B627-FA31E542D29D}" sibTransId="{8E6C87E6-83A1-4BFD-A082-665409E271A8}"/>
    <dgm:cxn modelId="{010BB569-1CF8-4E78-B29B-9E985356E7AE}" type="presParOf" srcId="{CA08F53C-EAC1-438C-8440-6FAEFCA888E6}" destId="{48F37DB0-DD97-4234-8017-FF5CA8AD31D9}" srcOrd="0" destOrd="0" presId="urn:microsoft.com/office/officeart/2005/8/layout/vList2"/>
    <dgm:cxn modelId="{86BE2EFC-542C-4DC1-95EF-DFF5D7B342BE}" type="presParOf" srcId="{CA08F53C-EAC1-438C-8440-6FAEFCA888E6}" destId="{EAF39D89-1F29-4F65-93F9-C4425C306C1F}" srcOrd="1" destOrd="0" presId="urn:microsoft.com/office/officeart/2005/8/layout/vList2"/>
    <dgm:cxn modelId="{3CD247C0-6CBD-4ABC-A30D-43B4809320BA}" type="presParOf" srcId="{CA08F53C-EAC1-438C-8440-6FAEFCA888E6}" destId="{39948D89-76FB-442B-8887-FD2B56F23812}" srcOrd="2" destOrd="0" presId="urn:microsoft.com/office/officeart/2005/8/layout/vList2"/>
    <dgm:cxn modelId="{699EDE83-7351-464B-831B-8411E9CEBCCD}" type="presParOf" srcId="{CA08F53C-EAC1-438C-8440-6FAEFCA888E6}" destId="{DB1D1B07-64D5-4F4B-85BA-41D9E319535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F37DB0-DD97-4234-8017-FF5CA8AD31D9}">
      <dsp:nvSpPr>
        <dsp:cNvPr id="0" name=""/>
        <dsp:cNvSpPr/>
      </dsp:nvSpPr>
      <dsp:spPr>
        <a:xfrm>
          <a:off x="0" y="2203"/>
          <a:ext cx="7627327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</a:t>
          </a:r>
          <a:r>
            <a:rPr lang="sv-SE" sz="3600" kern="1200" err="1"/>
            <a:t>odeller</a:t>
          </a:r>
          <a:endParaRPr lang="sv-SE" sz="3600" kern="1200"/>
        </a:p>
      </dsp:txBody>
      <dsp:txXfrm>
        <a:off x="43864" y="46067"/>
        <a:ext cx="7539599" cy="810832"/>
      </dsp:txXfrm>
    </dsp:sp>
    <dsp:sp modelId="{EAF39D89-1F29-4F65-93F9-C4425C306C1F}">
      <dsp:nvSpPr>
        <dsp:cNvPr id="0" name=""/>
        <dsp:cNvSpPr/>
      </dsp:nvSpPr>
      <dsp:spPr>
        <a:xfrm>
          <a:off x="0" y="900763"/>
          <a:ext cx="7627327" cy="81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2168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sv-SE" sz="2400" kern="1200"/>
            <a:t>Representerar ”rå” (normaliserad) data</a:t>
          </a:r>
          <a:endParaRPr lang="sv-SE" sz="2400" b="1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0" kern="1200" err="1"/>
            <a:t>Mappar</a:t>
          </a:r>
          <a:r>
            <a:rPr lang="en-US" sz="2400" b="0" kern="1200"/>
            <a:t> </a:t>
          </a:r>
          <a:r>
            <a:rPr lang="en-US" sz="2400" b="0" kern="1200" err="1"/>
            <a:t>typiskt</a:t>
          </a:r>
          <a:r>
            <a:rPr lang="en-US" sz="2400" b="0" kern="1200"/>
            <a:t> 1:1 mot </a:t>
          </a:r>
          <a:r>
            <a:rPr lang="en-US" sz="2400" b="0" kern="1200" err="1"/>
            <a:t>en</a:t>
          </a:r>
          <a:r>
            <a:rPr lang="en-US" sz="2400" b="0" kern="1200"/>
            <a:t> </a:t>
          </a:r>
          <a:r>
            <a:rPr lang="en-US" sz="2400" b="0" kern="1200" err="1"/>
            <a:t>databas-tabell</a:t>
          </a:r>
          <a:endParaRPr lang="sv-SE" sz="2400" b="1" kern="1200"/>
        </a:p>
      </dsp:txBody>
      <dsp:txXfrm>
        <a:off x="0" y="900763"/>
        <a:ext cx="7627327" cy="819720"/>
      </dsp:txXfrm>
    </dsp:sp>
    <dsp:sp modelId="{39948D89-76FB-442B-8887-FD2B56F23812}">
      <dsp:nvSpPr>
        <dsp:cNvPr id="0" name=""/>
        <dsp:cNvSpPr/>
      </dsp:nvSpPr>
      <dsp:spPr>
        <a:xfrm>
          <a:off x="0" y="1720483"/>
          <a:ext cx="7627327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3600" kern="1200"/>
            <a:t>Vy-modeller</a:t>
          </a:r>
        </a:p>
      </dsp:txBody>
      <dsp:txXfrm>
        <a:off x="43864" y="1764347"/>
        <a:ext cx="7539599" cy="810832"/>
      </dsp:txXfrm>
    </dsp:sp>
    <dsp:sp modelId="{DB1D1B07-64D5-4F4B-85BA-41D9E3195353}">
      <dsp:nvSpPr>
        <dsp:cNvPr id="0" name=""/>
        <dsp:cNvSpPr/>
      </dsp:nvSpPr>
      <dsp:spPr>
        <a:xfrm>
          <a:off x="0" y="2619043"/>
          <a:ext cx="7627327" cy="81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2168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sv-SE" sz="2400" kern="1200"/>
            <a:t>Representera data som ska visas i </a:t>
          </a:r>
          <a:r>
            <a:rPr lang="sv-SE" sz="2400" b="1" kern="1200"/>
            <a:t>en specifik vy</a:t>
          </a:r>
          <a:endParaRPr lang="sv-SE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err="1"/>
            <a:t>Frikopplar</a:t>
          </a:r>
          <a:r>
            <a:rPr lang="en-US" sz="2400" kern="1200"/>
            <a:t> </a:t>
          </a:r>
          <a:r>
            <a:rPr lang="en-US" sz="2400" kern="1200" err="1"/>
            <a:t>vyn</a:t>
          </a:r>
          <a:r>
            <a:rPr lang="en-US" sz="2400" kern="1200"/>
            <a:t> från </a:t>
          </a:r>
          <a:r>
            <a:rPr lang="en-US" sz="2400" kern="1200" err="1"/>
            <a:t>databasens</a:t>
          </a:r>
          <a:r>
            <a:rPr lang="en-US" sz="2400" kern="1200"/>
            <a:t> </a:t>
          </a:r>
          <a:r>
            <a:rPr lang="en-US" sz="2400" kern="1200" err="1"/>
            <a:t>struktur</a:t>
          </a:r>
          <a:endParaRPr lang="sv-SE" sz="2400" kern="1200"/>
        </a:p>
      </dsp:txBody>
      <dsp:txXfrm>
        <a:off x="0" y="2619043"/>
        <a:ext cx="7627327" cy="819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3F3CD-F4DD-494E-A154-1D2DBB296ED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992F1B-E226-4F00-ADF7-74908E2E7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2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992F1B-E226-4F00-ADF7-74908E2E7D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98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1269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9412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76604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45690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4410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43721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27170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38858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64397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15679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7545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76371-546F-4628-B540-04A7090152AF}" type="datetimeFigureOut">
              <a:rPr lang="sv-SE" smtClean="0"/>
              <a:t>2025-05-20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33513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524000" y="1564816"/>
            <a:ext cx="9144000" cy="155136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b="1"/>
              <a:t>ASP.NET MVC</a:t>
            </a:r>
            <a:br>
              <a:rPr lang="en-US" sz="3600" b="1"/>
            </a:br>
            <a:r>
              <a:rPr lang="en-US" sz="3600" err="1"/>
              <a:t>Vy-modeller</a:t>
            </a:r>
            <a:endParaRPr lang="en-US" sz="4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F0F56A-032F-3B9A-4B9C-FBD592E068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545" y="5068424"/>
            <a:ext cx="2145571" cy="1636863"/>
          </a:xfrm>
          <a:prstGeom prst="rect">
            <a:avLst/>
          </a:prstGeom>
        </p:spPr>
      </p:pic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4A044550-CDA2-26C2-776A-6BC369F7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50999" y="6222862"/>
            <a:ext cx="579451" cy="365125"/>
          </a:xfrm>
        </p:spPr>
        <p:txBody>
          <a:bodyPr/>
          <a:lstStyle/>
          <a:p>
            <a:fld id="{AB387B78-6C8D-4FF2-ADB1-68EE4449D616}" type="datetimeyyyy">
              <a:rPr lang="sv-SE" smtClean="0"/>
              <a:t>2025</a:t>
            </a:fld>
            <a:endParaRPr lang="sv-S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D25364-DC3D-4837-F7BF-00DD2C5A4A62}"/>
              </a:ext>
            </a:extLst>
          </p:cNvPr>
          <p:cNvSpPr txBox="1"/>
          <p:nvPr/>
        </p:nvSpPr>
        <p:spPr>
          <a:xfrm>
            <a:off x="268374" y="6266926"/>
            <a:ext cx="15655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200">
                <a:solidFill>
                  <a:schemeClr val="tx1">
                    <a:tint val="75000"/>
                  </a:schemeClr>
                </a:solidFill>
              </a:rPr>
              <a:t>© </a:t>
            </a:r>
            <a:r>
              <a:rPr lang="sv-SE" sz="1200" err="1">
                <a:solidFill>
                  <a:schemeClr val="tx1">
                    <a:tint val="75000"/>
                  </a:schemeClr>
                </a:solidFill>
              </a:rPr>
              <a:t>Warm</a:t>
            </a:r>
            <a:r>
              <a:rPr lang="sv-SE" sz="1200">
                <a:solidFill>
                  <a:schemeClr val="tx1">
                    <a:tint val="75000"/>
                  </a:schemeClr>
                </a:solidFill>
              </a:rPr>
              <a:t> Kitten 2016 -</a:t>
            </a:r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69DFFC0-A7FB-EC66-12C8-9253F0529AC1}"/>
              </a:ext>
            </a:extLst>
          </p:cNvPr>
          <p:cNvGrpSpPr/>
          <p:nvPr/>
        </p:nvGrpSpPr>
        <p:grpSpPr>
          <a:xfrm>
            <a:off x="322164" y="6036051"/>
            <a:ext cx="1835199" cy="230875"/>
            <a:chOff x="-6754745" y="5669464"/>
            <a:chExt cx="2171677" cy="27320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652E8F9-B6DC-3429-B8D1-826100DBEECC}"/>
                </a:ext>
              </a:extLst>
            </p:cNvPr>
            <p:cNvSpPr txBox="1"/>
            <p:nvPr/>
          </p:nvSpPr>
          <p:spPr>
            <a:xfrm>
              <a:off x="-6425660" y="5687724"/>
              <a:ext cx="1842592" cy="2549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>
                  <a:solidFill>
                    <a:srgbClr val="37A1B7"/>
                  </a:solidFill>
                  <a:cs typeface="Segoe UI Light" panose="020B0502040204020203" pitchFamily="34" charset="0"/>
                </a:rPr>
                <a:t>@WarmKittenGames</a:t>
              </a:r>
              <a:endParaRPr lang="en-US" sz="1600">
                <a:solidFill>
                  <a:srgbClr val="37A1B7"/>
                </a:solidFill>
                <a:cs typeface="Segoe UI Light" panose="020B0502040204020203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31D9499-49EB-A730-B18E-715633BFD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6754745" y="5669464"/>
              <a:ext cx="329085" cy="2550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081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Innehåll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Modeller</a:t>
            </a:r>
            <a:r>
              <a:rPr lang="en-US"/>
              <a:t> </a:t>
            </a:r>
            <a:r>
              <a:rPr lang="en-US" err="1"/>
              <a:t>kontra</a:t>
            </a:r>
            <a:r>
              <a:rPr lang="en-US"/>
              <a:t> </a:t>
            </a:r>
            <a:r>
              <a:rPr lang="en-US" err="1"/>
              <a:t>vy-modeller</a:t>
            </a:r>
            <a:endParaRPr lang="en-US"/>
          </a:p>
          <a:p>
            <a:r>
              <a:rPr lang="en-US" err="1"/>
              <a:t>Varför</a:t>
            </a:r>
            <a:r>
              <a:rPr lang="en-US"/>
              <a:t> </a:t>
            </a:r>
            <a:r>
              <a:rPr lang="en-US" err="1"/>
              <a:t>behövs</a:t>
            </a:r>
            <a:r>
              <a:rPr lang="en-US"/>
              <a:t> </a:t>
            </a:r>
            <a:r>
              <a:rPr lang="en-US" err="1"/>
              <a:t>vy-modeller</a:t>
            </a:r>
            <a:r>
              <a:rPr lang="en-US"/>
              <a:t>?</a:t>
            </a:r>
          </a:p>
          <a:p>
            <a:r>
              <a:rPr lang="en-US"/>
              <a:t>Var </a:t>
            </a:r>
            <a:r>
              <a:rPr lang="en-US" err="1"/>
              <a:t>sparar</a:t>
            </a:r>
            <a:r>
              <a:rPr lang="en-US"/>
              <a:t> vi </a:t>
            </a:r>
            <a:r>
              <a:rPr lang="en-US" err="1"/>
              <a:t>våra</a:t>
            </a:r>
            <a:r>
              <a:rPr lang="en-US"/>
              <a:t> </a:t>
            </a:r>
            <a:r>
              <a:rPr lang="en-US" err="1"/>
              <a:t>vy</a:t>
            </a:r>
            <a:r>
              <a:rPr lang="en-US"/>
              <a:t>-modeler?</a:t>
            </a:r>
          </a:p>
          <a:p>
            <a:r>
              <a:rPr lang="en-US" err="1"/>
              <a:t>Nästlade</a:t>
            </a:r>
            <a:r>
              <a:rPr lang="en-US"/>
              <a:t> </a:t>
            </a:r>
            <a:r>
              <a:rPr lang="en-US" err="1"/>
              <a:t>vy-modeller</a:t>
            </a:r>
            <a:endParaRPr lang="en-US"/>
          </a:p>
          <a:p>
            <a:r>
              <a:rPr lang="en-US"/>
              <a:t>Vy-modeler - Best Practice</a:t>
            </a:r>
          </a:p>
        </p:txBody>
      </p:sp>
    </p:spTree>
    <p:extLst>
      <p:ext uri="{BB962C8B-B14F-4D97-AF65-F5344CB8AC3E}">
        <p14:creationId xmlns:p14="http://schemas.microsoft.com/office/powerpoint/2010/main" val="23711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Modeller</a:t>
            </a:r>
            <a:r>
              <a:rPr lang="en-US"/>
              <a:t> </a:t>
            </a:r>
            <a:r>
              <a:rPr lang="en-US" err="1"/>
              <a:t>kontra</a:t>
            </a:r>
            <a:r>
              <a:rPr lang="en-US"/>
              <a:t> </a:t>
            </a:r>
            <a:r>
              <a:rPr lang="en-US" err="1"/>
              <a:t>vy-modeller</a:t>
            </a:r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0788606"/>
              </p:ext>
            </p:extLst>
          </p:nvPr>
        </p:nvGraphicFramePr>
        <p:xfrm>
          <a:off x="2152653" y="1825628"/>
          <a:ext cx="7627327" cy="3440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2348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noProof="0"/>
              <a:t>Varför behövs vy-modeller?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v-SE" noProof="0"/>
              <a:t>Strukturella problem med vår nuvarande lösning:</a:t>
            </a:r>
            <a:br>
              <a:rPr lang="sv-SE" noProof="0"/>
            </a:br>
            <a:endParaRPr lang="sv-SE" sz="2400" noProof="0"/>
          </a:p>
          <a:p>
            <a:pPr marL="457200" indent="-457200">
              <a:buFont typeface="+mj-lt"/>
              <a:buAutoNum type="arabicPeriod"/>
            </a:pPr>
            <a:r>
              <a:rPr lang="sv-SE" sz="2400" noProof="0"/>
              <a:t>Vi kan inte visa data från flera tabeller på samma sida</a:t>
            </a:r>
          </a:p>
          <a:p>
            <a:pPr marL="457200" indent="-457200">
              <a:buFont typeface="+mj-lt"/>
              <a:buAutoNum type="arabicPeriod"/>
            </a:pPr>
            <a:r>
              <a:rPr lang="sv-SE" sz="2400" noProof="0"/>
              <a:t>Vi kan inte validera fält (i formulär) som inte hör hemma i databasen</a:t>
            </a:r>
          </a:p>
          <a:p>
            <a:pPr marL="457200" indent="-457200">
              <a:buFont typeface="+mj-lt"/>
              <a:buAutoNum type="arabicPeriod"/>
            </a:pPr>
            <a:r>
              <a:rPr lang="sv-SE" sz="2400" noProof="0"/>
              <a:t>Våra vyer tar ofta emot mer data än vad de ska visa upp</a:t>
            </a:r>
          </a:p>
          <a:p>
            <a:pPr marL="0" indent="0">
              <a:buNone/>
            </a:pPr>
            <a:endParaRPr lang="sv-SE" sz="2400" noProof="0"/>
          </a:p>
        </p:txBody>
      </p:sp>
    </p:spTree>
    <p:extLst>
      <p:ext uri="{BB962C8B-B14F-4D97-AF65-F5344CB8AC3E}">
        <p14:creationId xmlns:p14="http://schemas.microsoft.com/office/powerpoint/2010/main" val="3612614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Modeller</a:t>
            </a:r>
            <a:r>
              <a:rPr lang="en-US"/>
              <a:t> </a:t>
            </a:r>
            <a:r>
              <a:rPr lang="en-US" err="1"/>
              <a:t>kontra</a:t>
            </a:r>
            <a:r>
              <a:rPr lang="en-US"/>
              <a:t> </a:t>
            </a:r>
            <a:r>
              <a:rPr lang="en-US" err="1"/>
              <a:t>vy-modeller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9341B0-BFED-403A-89CC-6005113BBC4A}"/>
              </a:ext>
            </a:extLst>
          </p:cNvPr>
          <p:cNvSpPr/>
          <p:nvPr/>
        </p:nvSpPr>
        <p:spPr>
          <a:xfrm>
            <a:off x="408432" y="2479754"/>
            <a:ext cx="548847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  <a:t>// Modell (</a:t>
            </a:r>
            <a:r>
              <a:rPr lang="en-US" sz="1200" err="1">
                <a:solidFill>
                  <a:srgbClr val="008000"/>
                </a:solidFill>
                <a:latin typeface="Consolas" panose="020B0609020204030204" pitchFamily="49" charset="0"/>
              </a:rPr>
              <a:t>representerar</a:t>
            </a:r>
            <a: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008000"/>
                </a:solidFill>
                <a:latin typeface="Consolas" panose="020B0609020204030204" pitchFamily="49" charset="0"/>
              </a:rPr>
              <a:t>typiskt</a:t>
            </a:r>
            <a: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008000"/>
                </a:solidFill>
                <a:latin typeface="Consolas" panose="020B0609020204030204" pitchFamily="49" charset="0"/>
              </a:rPr>
              <a:t>datan</a:t>
            </a:r>
            <a: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008000"/>
                </a:solidFill>
                <a:latin typeface="Consolas" panose="020B0609020204030204" pitchFamily="49" charset="0"/>
              </a:rPr>
              <a:t>en</a:t>
            </a:r>
            <a: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008000"/>
                </a:solidFill>
                <a:latin typeface="Consolas" panose="020B0609020204030204" pitchFamily="49" charset="0"/>
              </a:rPr>
              <a:t>databas-tabell</a:t>
            </a:r>
            <a: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b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2B91AF"/>
                </a:solidFill>
                <a:latin typeface="Consolas" panose="020B0609020204030204" pitchFamily="49" charset="0"/>
              </a:rPr>
              <a:t>Person</a:t>
            </a:r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2B91AF"/>
                </a:solidFill>
                <a:latin typeface="Consolas" panose="020B0609020204030204" pitchFamily="49" charset="0"/>
              </a:rPr>
              <a:t>DateTime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Created {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Name {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} =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!;</a:t>
            </a: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string?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Address {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} =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!;</a:t>
            </a: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string?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ZipCode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} =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!;</a:t>
            </a: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string?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City {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} =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!;</a:t>
            </a: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string?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Description {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0047AD-1F1D-4F01-8EB7-7AFFE254CB29}"/>
              </a:ext>
            </a:extLst>
          </p:cNvPr>
          <p:cNvSpPr/>
          <p:nvPr/>
        </p:nvSpPr>
        <p:spPr>
          <a:xfrm>
            <a:off x="5896910" y="2478889"/>
            <a:ext cx="559709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  <a:t>// Vy-</a:t>
            </a:r>
            <a:r>
              <a:rPr lang="en-US" sz="1200" err="1">
                <a:solidFill>
                  <a:srgbClr val="008000"/>
                </a:solidFill>
                <a:latin typeface="Consolas" panose="020B0609020204030204" pitchFamily="49" charset="0"/>
              </a:rPr>
              <a:t>modell</a:t>
            </a:r>
            <a: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  <a:t> (</a:t>
            </a:r>
            <a:r>
              <a:rPr lang="en-US" sz="1200" err="1">
                <a:solidFill>
                  <a:srgbClr val="008000"/>
                </a:solidFill>
                <a:latin typeface="Consolas" panose="020B0609020204030204" pitchFamily="49" charset="0"/>
              </a:rPr>
              <a:t>representerar</a:t>
            </a:r>
            <a: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008000"/>
                </a:solidFill>
                <a:latin typeface="Consolas" panose="020B0609020204030204" pitchFamily="49" charset="0"/>
              </a:rPr>
              <a:t>datan</a:t>
            </a:r>
            <a: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008000"/>
                </a:solidFill>
                <a:latin typeface="Consolas" panose="020B0609020204030204" pitchFamily="49" charset="0"/>
              </a:rPr>
              <a:t>en</a:t>
            </a:r>
            <a: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008000"/>
                </a:solidFill>
                <a:latin typeface="Consolas" panose="020B0609020204030204" pitchFamily="49" charset="0"/>
              </a:rPr>
              <a:t>specifik</a:t>
            </a:r>
            <a: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008000"/>
                </a:solidFill>
                <a:latin typeface="Consolas" panose="020B0609020204030204" pitchFamily="49" charset="0"/>
              </a:rPr>
              <a:t>vy</a:t>
            </a:r>
            <a: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2B91AF"/>
                </a:solidFill>
                <a:latin typeface="Consolas" panose="020B0609020204030204" pitchFamily="49" charset="0"/>
              </a:rPr>
              <a:t>CreateVM</a:t>
            </a:r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en-US" sz="1200">
                <a:solidFill>
                  <a:srgbClr val="2B91AF"/>
                </a:solidFill>
                <a:latin typeface="Consolas" panose="020B0609020204030204" pitchFamily="49" charset="0"/>
              </a:rPr>
              <a:t>Display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en-US" sz="1200">
                <a:solidFill>
                  <a:srgbClr val="A31515"/>
                </a:solidFill>
                <a:latin typeface="Consolas" panose="020B0609020204030204" pitchFamily="49" charset="0"/>
              </a:rPr>
              <a:t>"First Name"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en-US" sz="1200">
                <a:solidFill>
                  <a:srgbClr val="2B91AF"/>
                </a:solidFill>
                <a:latin typeface="Consolas" panose="020B0609020204030204" pitchFamily="49" charset="0"/>
              </a:rPr>
              <a:t>Required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>
                <a:solidFill>
                  <a:srgbClr val="A31515"/>
                </a:solidFill>
                <a:latin typeface="Consolas" panose="020B0609020204030204" pitchFamily="49" charset="0"/>
              </a:rPr>
              <a:t>"Enter a first name"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public required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Name {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};</a:t>
            </a:r>
          </a:p>
          <a:p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en-US" sz="1200">
                <a:solidFill>
                  <a:srgbClr val="2B91AF"/>
                </a:solidFill>
                <a:latin typeface="Consolas" panose="020B0609020204030204" pitchFamily="49" charset="0"/>
              </a:rPr>
              <a:t>Display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en-US" sz="1200">
                <a:solidFill>
                  <a:srgbClr val="A31515"/>
                </a:solidFill>
                <a:latin typeface="Consolas" panose="020B0609020204030204" pitchFamily="49" charset="0"/>
              </a:rPr>
              <a:t>"A short description"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en-US" sz="1200" err="1">
                <a:solidFill>
                  <a:srgbClr val="2B91AF"/>
                </a:solidFill>
                <a:latin typeface="Consolas" panose="020B0609020204030204" pitchFamily="49" charset="0"/>
              </a:rPr>
              <a:t>DataType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err="1">
                <a:solidFill>
                  <a:srgbClr val="2B91AF"/>
                </a:solidFill>
                <a:latin typeface="Consolas" panose="020B0609020204030204" pitchFamily="49" charset="0"/>
              </a:rPr>
              <a:t>DataType</a:t>
            </a: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.MultilineText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en-US" sz="1200">
                <a:solidFill>
                  <a:srgbClr val="2B91AF"/>
                </a:solidFill>
                <a:latin typeface="Consolas" panose="020B0609020204030204" pitchFamily="49" charset="0"/>
              </a:rPr>
              <a:t>Required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>
                <a:solidFill>
                  <a:srgbClr val="A31515"/>
                </a:solidFill>
                <a:latin typeface="Consolas" panose="020B0609020204030204" pitchFamily="49" charset="0"/>
              </a:rPr>
              <a:t>"Enter a description"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public required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Description {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};</a:t>
            </a:r>
          </a:p>
          <a:p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en-US" sz="1200">
                <a:solidFill>
                  <a:srgbClr val="2B91AF"/>
                </a:solidFill>
                <a:latin typeface="Consolas" panose="020B0609020204030204" pitchFamily="49" charset="0"/>
              </a:rPr>
              <a:t>Display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en-US" sz="1200">
                <a:solidFill>
                  <a:srgbClr val="A31515"/>
                </a:solidFill>
                <a:latin typeface="Consolas" panose="020B0609020204030204" pitchFamily="49" charset="0"/>
              </a:rPr>
              <a:t>"I accept the terms"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en-US" sz="1200">
                <a:solidFill>
                  <a:srgbClr val="2B91AF"/>
                </a:solidFill>
                <a:latin typeface="Consolas" panose="020B0609020204030204" pitchFamily="49" charset="0"/>
              </a:rPr>
              <a:t>Required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>
                <a:solidFill>
                  <a:srgbClr val="A31515"/>
                </a:solidFill>
                <a:latin typeface="Consolas" panose="020B0609020204030204" pitchFamily="49" charset="0"/>
              </a:rPr>
              <a:t>"Must accept terms"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public required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TermsAccepted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520789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 </a:t>
            </a:r>
            <a:r>
              <a:rPr lang="en-US" err="1"/>
              <a:t>sparar</a:t>
            </a:r>
            <a:r>
              <a:rPr lang="en-US"/>
              <a:t> vi </a:t>
            </a:r>
            <a:r>
              <a:rPr lang="en-US" err="1"/>
              <a:t>våra</a:t>
            </a:r>
            <a:r>
              <a:rPr lang="en-US"/>
              <a:t> </a:t>
            </a:r>
            <a:r>
              <a:rPr lang="en-US" err="1"/>
              <a:t>vy</a:t>
            </a:r>
            <a:r>
              <a:rPr lang="en-US"/>
              <a:t>-modeler?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9088" y="1825625"/>
            <a:ext cx="789031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Olika teams </a:t>
            </a:r>
            <a:r>
              <a:rPr lang="en-US" err="1"/>
              <a:t>väljer</a:t>
            </a:r>
            <a:r>
              <a:rPr lang="en-US"/>
              <a:t>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lägga</a:t>
            </a:r>
            <a:r>
              <a:rPr lang="en-US"/>
              <a:t> </a:t>
            </a:r>
            <a:r>
              <a:rPr lang="en-US" err="1"/>
              <a:t>vy-modelerna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olika</a:t>
            </a:r>
            <a:r>
              <a:rPr lang="en-US"/>
              <a:t> </a:t>
            </a:r>
            <a:r>
              <a:rPr lang="en-US" err="1"/>
              <a:t>ställen</a:t>
            </a:r>
            <a:r>
              <a:rPr lang="en-US"/>
              <a:t>, </a:t>
            </a:r>
            <a:r>
              <a:rPr lang="en-US" err="1"/>
              <a:t>t.ex</a:t>
            </a:r>
            <a:r>
              <a:rPr lang="en-US"/>
              <a:t>:</a:t>
            </a:r>
            <a:endParaRPr lang="en-US" sz="2400"/>
          </a:p>
          <a:p>
            <a:r>
              <a:rPr lang="en-US" sz="2400" err="1"/>
              <a:t>En</a:t>
            </a:r>
            <a:r>
              <a:rPr lang="en-US" sz="2400"/>
              <a:t> under-</a:t>
            </a:r>
            <a:r>
              <a:rPr lang="en-US" sz="2400" err="1"/>
              <a:t>mapp</a:t>
            </a:r>
            <a:r>
              <a:rPr lang="en-US" sz="2400"/>
              <a:t> </a:t>
            </a:r>
            <a:r>
              <a:rPr lang="en-US" sz="2400" err="1"/>
              <a:t>i</a:t>
            </a:r>
            <a:r>
              <a:rPr lang="en-US" sz="2400"/>
              <a:t> Models</a:t>
            </a:r>
          </a:p>
          <a:p>
            <a:pPr lvl="1"/>
            <a:r>
              <a:rPr lang="en-US" sz="2000"/>
              <a:t>Models/</a:t>
            </a:r>
            <a:r>
              <a:rPr lang="en-US" sz="2000" err="1"/>
              <a:t>ViewModels</a:t>
            </a:r>
            <a:r>
              <a:rPr lang="en-US" sz="2000"/>
              <a:t>/</a:t>
            </a:r>
            <a:r>
              <a:rPr lang="en-US" sz="2000" err="1"/>
              <a:t>ProductsIndexVM</a:t>
            </a:r>
            <a:endParaRPr lang="en-US" sz="2000"/>
          </a:p>
          <a:p>
            <a:pPr lvl="1"/>
            <a:r>
              <a:rPr lang="en-US" sz="2000"/>
              <a:t>Models/</a:t>
            </a:r>
            <a:r>
              <a:rPr lang="en-US" sz="2000" err="1"/>
              <a:t>ViewModels</a:t>
            </a:r>
            <a:r>
              <a:rPr lang="en-US" sz="2000"/>
              <a:t>/</a:t>
            </a:r>
            <a:r>
              <a:rPr lang="en-US" sz="2000" err="1"/>
              <a:t>ProductsCreateVM</a:t>
            </a:r>
            <a:endParaRPr lang="en-US" sz="2000"/>
          </a:p>
          <a:p>
            <a:r>
              <a:rPr lang="en-US" sz="2400" err="1"/>
              <a:t>Bredvid</a:t>
            </a:r>
            <a:r>
              <a:rPr lang="en-US" sz="2400"/>
              <a:t> </a:t>
            </a:r>
            <a:r>
              <a:rPr lang="en-US" sz="2400" err="1"/>
              <a:t>vyerna</a:t>
            </a:r>
            <a:endParaRPr lang="en-US" sz="2400"/>
          </a:p>
          <a:p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80D61D-6044-387A-0B8D-CA1F1ED36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669" y="4403998"/>
            <a:ext cx="1569856" cy="15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10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FA1196-4D6C-701C-5C52-2C0BFAC32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006" y="3121857"/>
            <a:ext cx="3126609" cy="26904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Nästlade</a:t>
            </a:r>
            <a:r>
              <a:rPr lang="en-US"/>
              <a:t> </a:t>
            </a:r>
            <a:r>
              <a:rPr lang="en-US" err="1"/>
              <a:t>vy-modeller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6"/>
            <a:ext cx="9201150" cy="9708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err="1"/>
              <a:t>Komplexa</a:t>
            </a:r>
            <a:r>
              <a:rPr lang="en-US"/>
              <a:t> </a:t>
            </a:r>
            <a:r>
              <a:rPr lang="en-US" err="1"/>
              <a:t>vyer</a:t>
            </a:r>
            <a:r>
              <a:rPr lang="en-US"/>
              <a:t> </a:t>
            </a:r>
            <a:r>
              <a:rPr lang="en-US" err="1"/>
              <a:t>behöver</a:t>
            </a:r>
            <a:r>
              <a:rPr lang="en-US"/>
              <a:t> </a:t>
            </a:r>
            <a:r>
              <a:rPr lang="en-US" err="1"/>
              <a:t>ofta</a:t>
            </a:r>
            <a:r>
              <a:rPr lang="en-US"/>
              <a:t> </a:t>
            </a:r>
            <a:r>
              <a:rPr lang="en-US" err="1"/>
              <a:t>nästlade</a:t>
            </a:r>
            <a:r>
              <a:rPr lang="en-US"/>
              <a:t> </a:t>
            </a:r>
            <a:r>
              <a:rPr lang="en-US" err="1"/>
              <a:t>vy</a:t>
            </a:r>
            <a:r>
              <a:rPr lang="en-US"/>
              <a:t>-modeler:</a:t>
            </a:r>
          </a:p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8B82FE-4FAE-4B8B-9B91-3A1304B6C2FB}"/>
              </a:ext>
            </a:extLst>
          </p:cNvPr>
          <p:cNvSpPr/>
          <p:nvPr/>
        </p:nvSpPr>
        <p:spPr>
          <a:xfrm>
            <a:off x="1831787" y="3069028"/>
            <a:ext cx="3187817" cy="282477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F3718D-AA64-49BA-BABB-86BC1524818E}"/>
              </a:ext>
            </a:extLst>
          </p:cNvPr>
          <p:cNvCxnSpPr>
            <a:cxnSpLocks/>
          </p:cNvCxnSpPr>
          <p:nvPr/>
        </p:nvCxnSpPr>
        <p:spPr>
          <a:xfrm flipH="1">
            <a:off x="2796522" y="2999232"/>
            <a:ext cx="2973342" cy="1080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436496E-F247-4BFA-8BDA-E31FCC18FCFB}"/>
              </a:ext>
            </a:extLst>
          </p:cNvPr>
          <p:cNvCxnSpPr>
            <a:cxnSpLocks/>
          </p:cNvCxnSpPr>
          <p:nvPr/>
        </p:nvCxnSpPr>
        <p:spPr>
          <a:xfrm flipH="1">
            <a:off x="4224528" y="3218688"/>
            <a:ext cx="1545336" cy="1552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E1EC0CF-B4AD-B142-412A-953D2C6DD21F}"/>
              </a:ext>
            </a:extLst>
          </p:cNvPr>
          <p:cNvSpPr txBox="1"/>
          <p:nvPr/>
        </p:nvSpPr>
        <p:spPr>
          <a:xfrm>
            <a:off x="5367846" y="2496258"/>
            <a:ext cx="68241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err="1">
                <a:solidFill>
                  <a:srgbClr val="2B91AF"/>
                </a:solidFill>
                <a:latin typeface="Cascadia Mono" panose="020B0609020000020004" pitchFamily="49" charset="0"/>
              </a:rPr>
              <a:t>IndexVM</a:t>
            </a:r>
            <a:r>
              <a:rPr lang="en-US" sz="1200">
                <a:solidFill>
                  <a:srgbClr val="2B91AF"/>
                </a:solidFill>
                <a:latin typeface="Cascadia Mono" panose="020B0609020000020004" pitchFamily="49" charset="0"/>
              </a:rPr>
              <a:t> </a:t>
            </a:r>
            <a:r>
              <a:rPr lang="en-US" sz="120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1200" err="1">
                <a:solidFill>
                  <a:srgbClr val="008000"/>
                </a:solidFill>
                <a:latin typeface="Cascadia Mono" panose="020B0609020000020004" pitchFamily="49" charset="0"/>
              </a:rPr>
              <a:t>Representerar</a:t>
            </a:r>
            <a:r>
              <a:rPr lang="en-US" sz="1200">
                <a:solidFill>
                  <a:srgbClr val="008000"/>
                </a:solidFill>
                <a:latin typeface="Cascadia Mono" panose="020B0609020000020004" pitchFamily="49" charset="0"/>
              </a:rPr>
              <a:t> HELA Index-</a:t>
            </a:r>
            <a:r>
              <a:rPr lang="en-US" sz="1200" err="1">
                <a:solidFill>
                  <a:srgbClr val="008000"/>
                </a:solidFill>
                <a:latin typeface="Cascadia Mono" panose="020B0609020000020004" pitchFamily="49" charset="0"/>
              </a:rPr>
              <a:t>vyn</a:t>
            </a:r>
            <a:endParaRPr lang="en-US" sz="12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public required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err="1">
                <a:solidFill>
                  <a:srgbClr val="2B91AF"/>
                </a:solidFill>
                <a:latin typeface="Cascadia Mono" panose="020B0609020000020004" pitchFamily="49" charset="0"/>
              </a:rPr>
              <a:t>PersonItemVM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200" err="1">
                <a:solidFill>
                  <a:srgbClr val="000000"/>
                </a:solidFill>
                <a:latin typeface="Cascadia Mono" panose="020B0609020000020004" pitchFamily="49" charset="0"/>
              </a:rPr>
              <a:t>PeopleList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public required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err="1">
                <a:solidFill>
                  <a:srgbClr val="2B91AF"/>
                </a:solidFill>
                <a:latin typeface="Cascadia Mono" panose="020B0609020000020004" pitchFamily="49" charset="0"/>
              </a:rPr>
              <a:t>CreateFormVM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Cascadia Mono" panose="020B0609020000020004" pitchFamily="49" charset="0"/>
              </a:rPr>
              <a:t>CreateForm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en-US" sz="120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    public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err="1">
                <a:solidFill>
                  <a:srgbClr val="2B91AF"/>
                </a:solidFill>
                <a:latin typeface="Cascadia Mono" panose="020B0609020000020004" pitchFamily="49" charset="0"/>
              </a:rPr>
              <a:t>PersonItemVM</a:t>
            </a:r>
            <a:r>
              <a:rPr lang="en-US" sz="1200">
                <a:solidFill>
                  <a:srgbClr val="2B91AF"/>
                </a:solidFill>
                <a:latin typeface="Cascadia Mono" panose="020B0609020000020004" pitchFamily="49" charset="0"/>
              </a:rPr>
              <a:t> </a:t>
            </a:r>
            <a:r>
              <a:rPr lang="en-US" sz="120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1200" err="1">
                <a:solidFill>
                  <a:srgbClr val="008000"/>
                </a:solidFill>
                <a:latin typeface="Cascadia Mono" panose="020B0609020000020004" pitchFamily="49" charset="0"/>
              </a:rPr>
              <a:t>Representerar</a:t>
            </a:r>
            <a:r>
              <a:rPr lang="en-US" sz="120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err="1">
                <a:solidFill>
                  <a:srgbClr val="008000"/>
                </a:solidFill>
                <a:latin typeface="Cascadia Mono" panose="020B0609020000020004" pitchFamily="49" charset="0"/>
              </a:rPr>
              <a:t>en</a:t>
            </a:r>
            <a:r>
              <a:rPr lang="en-US" sz="1200">
                <a:solidFill>
                  <a:srgbClr val="008000"/>
                </a:solidFill>
                <a:latin typeface="Cascadia Mono" panose="020B0609020000020004" pitchFamily="49" charset="0"/>
              </a:rPr>
              <a:t> person-rad</a:t>
            </a:r>
            <a:endParaRPr lang="en-US" sz="12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public required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FirstName {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public required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Id {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US" sz="12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    public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err="1">
                <a:solidFill>
                  <a:srgbClr val="2B91AF"/>
                </a:solidFill>
                <a:latin typeface="Cascadia Mono" panose="020B0609020000020004" pitchFamily="49" charset="0"/>
              </a:rPr>
              <a:t>CreateFormVM</a:t>
            </a:r>
            <a:r>
              <a:rPr lang="en-US" sz="1200">
                <a:solidFill>
                  <a:srgbClr val="2B91AF"/>
                </a:solidFill>
                <a:latin typeface="Cascadia Mono" panose="020B0609020000020004" pitchFamily="49" charset="0"/>
              </a:rPr>
              <a:t> </a:t>
            </a:r>
            <a:r>
              <a:rPr lang="en-US" sz="120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1200" err="1">
                <a:solidFill>
                  <a:srgbClr val="008000"/>
                </a:solidFill>
                <a:latin typeface="Cascadia Mono" panose="020B0609020000020004" pitchFamily="49" charset="0"/>
              </a:rPr>
              <a:t>Representerar</a:t>
            </a:r>
            <a:r>
              <a:rPr lang="en-US" sz="120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err="1">
                <a:solidFill>
                  <a:srgbClr val="008000"/>
                </a:solidFill>
                <a:latin typeface="Cascadia Mono" panose="020B0609020000020004" pitchFamily="49" charset="0"/>
              </a:rPr>
              <a:t>formuläret</a:t>
            </a:r>
            <a:endParaRPr lang="en-US" sz="12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en-US" sz="1200">
                <a:solidFill>
                  <a:srgbClr val="2B91AF"/>
                </a:solidFill>
                <a:latin typeface="Cascadia Mono" panose="020B0609020000020004" pitchFamily="49" charset="0"/>
              </a:rPr>
              <a:t>Display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(Name = </a:t>
            </a:r>
            <a:r>
              <a:rPr lang="en-US" sz="1200">
                <a:solidFill>
                  <a:srgbClr val="A31515"/>
                </a:solidFill>
                <a:latin typeface="Cascadia Mono" panose="020B0609020000020004" pitchFamily="49" charset="0"/>
              </a:rPr>
              <a:t>"First name"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	   [</a:t>
            </a:r>
            <a:r>
              <a:rPr lang="en-US" sz="1200">
                <a:solidFill>
                  <a:srgbClr val="2B91AF"/>
                </a:solidFill>
                <a:latin typeface="Cascadia Mono" panose="020B0609020000020004" pitchFamily="49" charset="0"/>
              </a:rPr>
              <a:t>Required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err="1">
                <a:solidFill>
                  <a:srgbClr val="000000"/>
                </a:solidFill>
                <a:latin typeface="Cascadia Mono" panose="020B0609020000020004" pitchFamily="49" charset="0"/>
              </a:rPr>
              <a:t>ErrorMessage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>
                <a:solidFill>
                  <a:srgbClr val="A31515"/>
                </a:solidFill>
                <a:latin typeface="Cascadia Mono" panose="020B0609020000020004" pitchFamily="49" charset="0"/>
              </a:rPr>
              <a:t>"Enter a first name"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public required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FirstName {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2233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Vy-</a:t>
            </a:r>
            <a:r>
              <a:rPr lang="en-US" err="1"/>
              <a:t>modeller</a:t>
            </a:r>
            <a:r>
              <a:rPr lang="en-US"/>
              <a:t> - Best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2752" y="1825625"/>
            <a:ext cx="7686393" cy="4351338"/>
          </a:xfrm>
        </p:spPr>
        <p:txBody>
          <a:bodyPr>
            <a:normAutofit/>
          </a:bodyPr>
          <a:lstStyle/>
          <a:p>
            <a:r>
              <a:rPr lang="sv-SE"/>
              <a:t>Vad ska vi skicka till våra vyer? </a:t>
            </a:r>
          </a:p>
          <a:p>
            <a:pPr lvl="1"/>
            <a:r>
              <a:rPr lang="sv-SE"/>
              <a:t>Vi ska </a:t>
            </a:r>
            <a:r>
              <a:rPr lang="sv-SE" b="1" u="sng"/>
              <a:t>alltid</a:t>
            </a:r>
            <a:r>
              <a:rPr lang="sv-SE"/>
              <a:t> skicka vy-</a:t>
            </a:r>
            <a:r>
              <a:rPr lang="sv-SE" err="1"/>
              <a:t>modeler</a:t>
            </a:r>
            <a:r>
              <a:rPr lang="sv-SE"/>
              <a:t> till vyerna (</a:t>
            </a:r>
            <a:r>
              <a:rPr lang="sv-SE">
                <a:solidFill>
                  <a:srgbClr val="FF0000"/>
                </a:solidFill>
              </a:rPr>
              <a:t>aldrig</a:t>
            </a:r>
            <a:r>
              <a:rPr lang="sv-SE"/>
              <a:t> modeller)</a:t>
            </a:r>
          </a:p>
          <a:p>
            <a:r>
              <a:rPr lang="en-US"/>
              <a:t>Vy-</a:t>
            </a:r>
            <a:r>
              <a:rPr lang="en-US" err="1"/>
              <a:t>modeller</a:t>
            </a:r>
            <a:r>
              <a:rPr lang="en-US"/>
              <a:t> </a:t>
            </a:r>
            <a:r>
              <a:rPr lang="en-US" err="1"/>
              <a:t>ärver</a:t>
            </a:r>
            <a:r>
              <a:rPr lang="en-US"/>
              <a:t> </a:t>
            </a:r>
            <a:r>
              <a:rPr lang="en-US" err="1"/>
              <a:t>inte</a:t>
            </a:r>
            <a:r>
              <a:rPr lang="en-US"/>
              <a:t> av </a:t>
            </a:r>
            <a:r>
              <a:rPr lang="en-US" err="1"/>
              <a:t>varandra</a:t>
            </a:r>
            <a:r>
              <a:rPr lang="en-US"/>
              <a:t> - de </a:t>
            </a:r>
            <a:r>
              <a:rPr lang="en-US" i="1" err="1"/>
              <a:t>får</a:t>
            </a:r>
            <a:r>
              <a:rPr lang="en-US"/>
              <a:t> se </a:t>
            </a:r>
            <a:r>
              <a:rPr lang="en-US" err="1"/>
              <a:t>liknande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(precis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våra</a:t>
            </a:r>
            <a:r>
              <a:rPr lang="en-US"/>
              <a:t> </a:t>
            </a:r>
            <a:r>
              <a:rPr lang="en-US" err="1"/>
              <a:t>vyer</a:t>
            </a:r>
            <a:r>
              <a:rPr lang="en-US"/>
              <a:t> </a:t>
            </a:r>
            <a:r>
              <a:rPr lang="en-US" err="1"/>
              <a:t>får</a:t>
            </a:r>
            <a:r>
              <a:rPr lang="en-US"/>
              <a:t> se </a:t>
            </a:r>
            <a:r>
              <a:rPr lang="en-US" err="1"/>
              <a:t>liknande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)</a:t>
            </a:r>
          </a:p>
          <a:p>
            <a:pPr lvl="1"/>
            <a:r>
              <a:rPr lang="en-US"/>
              <a:t>Om </a:t>
            </a:r>
            <a:r>
              <a:rPr lang="en-US" err="1"/>
              <a:t>två</a:t>
            </a:r>
            <a:r>
              <a:rPr lang="en-US"/>
              <a:t> </a:t>
            </a:r>
            <a:r>
              <a:rPr lang="en-US" err="1"/>
              <a:t>vy</a:t>
            </a:r>
            <a:r>
              <a:rPr lang="en-US"/>
              <a:t>-modeler </a:t>
            </a:r>
            <a:r>
              <a:rPr lang="en-US" err="1"/>
              <a:t>är</a:t>
            </a:r>
            <a:r>
              <a:rPr lang="en-US"/>
              <a:t> </a:t>
            </a:r>
            <a:r>
              <a:rPr lang="en-US" err="1"/>
              <a:t>identiska</a:t>
            </a:r>
            <a:r>
              <a:rPr lang="en-US"/>
              <a:t>, </a:t>
            </a:r>
            <a:r>
              <a:rPr lang="en-US" err="1"/>
              <a:t>bör</a:t>
            </a:r>
            <a:r>
              <a:rPr lang="en-US"/>
              <a:t> vi </a:t>
            </a:r>
            <a:r>
              <a:rPr lang="en-US" err="1"/>
              <a:t>antagligen</a:t>
            </a:r>
            <a:r>
              <a:rPr lang="en-US"/>
              <a:t> </a:t>
            </a:r>
            <a:r>
              <a:rPr lang="en-US" err="1"/>
              <a:t>skapa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Partial View </a:t>
            </a:r>
            <a:r>
              <a:rPr lang="en-US" err="1"/>
              <a:t>istället</a:t>
            </a:r>
            <a:endParaRPr lang="en-US"/>
          </a:p>
          <a:p>
            <a:r>
              <a:rPr lang="en-US"/>
              <a:t>En </a:t>
            </a:r>
            <a:r>
              <a:rPr lang="en-US" err="1"/>
              <a:t>vy-modell</a:t>
            </a:r>
            <a:r>
              <a:rPr lang="en-US"/>
              <a:t> </a:t>
            </a:r>
            <a:r>
              <a:rPr lang="en-US" err="1"/>
              <a:t>får</a:t>
            </a:r>
            <a:r>
              <a:rPr lang="en-US"/>
              <a:t> </a:t>
            </a:r>
            <a:r>
              <a:rPr lang="en-US" i="1" err="1">
                <a:solidFill>
                  <a:srgbClr val="FF0000"/>
                </a:solidFill>
              </a:rPr>
              <a:t>aldrig</a:t>
            </a:r>
            <a:r>
              <a:rPr lang="en-US"/>
              <a:t> </a:t>
            </a:r>
            <a:r>
              <a:rPr lang="en-US" err="1"/>
              <a:t>innehålla</a:t>
            </a:r>
            <a:r>
              <a:rPr lang="en-US"/>
              <a:t> properties </a:t>
            </a:r>
            <a:r>
              <a:rPr lang="en-US" err="1"/>
              <a:t>bestående</a:t>
            </a:r>
            <a:r>
              <a:rPr lang="en-US"/>
              <a:t> av “</a:t>
            </a:r>
            <a:r>
              <a:rPr lang="en-US" err="1"/>
              <a:t>vanliga</a:t>
            </a:r>
            <a:r>
              <a:rPr lang="en-US"/>
              <a:t>” modeler</a:t>
            </a:r>
          </a:p>
        </p:txBody>
      </p:sp>
    </p:spTree>
    <p:extLst>
      <p:ext uri="{BB962C8B-B14F-4D97-AF65-F5344CB8AC3E}">
        <p14:creationId xmlns:p14="http://schemas.microsoft.com/office/powerpoint/2010/main" val="3135921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En </a:t>
            </a:r>
            <a:r>
              <a:rPr lang="en-US" err="1"/>
              <a:t>publik</a:t>
            </a:r>
            <a:r>
              <a:rPr lang="en-US"/>
              <a:t> </a:t>
            </a:r>
            <a:r>
              <a:rPr lang="en-US" err="1"/>
              <a:t>diskussion</a:t>
            </a:r>
            <a:r>
              <a:rPr lang="en-US"/>
              <a:t>…</a:t>
            </a:r>
            <a:br>
              <a:rPr lang="en-US"/>
            </a:b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 err="1"/>
              <a:t>Verifiera</a:t>
            </a:r>
            <a:r>
              <a:rPr lang="en-US"/>
              <a:t> </a:t>
            </a:r>
            <a:r>
              <a:rPr lang="en-US" err="1"/>
              <a:t>att</a:t>
            </a:r>
            <a:r>
              <a:rPr lang="en-US"/>
              <a:t> de </a:t>
            </a:r>
            <a:r>
              <a:rPr lang="en-US" err="1"/>
              <a:t>nämnda</a:t>
            </a:r>
            <a:r>
              <a:rPr lang="en-US"/>
              <a:t> </a:t>
            </a:r>
            <a:r>
              <a:rPr lang="en-US" err="1"/>
              <a:t>problemen</a:t>
            </a:r>
            <a:r>
              <a:rPr lang="en-US"/>
              <a:t> </a:t>
            </a:r>
            <a:r>
              <a:rPr lang="en-US" err="1"/>
              <a:t>verkligen</a:t>
            </a:r>
            <a:r>
              <a:rPr lang="en-US"/>
              <a:t> </a:t>
            </a:r>
            <a:r>
              <a:rPr lang="en-US" err="1"/>
              <a:t>försvann</a:t>
            </a:r>
            <a:r>
              <a:rPr lang="en-US"/>
              <a:t> </a:t>
            </a:r>
            <a:r>
              <a:rPr lang="en-US" err="1"/>
              <a:t>efter</a:t>
            </a:r>
            <a:r>
              <a:rPr lang="en-US"/>
              <a:t> </a:t>
            </a:r>
            <a:r>
              <a:rPr lang="en-US" err="1"/>
              <a:t>att</a:t>
            </a:r>
            <a:r>
              <a:rPr lang="en-US"/>
              <a:t> vi </a:t>
            </a:r>
            <a:r>
              <a:rPr lang="en-US" err="1"/>
              <a:t>konverterat</a:t>
            </a:r>
            <a:r>
              <a:rPr lang="en-US"/>
              <a:t> </a:t>
            </a:r>
            <a:r>
              <a:rPr lang="en-US" err="1"/>
              <a:t>applikationen</a:t>
            </a:r>
            <a:r>
              <a:rPr lang="en-US"/>
              <a:t> till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arbetar</a:t>
            </a:r>
            <a:r>
              <a:rPr lang="en-US"/>
              <a:t> med </a:t>
            </a:r>
            <a:r>
              <a:rPr lang="en-US" err="1"/>
              <a:t>vy-modeller</a:t>
            </a: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Ska vi </a:t>
            </a:r>
            <a:r>
              <a:rPr lang="en-US" err="1"/>
              <a:t>alltid</a:t>
            </a:r>
            <a:r>
              <a:rPr lang="en-US"/>
              <a:t> </a:t>
            </a:r>
            <a:r>
              <a:rPr lang="en-US" err="1"/>
              <a:t>skapa</a:t>
            </a:r>
            <a:r>
              <a:rPr lang="en-US"/>
              <a:t> </a:t>
            </a:r>
            <a:r>
              <a:rPr lang="en-US" err="1"/>
              <a:t>vy-modeller</a:t>
            </a:r>
            <a:r>
              <a:rPr lang="en-US"/>
              <a:t> (</a:t>
            </a:r>
            <a:r>
              <a:rPr lang="en-US" err="1"/>
              <a:t>eller</a:t>
            </a:r>
            <a:r>
              <a:rPr lang="en-US"/>
              <a:t> </a:t>
            </a:r>
            <a:r>
              <a:rPr lang="en-US" err="1"/>
              <a:t>behövs</a:t>
            </a:r>
            <a:r>
              <a:rPr lang="en-US"/>
              <a:t> de bara </a:t>
            </a:r>
            <a:r>
              <a:rPr lang="en-US" err="1"/>
              <a:t>då</a:t>
            </a:r>
            <a:r>
              <a:rPr lang="en-US"/>
              <a:t> vi </a:t>
            </a:r>
            <a:r>
              <a:rPr lang="en-US" err="1"/>
              <a:t>arbetar</a:t>
            </a:r>
            <a:r>
              <a:rPr lang="en-US"/>
              <a:t> mot </a:t>
            </a:r>
            <a:r>
              <a:rPr lang="en-US" err="1"/>
              <a:t>databaser</a:t>
            </a:r>
            <a:r>
              <a:rPr lang="en-US"/>
              <a:t>)?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509" y="4210050"/>
            <a:ext cx="254317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309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83026"/>
            <a:ext cx="7147145" cy="655103"/>
          </a:xfrm>
        </p:spPr>
        <p:txBody>
          <a:bodyPr>
            <a:normAutofit/>
          </a:bodyPr>
          <a:lstStyle/>
          <a:p>
            <a:r>
              <a:rPr lang="en-US" sz="3000" err="1"/>
              <a:t>Grupparbete</a:t>
            </a:r>
            <a:r>
              <a:rPr lang="en-US" sz="3000"/>
              <a:t>: </a:t>
            </a:r>
            <a:r>
              <a:rPr lang="en-US" sz="3000" err="1"/>
              <a:t>Vy-modeller</a:t>
            </a:r>
            <a:endParaRPr lang="en-US" sz="3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6375" y="1228725"/>
            <a:ext cx="8410009" cy="5163197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>
              <a:buNone/>
            </a:pPr>
            <a:r>
              <a:rPr lang="sv-SE" sz="1400"/>
              <a:t>Uppdatera förra grupparbetet till att nu arbeta med vy-modeller:</a:t>
            </a:r>
            <a:br>
              <a:rPr lang="sv-SE" sz="1400"/>
            </a:br>
            <a:endParaRPr lang="sv-SE" sz="1400" b="1"/>
          </a:p>
          <a:p>
            <a:pPr marL="385763" indent="-385763">
              <a:buAutoNum type="arabicPeriod"/>
            </a:pPr>
            <a:r>
              <a:rPr lang="sv-SE" sz="1400" b="1"/>
              <a:t>Skapa vy-modellen </a:t>
            </a:r>
            <a:r>
              <a:rPr lang="sv-SE" sz="1400" b="1" i="1" err="1"/>
              <a:t>IndexVM</a:t>
            </a:r>
            <a:r>
              <a:rPr lang="sv-SE" sz="1400" b="1"/>
              <a:t> med följande </a:t>
            </a:r>
            <a:r>
              <a:rPr lang="sv-SE" sz="1400" b="1" err="1"/>
              <a:t>properties</a:t>
            </a:r>
            <a:r>
              <a:rPr lang="sv-SE" sz="1400" b="1"/>
              <a:t>:</a:t>
            </a:r>
          </a:p>
          <a:p>
            <a:pPr marL="342900" lvl="1" indent="0">
              <a:buNone/>
            </a:pPr>
            <a:r>
              <a:rPr lang="sv-SE" sz="1100" i="1"/>
              <a:t>int Id </a:t>
            </a:r>
            <a:r>
              <a:rPr lang="sv-SE" sz="1100"/>
              <a:t>(behövs bara om de anställda i listan länkas via en &lt;a href-länk till t.ex en detalj-vy eller en uppdaterings-vy)</a:t>
            </a:r>
          </a:p>
          <a:p>
            <a:pPr marL="342900" lvl="1" indent="0">
              <a:buNone/>
            </a:pPr>
            <a:r>
              <a:rPr lang="sv-SE" sz="1100" i="1"/>
              <a:t>string </a:t>
            </a:r>
            <a:r>
              <a:rPr lang="sv-SE" sz="1100" i="1" err="1"/>
              <a:t>Name</a:t>
            </a:r>
            <a:endParaRPr lang="sv-SE" sz="1100"/>
          </a:p>
          <a:p>
            <a:pPr marL="342900" lvl="1" indent="0">
              <a:buNone/>
            </a:pPr>
            <a:r>
              <a:rPr lang="sv-SE" sz="1100" i="1" err="1"/>
              <a:t>bool</a:t>
            </a:r>
            <a:r>
              <a:rPr lang="sv-SE" sz="1100" i="1"/>
              <a:t> </a:t>
            </a:r>
            <a:r>
              <a:rPr lang="sv-SE" sz="1100" i="1" err="1"/>
              <a:t>ShowAsHighlighted</a:t>
            </a:r>
            <a:r>
              <a:rPr lang="sv-SE" sz="1100" i="1"/>
              <a:t> </a:t>
            </a:r>
            <a:r>
              <a:rPr lang="sv-SE" sz="1100"/>
              <a:t>(ska vara </a:t>
            </a:r>
            <a:r>
              <a:rPr lang="sv-SE" sz="1100" i="1" err="1"/>
              <a:t>true</a:t>
            </a:r>
            <a:r>
              <a:rPr lang="sv-SE" sz="1100"/>
              <a:t> om e-postadressen börjar med ”</a:t>
            </a:r>
            <a:r>
              <a:rPr lang="sv-SE" sz="1100" err="1"/>
              <a:t>admin</a:t>
            </a:r>
            <a:r>
              <a:rPr lang="sv-SE" sz="1100"/>
              <a:t>” och ska i så fall visa upp i röd text i vyn) - kom ihåg att all business-logik ska utföras i service-klassen (inte i vyn eller i vy-modellen)</a:t>
            </a:r>
          </a:p>
          <a:p>
            <a:pPr marL="385763" indent="-385763">
              <a:buAutoNum type="arabicPeriod"/>
            </a:pPr>
            <a:r>
              <a:rPr lang="sv-SE" sz="1400" b="1"/>
              <a:t>Skapa vy-modellen </a:t>
            </a:r>
            <a:r>
              <a:rPr lang="sv-SE" sz="1400" b="1" i="1" err="1"/>
              <a:t>CreateVM</a:t>
            </a:r>
            <a:r>
              <a:rPr lang="sv-SE" sz="1400" b="1"/>
              <a:t> med följande </a:t>
            </a:r>
            <a:r>
              <a:rPr lang="sv-SE" sz="1400" b="1" err="1"/>
              <a:t>properties</a:t>
            </a:r>
            <a:r>
              <a:rPr lang="sv-SE" sz="1400" b="1"/>
              <a:t>:</a:t>
            </a:r>
          </a:p>
          <a:p>
            <a:pPr marL="342900" lvl="1" indent="0">
              <a:buNone/>
            </a:pPr>
            <a:r>
              <a:rPr lang="sv-SE" sz="1100" i="1"/>
              <a:t>string </a:t>
            </a:r>
            <a:r>
              <a:rPr lang="sv-SE" sz="1100" i="1" err="1"/>
              <a:t>Name</a:t>
            </a:r>
            <a:r>
              <a:rPr lang="sv-SE" sz="1100"/>
              <a:t> (ska vara obligatoriskt då man lägger till en ny anställt)</a:t>
            </a:r>
          </a:p>
          <a:p>
            <a:pPr marL="342900" lvl="1" indent="0">
              <a:buNone/>
            </a:pPr>
            <a:r>
              <a:rPr lang="sv-SE" sz="1100" i="1"/>
              <a:t>string Email </a:t>
            </a:r>
            <a:r>
              <a:rPr lang="sv-SE" sz="1100"/>
              <a:t>(ska visas upp som ”E-mail”, vara obligatoriskt och korrekt ifyllt)</a:t>
            </a:r>
          </a:p>
          <a:p>
            <a:pPr marL="342900" lvl="1" indent="0">
              <a:buNone/>
            </a:pPr>
            <a:r>
              <a:rPr lang="sv-SE" sz="1100" i="1" err="1"/>
              <a:t>int</a:t>
            </a:r>
            <a:r>
              <a:rPr lang="sv-SE" sz="1100" i="1"/>
              <a:t> </a:t>
            </a:r>
            <a:r>
              <a:rPr lang="sv-SE" sz="1100" i="1" err="1"/>
              <a:t>BotCheck</a:t>
            </a:r>
            <a:r>
              <a:rPr lang="sv-SE" sz="1100" i="1"/>
              <a:t> </a:t>
            </a:r>
            <a:r>
              <a:rPr lang="sv-SE" sz="1100"/>
              <a:t>(ska visas upp som ”</a:t>
            </a:r>
            <a:r>
              <a:rPr lang="sv-SE" sz="1100" err="1"/>
              <a:t>What</a:t>
            </a:r>
            <a:r>
              <a:rPr lang="sv-SE" sz="1100"/>
              <a:t> is 2 + 2?”, vara obligatoriskt och korrekt ifylld) - kika på validerings-attributet </a:t>
            </a:r>
            <a:r>
              <a:rPr lang="sv-SE" sz="1100" i="1"/>
              <a:t>Range</a:t>
            </a:r>
            <a:r>
              <a:rPr lang="sv-SE" sz="1100"/>
              <a:t> för att kräva att användaren svarar med rätt siffra</a:t>
            </a:r>
          </a:p>
          <a:p>
            <a:pPr marL="385763" indent="-385763">
              <a:buAutoNum type="arabicPeriod"/>
            </a:pPr>
            <a:r>
              <a:rPr lang="sv-SE" sz="1400" b="1"/>
              <a:t>Uppdatera controllern enligt följande:</a:t>
            </a:r>
          </a:p>
          <a:p>
            <a:pPr lvl="1" indent="-342900">
              <a:buFont typeface="+mj-lt"/>
              <a:buAutoNum type="alphaLcParenR"/>
            </a:pPr>
            <a:r>
              <a:rPr lang="sv-SE" sz="1100"/>
              <a:t>Action-moden ska nu konvertera resulatet från </a:t>
            </a:r>
            <a:r>
              <a:rPr lang="sv-SE" sz="1100" i="1"/>
              <a:t>GetAllEmployees()</a:t>
            </a:r>
            <a:r>
              <a:rPr lang="sv-SE" sz="1100"/>
              <a:t> till en </a:t>
            </a:r>
            <a:r>
              <a:rPr lang="sv-SE" sz="1100" i="1"/>
              <a:t>IndexVM</a:t>
            </a:r>
            <a:r>
              <a:rPr lang="sv-SE" sz="1100"/>
              <a:t> som skickas till vyn</a:t>
            </a:r>
          </a:p>
          <a:p>
            <a:pPr lvl="1" indent="-342900">
              <a:buFont typeface="+mj-lt"/>
              <a:buAutoNum type="alphaLcParenR"/>
            </a:pPr>
            <a:r>
              <a:rPr lang="sv-SE" sz="1100"/>
              <a:t>Action-moden ska nu använda Model Binding mot </a:t>
            </a:r>
            <a:r>
              <a:rPr lang="sv-SE" sz="1100" i="1"/>
              <a:t>CreateVM</a:t>
            </a:r>
            <a:r>
              <a:rPr lang="sv-SE" sz="1100"/>
              <a:t> som sedan konverteras till en </a:t>
            </a:r>
            <a:r>
              <a:rPr lang="sv-SE" sz="1100" i="1"/>
              <a:t>Employee</a:t>
            </a:r>
            <a:r>
              <a:rPr lang="sv-SE" sz="1100"/>
              <a:t> och skickas in i </a:t>
            </a:r>
            <a:r>
              <a:rPr lang="sv-SE" sz="1100" i="1"/>
              <a:t>AddEmployee()</a:t>
            </a:r>
            <a:endParaRPr lang="sv-SE" sz="1100"/>
          </a:p>
          <a:p>
            <a:pPr marL="385763" indent="-385763">
              <a:buAutoNum type="arabicPeriod"/>
            </a:pPr>
            <a:r>
              <a:rPr lang="sv-SE" sz="1400" b="1"/>
              <a:t>Controllers, actions och </a:t>
            </a:r>
            <a:r>
              <a:rPr lang="sv-SE" sz="1400" b="1" err="1"/>
              <a:t>views</a:t>
            </a:r>
            <a:endParaRPr lang="sv-SE" sz="1400" b="1"/>
          </a:p>
          <a:p>
            <a:pPr lvl="1" indent="-342900">
              <a:buFont typeface="+mj-lt"/>
              <a:buAutoNum type="alphaLcParenR"/>
            </a:pPr>
            <a:r>
              <a:rPr lang="sv-SE" sz="1100"/>
              <a:t>Vyn för </a:t>
            </a:r>
            <a:r>
              <a:rPr lang="sv-SE" sz="1100" i="1"/>
              <a:t>/</a:t>
            </a:r>
            <a:r>
              <a:rPr lang="sv-SE" sz="1100" i="1" err="1"/>
              <a:t>create</a:t>
            </a:r>
            <a:r>
              <a:rPr lang="sv-SE" sz="1100"/>
              <a:t> ska nu vara hårt typad till klassen </a:t>
            </a:r>
            <a:r>
              <a:rPr lang="sv-SE" sz="1100" i="1" err="1"/>
              <a:t>CreateVM</a:t>
            </a:r>
            <a:r>
              <a:rPr lang="sv-SE" sz="1100" i="1"/>
              <a:t>. </a:t>
            </a:r>
            <a:r>
              <a:rPr lang="sv-SE" sz="1100"/>
              <a:t>Då formuläret postats till servern ska </a:t>
            </a:r>
            <a:r>
              <a:rPr lang="sv-SE" sz="1100" err="1"/>
              <a:t>model-binding</a:t>
            </a:r>
            <a:r>
              <a:rPr lang="sv-SE" sz="1100"/>
              <a:t> användas mot samma klass</a:t>
            </a:r>
          </a:p>
          <a:p>
            <a:pPr lvl="1" indent="-342900">
              <a:buFont typeface="+mj-lt"/>
              <a:buAutoNum type="alphaLcParenR"/>
            </a:pPr>
            <a:r>
              <a:rPr lang="sv-SE" sz="1100"/>
              <a:t>Vyn som visar upp listan ska nu vara hårt typad till klassen </a:t>
            </a:r>
            <a:r>
              <a:rPr lang="sv-SE" sz="1100" i="1"/>
              <a:t>IndexVM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1400" b="1"/>
              <a:t>Om ni hinner</a:t>
            </a:r>
          </a:p>
          <a:p>
            <a:pPr lvl="1" indent="-342900">
              <a:buFont typeface="+mj-lt"/>
              <a:buAutoNum type="alphaLcParenR"/>
            </a:pPr>
            <a:r>
              <a:rPr lang="sv-SE" sz="1100"/>
              <a:t>Använd vy-modeller för detalj-vyn för anställda</a:t>
            </a:r>
          </a:p>
        </p:txBody>
      </p:sp>
    </p:spTree>
    <p:extLst>
      <p:ext uri="{BB962C8B-B14F-4D97-AF65-F5344CB8AC3E}">
        <p14:creationId xmlns:p14="http://schemas.microsoft.com/office/powerpoint/2010/main" val="3473804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ASP.NET MVC Vy-modeller</vt:lpstr>
      <vt:lpstr>Innehåll</vt:lpstr>
      <vt:lpstr>Modeller kontra vy-modeller</vt:lpstr>
      <vt:lpstr>Varför behövs vy-modeller?</vt:lpstr>
      <vt:lpstr>Modeller kontra vy-modeller</vt:lpstr>
      <vt:lpstr>Var sparar vi våra vy-modeler?</vt:lpstr>
      <vt:lpstr>Nästlade vy-modeller</vt:lpstr>
      <vt:lpstr>Vy-modeller - Best Practice</vt:lpstr>
      <vt:lpstr>Diskussion</vt:lpstr>
      <vt:lpstr>Grupparbete: Vy-modeller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Pontus Wittenmark</dc:creator>
  <cp:revision>1</cp:revision>
  <dcterms:created xsi:type="dcterms:W3CDTF">2013-06-05T07:16:43Z</dcterms:created>
  <dcterms:modified xsi:type="dcterms:W3CDTF">2025-05-20T15:14:09Z</dcterms:modified>
</cp:coreProperties>
</file>
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16"/>
  </p:notesMasterIdLst>
  <p:sldIdLst>
    <p:sldId id="293" r:id="rId2"/>
    <p:sldId id="294" r:id="rId3"/>
    <p:sldId id="317" r:id="rId4"/>
    <p:sldId id="356" r:id="rId5"/>
    <p:sldId id="347" r:id="rId6"/>
    <p:sldId id="345" r:id="rId7"/>
    <p:sldId id="348" r:id="rId8"/>
    <p:sldId id="349" r:id="rId9"/>
    <p:sldId id="350" r:id="rId10"/>
    <p:sldId id="351" r:id="rId11"/>
    <p:sldId id="406" r:id="rId12"/>
    <p:sldId id="407" r:id="rId13"/>
    <p:sldId id="304" r:id="rId14"/>
    <p:sldId id="34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C8E61-DA19-44B7-AB77-FFCA712AD38C}" v="1" dt="2025-06-03T15:47:59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tus Wittenmark" userId="f735600e1fbeff6c" providerId="LiveId" clId="{19F98842-BDCD-41BA-AAFC-91584F0CCDF5}"/>
    <pc:docChg chg="undo redo custSel delSld modSld">
      <pc:chgData name="Pontus Wittenmark" userId="f735600e1fbeff6c" providerId="LiveId" clId="{19F98842-BDCD-41BA-AAFC-91584F0CCDF5}" dt="2023-08-24T13:08:49.202" v="2262" actId="20577"/>
      <pc:docMkLst>
        <pc:docMk/>
      </pc:docMkLst>
      <pc:sldChg chg="modSp mod">
        <pc:chgData name="Pontus Wittenmark" userId="f735600e1fbeff6c" providerId="LiveId" clId="{19F98842-BDCD-41BA-AAFC-91584F0CCDF5}" dt="2023-08-24T13:08:49.202" v="2262" actId="20577"/>
        <pc:sldMkLst>
          <pc:docMk/>
          <pc:sldMk cId="1538964893" sldId="294"/>
        </pc:sldMkLst>
      </pc:sldChg>
      <pc:sldChg chg="modSp mod">
        <pc:chgData name="Pontus Wittenmark" userId="f735600e1fbeff6c" providerId="LiveId" clId="{19F98842-BDCD-41BA-AAFC-91584F0CCDF5}" dt="2023-08-14T14:29:45.563" v="721" actId="20577"/>
        <pc:sldMkLst>
          <pc:docMk/>
          <pc:sldMk cId="1168120925" sldId="304"/>
        </pc:sldMkLst>
      </pc:sldChg>
      <pc:sldChg chg="modSp mod">
        <pc:chgData name="Pontus Wittenmark" userId="f735600e1fbeff6c" providerId="LiveId" clId="{19F98842-BDCD-41BA-AAFC-91584F0CCDF5}" dt="2023-08-24T13:07:30.653" v="2246" actId="6549"/>
        <pc:sldMkLst>
          <pc:docMk/>
          <pc:sldMk cId="671297989" sldId="312"/>
        </pc:sldMkLst>
      </pc:sldChg>
      <pc:sldChg chg="modSp del mod">
        <pc:chgData name="Pontus Wittenmark" userId="f735600e1fbeff6c" providerId="LiveId" clId="{19F98842-BDCD-41BA-AAFC-91584F0CCDF5}" dt="2023-08-24T13:08:28.716" v="2258" actId="47"/>
        <pc:sldMkLst>
          <pc:docMk/>
          <pc:sldMk cId="1304216350" sldId="330"/>
        </pc:sldMkLst>
      </pc:sldChg>
      <pc:sldChg chg="addSp modSp mod">
        <pc:chgData name="Pontus Wittenmark" userId="f735600e1fbeff6c" providerId="LiveId" clId="{19F98842-BDCD-41BA-AAFC-91584F0CCDF5}" dt="2023-08-15T07:20:25.465" v="830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19F98842-BDCD-41BA-AAFC-91584F0CCDF5}" dt="2023-08-14T14:20:41.151" v="690" actId="20577"/>
        <pc:sldMkLst>
          <pc:docMk/>
          <pc:sldMk cId="956440930" sldId="341"/>
        </pc:sldMkLst>
      </pc:sldChg>
      <pc:sldChg chg="modSp mod">
        <pc:chgData name="Pontus Wittenmark" userId="f735600e1fbeff6c" providerId="LiveId" clId="{19F98842-BDCD-41BA-AAFC-91584F0CCDF5}" dt="2023-08-15T12:45:23.309" v="2245" actId="20577"/>
        <pc:sldMkLst>
          <pc:docMk/>
          <pc:sldMk cId="2624165222" sldId="343"/>
        </pc:sldMkLst>
      </pc:sldChg>
      <pc:sldChg chg="modSp mod">
        <pc:chgData name="Pontus Wittenmark" userId="f735600e1fbeff6c" providerId="LiveId" clId="{19F98842-BDCD-41BA-AAFC-91584F0CCDF5}" dt="2023-08-14T12:32:56.009" v="4" actId="20577"/>
        <pc:sldMkLst>
          <pc:docMk/>
          <pc:sldMk cId="3504490689" sldId="346"/>
        </pc:sldMkLst>
      </pc:sldChg>
      <pc:sldChg chg="modSp mod">
        <pc:chgData name="Pontus Wittenmark" userId="f735600e1fbeff6c" providerId="LiveId" clId="{19F98842-BDCD-41BA-AAFC-91584F0CCDF5}" dt="2023-08-24T13:07:52.064" v="2252" actId="6549"/>
        <pc:sldMkLst>
          <pc:docMk/>
          <pc:sldMk cId="2423880133" sldId="410"/>
        </pc:sldMkLst>
      </pc:sldChg>
      <pc:sldChg chg="addSp modSp mod">
        <pc:chgData name="Pontus Wittenmark" userId="f735600e1fbeff6c" providerId="LiveId" clId="{19F98842-BDCD-41BA-AAFC-91584F0CCDF5}" dt="2023-08-14T13:28:37.494" v="537" actId="1076"/>
        <pc:sldMkLst>
          <pc:docMk/>
          <pc:sldMk cId="1654011926" sldId="415"/>
        </pc:sldMkLst>
      </pc:sldChg>
      <pc:sldChg chg="modSp mod">
        <pc:chgData name="Pontus Wittenmark" userId="f735600e1fbeff6c" providerId="LiveId" clId="{19F98842-BDCD-41BA-AAFC-91584F0CCDF5}" dt="2023-08-24T13:07:40.848" v="2251" actId="20577"/>
        <pc:sldMkLst>
          <pc:docMk/>
          <pc:sldMk cId="352974217" sldId="418"/>
        </pc:sldMkLst>
      </pc:sldChg>
      <pc:sldChg chg="modSp mod">
        <pc:chgData name="Pontus Wittenmark" userId="f735600e1fbeff6c" providerId="LiveId" clId="{19F98842-BDCD-41BA-AAFC-91584F0CCDF5}" dt="2023-08-15T08:01:09.899" v="1111" actId="20577"/>
        <pc:sldMkLst>
          <pc:docMk/>
          <pc:sldMk cId="2668158109" sldId="419"/>
        </pc:sldMkLst>
      </pc:sldChg>
      <pc:sldChg chg="modSp mod">
        <pc:chgData name="Pontus Wittenmark" userId="f735600e1fbeff6c" providerId="LiveId" clId="{19F98842-BDCD-41BA-AAFC-91584F0CCDF5}" dt="2023-08-15T11:07:35.817" v="1198" actId="21"/>
        <pc:sldMkLst>
          <pc:docMk/>
          <pc:sldMk cId="2705811236" sldId="421"/>
        </pc:sldMkLst>
      </pc:sldChg>
      <pc:sldChg chg="modSp mod">
        <pc:chgData name="Pontus Wittenmark" userId="f735600e1fbeff6c" providerId="LiveId" clId="{19F98842-BDCD-41BA-AAFC-91584F0CCDF5}" dt="2023-08-15T08:02:57.155" v="1192" actId="115"/>
        <pc:sldMkLst>
          <pc:docMk/>
          <pc:sldMk cId="525050732" sldId="422"/>
        </pc:sldMkLst>
      </pc:sldChg>
      <pc:sldChg chg="addSp modSp mod">
        <pc:chgData name="Pontus Wittenmark" userId="f735600e1fbeff6c" providerId="LiveId" clId="{19F98842-BDCD-41BA-AAFC-91584F0CCDF5}" dt="2023-08-14T14:08:54.231" v="655" actId="20577"/>
        <pc:sldMkLst>
          <pc:docMk/>
          <pc:sldMk cId="1328821941" sldId="423"/>
        </pc:sldMkLst>
      </pc:sldChg>
    </pc:docChg>
  </pc:docChgLst>
  <pc:docChgLst>
    <pc:chgData name="Pontus Wittenmark" userId="f735600e1fbeff6c" providerId="LiveId" clId="{B4A2426A-9823-4534-9C03-4F78F5854368}"/>
    <pc:docChg chg="undo redo custSel addSld delSld modSld">
      <pc:chgData name="Pontus Wittenmark" userId="f735600e1fbeff6c" providerId="LiveId" clId="{B4A2426A-9823-4534-9C03-4F78F5854368}" dt="2019-04-30T09:38:34.698" v="870" actId="20577"/>
      <pc:docMkLst>
        <pc:docMk/>
      </pc:docMkLst>
      <pc:sldChg chg="modSp">
        <pc:chgData name="Pontus Wittenmark" userId="f735600e1fbeff6c" providerId="LiveId" clId="{B4A2426A-9823-4534-9C03-4F78F5854368}" dt="2019-04-25T12:58:57.561" v="862" actId="27636"/>
        <pc:sldMkLst>
          <pc:docMk/>
          <pc:sldMk cId="1538964893" sldId="294"/>
        </pc:sldMkLst>
      </pc:sldChg>
      <pc:sldChg chg="modSp">
        <pc:chgData name="Pontus Wittenmark" userId="f735600e1fbeff6c" providerId="LiveId" clId="{B4A2426A-9823-4534-9C03-4F78F5854368}" dt="2019-04-10T12:34:13.906" v="858" actId="20577"/>
        <pc:sldMkLst>
          <pc:docMk/>
          <pc:sldMk cId="2624165222" sldId="343"/>
        </pc:sldMkLst>
      </pc:sldChg>
      <pc:sldChg chg="modSp del">
        <pc:chgData name="Pontus Wittenmark" userId="f735600e1fbeff6c" providerId="LiveId" clId="{B4A2426A-9823-4534-9C03-4F78F5854368}" dt="2019-04-30T09:38:22.194" v="867" actId="2696"/>
        <pc:sldMkLst>
          <pc:docMk/>
          <pc:sldMk cId="3534221174" sldId="344"/>
        </pc:sldMkLst>
      </pc:sldChg>
      <pc:sldChg chg="modSp add">
        <pc:chgData name="Pontus Wittenmark" userId="f735600e1fbeff6c" providerId="LiveId" clId="{B4A2426A-9823-4534-9C03-4F78F5854368}" dt="2019-04-30T09:38:34.698" v="870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E8A2E0B7-C4A9-4EA3-88D7-E185C1C2CB73}"/>
    <pc:docChg chg="undo custSel delSld modSld">
      <pc:chgData name="Pontus Wittenmark" userId="f735600e1fbeff6c" providerId="LiveId" clId="{E8A2E0B7-C4A9-4EA3-88D7-E185C1C2CB73}" dt="2021-03-16T08:56:05.108" v="952" actId="20577"/>
      <pc:docMkLst>
        <pc:docMk/>
      </pc:docMkLst>
      <pc:sldChg chg="modSp mod">
        <pc:chgData name="Pontus Wittenmark" userId="f735600e1fbeff6c" providerId="LiveId" clId="{E8A2E0B7-C4A9-4EA3-88D7-E185C1C2CB73}" dt="2021-03-15T11:59:32.747" v="2" actId="27636"/>
        <pc:sldMkLst>
          <pc:docMk/>
          <pc:sldMk cId="1538964893" sldId="294"/>
        </pc:sldMkLst>
      </pc:sldChg>
      <pc:sldChg chg="del">
        <pc:chgData name="Pontus Wittenmark" userId="f735600e1fbeff6c" providerId="LiveId" clId="{E8A2E0B7-C4A9-4EA3-88D7-E185C1C2CB73}" dt="2021-03-15T14:09:46.206" v="202" actId="47"/>
        <pc:sldMkLst>
          <pc:docMk/>
          <pc:sldMk cId="2519866581" sldId="308"/>
        </pc:sldMkLst>
      </pc:sldChg>
      <pc:sldChg chg="modSp mod">
        <pc:chgData name="Pontus Wittenmark" userId="f735600e1fbeff6c" providerId="LiveId" clId="{E8A2E0B7-C4A9-4EA3-88D7-E185C1C2CB73}" dt="2021-03-15T14:09:36.230" v="201" actId="27636"/>
        <pc:sldMkLst>
          <pc:docMk/>
          <pc:sldMk cId="671297989" sldId="312"/>
        </pc:sldMkLst>
      </pc:sldChg>
      <pc:sldChg chg="modSp mod">
        <pc:chgData name="Pontus Wittenmark" userId="f735600e1fbeff6c" providerId="LiveId" clId="{E8A2E0B7-C4A9-4EA3-88D7-E185C1C2CB73}" dt="2021-03-15T11:59:52.118" v="4" actId="20577"/>
        <pc:sldMkLst>
          <pc:docMk/>
          <pc:sldMk cId="1501259958" sldId="314"/>
        </pc:sldMkLst>
      </pc:sldChg>
      <pc:sldChg chg="del">
        <pc:chgData name="Pontus Wittenmark" userId="f735600e1fbeff6c" providerId="LiveId" clId="{E8A2E0B7-C4A9-4EA3-88D7-E185C1C2CB73}" dt="2021-03-15T14:09:57.607" v="203" actId="47"/>
        <pc:sldMkLst>
          <pc:docMk/>
          <pc:sldMk cId="1741029719" sldId="323"/>
        </pc:sldMkLst>
      </pc:sldChg>
      <pc:sldChg chg="del">
        <pc:chgData name="Pontus Wittenmark" userId="f735600e1fbeff6c" providerId="LiveId" clId="{E8A2E0B7-C4A9-4EA3-88D7-E185C1C2CB73}" dt="2021-03-15T11:59:27.856" v="0" actId="47"/>
        <pc:sldMkLst>
          <pc:docMk/>
          <pc:sldMk cId="2919865422" sldId="327"/>
        </pc:sldMkLst>
      </pc:sldChg>
      <pc:sldChg chg="modSp mod">
        <pc:chgData name="Pontus Wittenmark" userId="f735600e1fbeff6c" providerId="LiveId" clId="{E8A2E0B7-C4A9-4EA3-88D7-E185C1C2CB73}" dt="2021-03-16T08:56:05.108" v="952" actId="20577"/>
        <pc:sldMkLst>
          <pc:docMk/>
          <pc:sldMk cId="2624165222" sldId="343"/>
        </pc:sldMkLst>
      </pc:sldChg>
      <pc:sldChg chg="modSp mod">
        <pc:chgData name="Pontus Wittenmark" userId="f735600e1fbeff6c" providerId="LiveId" clId="{E8A2E0B7-C4A9-4EA3-88D7-E185C1C2CB73}" dt="2021-03-15T14:09:04.403" v="187" actId="20577"/>
        <pc:sldMkLst>
          <pc:docMk/>
          <pc:sldMk cId="3504490689" sldId="346"/>
        </pc:sldMkLst>
      </pc:sldChg>
      <pc:sldChg chg="modSp mod">
        <pc:chgData name="Pontus Wittenmark" userId="f735600e1fbeff6c" providerId="LiveId" clId="{E8A2E0B7-C4A9-4EA3-88D7-E185C1C2CB73}" dt="2021-03-15T14:25:02.691" v="218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7A2DA051-4820-409C-BD8D-2FC6B98BCEEB}"/>
    <pc:docChg chg="undo custSel addSld modSld">
      <pc:chgData name="Pontus Wittenmark" userId="f735600e1fbeff6c" providerId="LiveId" clId="{7A2DA051-4820-409C-BD8D-2FC6B98BCEEB}" dt="2024-12-10T10:06:12.211" v="688" actId="20577"/>
      <pc:docMkLst>
        <pc:docMk/>
      </pc:docMkLst>
      <pc:sldChg chg="modSp mod">
        <pc:chgData name="Pontus Wittenmark" userId="f735600e1fbeff6c" providerId="LiveId" clId="{7A2DA051-4820-409C-BD8D-2FC6B98BCEEB}" dt="2024-11-27T14:31:52.979" v="23" actId="20577"/>
        <pc:sldMkLst>
          <pc:docMk/>
          <pc:sldMk cId="304167356" sldId="342"/>
        </pc:sldMkLst>
      </pc:sldChg>
      <pc:sldChg chg="modSp mod">
        <pc:chgData name="Pontus Wittenmark" userId="f735600e1fbeff6c" providerId="LiveId" clId="{7A2DA051-4820-409C-BD8D-2FC6B98BCEEB}" dt="2024-11-27T14:31:35.725" v="17"/>
        <pc:sldMkLst>
          <pc:docMk/>
          <pc:sldMk cId="3278797115" sldId="414"/>
        </pc:sldMkLst>
      </pc:sldChg>
      <pc:sldChg chg="modSp mod">
        <pc:chgData name="Pontus Wittenmark" userId="f735600e1fbeff6c" providerId="LiveId" clId="{7A2DA051-4820-409C-BD8D-2FC6B98BCEEB}" dt="2024-12-09T11:57:35.977" v="32" actId="20577"/>
        <pc:sldMkLst>
          <pc:docMk/>
          <pc:sldMk cId="352974217" sldId="418"/>
        </pc:sldMkLst>
      </pc:sldChg>
      <pc:sldChg chg="modSp add mod">
        <pc:chgData name="Pontus Wittenmark" userId="f735600e1fbeff6c" providerId="LiveId" clId="{7A2DA051-4820-409C-BD8D-2FC6B98BCEEB}" dt="2024-12-09T12:00:30.710" v="219" actId="20577"/>
        <pc:sldMkLst>
          <pc:docMk/>
          <pc:sldMk cId="1595311208" sldId="426"/>
        </pc:sldMkLst>
      </pc:sldChg>
    </pc:docChg>
  </pc:docChgLst>
  <pc:docChgLst>
    <pc:chgData name="Pontus Wittenmark" userId="f735600e1fbeff6c" providerId="LiveId" clId="{AB0F5FDB-5177-4C96-AEE9-5D612B8B2CF5}"/>
    <pc:docChg chg="undo redo custSel delSld modSld">
      <pc:chgData name="Pontus Wittenmark" userId="f735600e1fbeff6c" providerId="LiveId" clId="{AB0F5FDB-5177-4C96-AEE9-5D612B8B2CF5}" dt="2020-04-06T09:44:54.069" v="26" actId="1076"/>
      <pc:docMkLst>
        <pc:docMk/>
      </pc:docMkLst>
      <pc:sldChg chg="del">
        <pc:chgData name="Pontus Wittenmark" userId="f735600e1fbeff6c" providerId="LiveId" clId="{AB0F5FDB-5177-4C96-AEE9-5D612B8B2CF5}" dt="2020-04-06T07:00:32.224" v="0" actId="47"/>
        <pc:sldMkLst>
          <pc:docMk/>
          <pc:sldMk cId="3255575799" sldId="288"/>
        </pc:sldMkLst>
      </pc:sldChg>
      <pc:sldChg chg="addSp delSp modSp">
        <pc:chgData name="Pontus Wittenmark" userId="f735600e1fbeff6c" providerId="LiveId" clId="{AB0F5FDB-5177-4C96-AEE9-5D612B8B2CF5}" dt="2020-04-06T09:44:54.069" v="26" actId="1076"/>
        <pc:sldMkLst>
          <pc:docMk/>
          <pc:sldMk cId="393454575" sldId="337"/>
        </pc:sldMkLst>
      </pc:sldChg>
      <pc:sldMasterChg chg="delSldLayout">
        <pc:chgData name="Pontus Wittenmark" userId="f735600e1fbeff6c" providerId="LiveId" clId="{AB0F5FDB-5177-4C96-AEE9-5D612B8B2CF5}" dt="2020-04-06T07:00:32.224" v="0" actId="47"/>
        <pc:sldMasterMkLst>
          <pc:docMk/>
          <pc:sldMasterMk cId="239589968" sldId="2147483688"/>
        </pc:sldMasterMkLst>
        <pc:sldLayoutChg chg="del">
          <pc:chgData name="Pontus Wittenmark" userId="f735600e1fbeff6c" providerId="LiveId" clId="{AB0F5FDB-5177-4C96-AEE9-5D612B8B2CF5}" dt="2020-04-06T07:00:32.224" v="0" actId="47"/>
          <pc:sldLayoutMkLst>
            <pc:docMk/>
            <pc:sldMasterMk cId="239589968" sldId="2147483688"/>
            <pc:sldLayoutMk cId="3401947039" sldId="2147483700"/>
          </pc:sldLayoutMkLst>
        </pc:sldLayoutChg>
      </pc:sldMasterChg>
    </pc:docChg>
  </pc:docChgLst>
  <pc:docChgLst>
    <pc:chgData name="Pontus Wittenmark" userId="f735600e1fbeff6c" providerId="LiveId" clId="{FE9C8E61-DA19-44B7-AB77-FFCA712AD38C}"/>
    <pc:docChg chg="undo custSel modSld">
      <pc:chgData name="Pontus Wittenmark" userId="f735600e1fbeff6c" providerId="LiveId" clId="{FE9C8E61-DA19-44B7-AB77-FFCA712AD38C}" dt="2025-06-03T15:48:52.239" v="328" actId="27636"/>
      <pc:docMkLst>
        <pc:docMk/>
      </pc:docMkLst>
      <pc:sldChg chg="modSp mod">
        <pc:chgData name="Pontus Wittenmark" userId="f735600e1fbeff6c" providerId="LiveId" clId="{FE9C8E61-DA19-44B7-AB77-FFCA712AD38C}" dt="2025-06-03T09:17:52.749" v="165" actId="20577"/>
        <pc:sldMkLst>
          <pc:docMk/>
          <pc:sldMk cId="1168120925" sldId="304"/>
        </pc:sldMkLst>
        <pc:spChg chg="mod">
          <ac:chgData name="Pontus Wittenmark" userId="f735600e1fbeff6c" providerId="LiveId" clId="{FE9C8E61-DA19-44B7-AB77-FFCA712AD38C}" dt="2025-06-03T09:17:52.749" v="165" actId="20577"/>
          <ac:spMkLst>
            <pc:docMk/>
            <pc:sldMk cId="1168120925" sldId="30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FE9C8E61-DA19-44B7-AB77-FFCA712AD38C}" dt="2025-06-03T15:48:52.239" v="328" actId="27636"/>
        <pc:sldMkLst>
          <pc:docMk/>
          <pc:sldMk cId="2624165222" sldId="343"/>
        </pc:sldMkLst>
        <pc:spChg chg="mod">
          <ac:chgData name="Pontus Wittenmark" userId="f735600e1fbeff6c" providerId="LiveId" clId="{FE9C8E61-DA19-44B7-AB77-FFCA712AD38C}" dt="2025-06-03T15:48:52.239" v="328" actId="27636"/>
          <ac:spMkLst>
            <pc:docMk/>
            <pc:sldMk cId="2624165222" sldId="343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FE9C8E61-DA19-44B7-AB77-FFCA712AD38C}" dt="2025-06-03T08:42:41.819" v="77" actId="20577"/>
        <pc:sldMkLst>
          <pc:docMk/>
          <pc:sldMk cId="4192616775" sldId="350"/>
        </pc:sldMkLst>
        <pc:spChg chg="mod">
          <ac:chgData name="Pontus Wittenmark" userId="f735600e1fbeff6c" providerId="LiveId" clId="{FE9C8E61-DA19-44B7-AB77-FFCA712AD38C}" dt="2025-06-03T08:42:41.819" v="77" actId="20577"/>
          <ac:spMkLst>
            <pc:docMk/>
            <pc:sldMk cId="4192616775" sldId="350"/>
            <ac:spMk id="3" creationId="{EADA3FA7-8823-F44D-B886-BEE325A89444}"/>
          </ac:spMkLst>
        </pc:spChg>
      </pc:sldChg>
      <pc:sldChg chg="modSp mod">
        <pc:chgData name="Pontus Wittenmark" userId="f735600e1fbeff6c" providerId="LiveId" clId="{FE9C8E61-DA19-44B7-AB77-FFCA712AD38C}" dt="2025-06-03T09:11:48.630" v="153" actId="20577"/>
        <pc:sldMkLst>
          <pc:docMk/>
          <pc:sldMk cId="926766711" sldId="351"/>
        </pc:sldMkLst>
        <pc:spChg chg="mod">
          <ac:chgData name="Pontus Wittenmark" userId="f735600e1fbeff6c" providerId="LiveId" clId="{FE9C8E61-DA19-44B7-AB77-FFCA712AD38C}" dt="2025-06-03T09:11:48.630" v="153" actId="20577"/>
          <ac:spMkLst>
            <pc:docMk/>
            <pc:sldMk cId="926766711" sldId="351"/>
            <ac:spMk id="3" creationId="{1A5A2840-0AB9-EA78-2943-14203F885301}"/>
          </ac:spMkLst>
        </pc:spChg>
        <pc:spChg chg="mod">
          <ac:chgData name="Pontus Wittenmark" userId="f735600e1fbeff6c" providerId="LiveId" clId="{FE9C8E61-DA19-44B7-AB77-FFCA712AD38C}" dt="2025-06-03T09:09:26.399" v="109" actId="1076"/>
          <ac:spMkLst>
            <pc:docMk/>
            <pc:sldMk cId="926766711" sldId="351"/>
            <ac:spMk id="5" creationId="{7437B22D-A69D-BDCA-9216-C7590456AC6F}"/>
          </ac:spMkLst>
        </pc:spChg>
      </pc:sldChg>
      <pc:sldChg chg="modSp mod">
        <pc:chgData name="Pontus Wittenmark" userId="f735600e1fbeff6c" providerId="LiveId" clId="{FE9C8E61-DA19-44B7-AB77-FFCA712AD38C}" dt="2025-06-03T08:10:23.154" v="11" actId="20577"/>
        <pc:sldMkLst>
          <pc:docMk/>
          <pc:sldMk cId="1983327652" sldId="406"/>
        </pc:sldMkLst>
        <pc:spChg chg="mod">
          <ac:chgData name="Pontus Wittenmark" userId="f735600e1fbeff6c" providerId="LiveId" clId="{FE9C8E61-DA19-44B7-AB77-FFCA712AD38C}" dt="2025-06-03T08:10:23.154" v="11" actId="20577"/>
          <ac:spMkLst>
            <pc:docMk/>
            <pc:sldMk cId="1983327652" sldId="406"/>
            <ac:spMk id="3" creationId="{7E281C77-7E2E-3335-A686-3DBDEBBB8DCD}"/>
          </ac:spMkLst>
        </pc:spChg>
      </pc:sldChg>
      <pc:sldChg chg="modSp mod">
        <pc:chgData name="Pontus Wittenmark" userId="f735600e1fbeff6c" providerId="LiveId" clId="{FE9C8E61-DA19-44B7-AB77-FFCA712AD38C}" dt="2025-06-03T09:29:07.867" v="166" actId="20577"/>
        <pc:sldMkLst>
          <pc:docMk/>
          <pc:sldMk cId="2212830399" sldId="407"/>
        </pc:sldMkLst>
        <pc:spChg chg="mod">
          <ac:chgData name="Pontus Wittenmark" userId="f735600e1fbeff6c" providerId="LiveId" clId="{FE9C8E61-DA19-44B7-AB77-FFCA712AD38C}" dt="2025-06-03T09:29:07.867" v="166" actId="20577"/>
          <ac:spMkLst>
            <pc:docMk/>
            <pc:sldMk cId="2212830399" sldId="407"/>
            <ac:spMk id="3" creationId="{29C2C921-B4EF-9AC6-BF00-574162EDA8B8}"/>
          </ac:spMkLst>
        </pc:spChg>
      </pc:sldChg>
    </pc:docChg>
  </pc:docChgLst>
  <pc:docChgLst>
    <pc:chgData name="Pontus Wittenmark" userId="f735600e1fbeff6c" providerId="LiveId" clId="{2097BD21-B8B3-4210-BD0C-28952D3BB42C}"/>
    <pc:docChg chg="undo custSel modSld">
      <pc:chgData name="Pontus Wittenmark" userId="f735600e1fbeff6c" providerId="LiveId" clId="{2097BD21-B8B3-4210-BD0C-28952D3BB42C}" dt="2022-12-14T15:22:29.371" v="489" actId="20577"/>
      <pc:docMkLst>
        <pc:docMk/>
      </pc:docMkLst>
    </pc:docChg>
  </pc:docChgLst>
  <pc:docChgLst>
    <pc:chgData name="Pontus Wittenmark" userId="f735600e1fbeff6c" providerId="LiveId" clId="{98F7BB52-218B-473A-9B24-BF0C249DED01}"/>
    <pc:docChg chg="modSld">
      <pc:chgData name="Pontus Wittenmark" userId="f735600e1fbeff6c" providerId="LiveId" clId="{98F7BB52-218B-473A-9B24-BF0C249DED01}" dt="2022-09-14T13:09:40.716" v="0" actId="20577"/>
      <pc:docMkLst>
        <pc:docMk/>
      </pc:docMkLst>
      <pc:sldChg chg="modSp mod">
        <pc:chgData name="Pontus Wittenmark" userId="f735600e1fbeff6c" providerId="LiveId" clId="{98F7BB52-218B-473A-9B24-BF0C249DED01}" dt="2022-09-14T13:09:40.716" v="0" actId="20577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C7B7B6F6-5307-49F4-9597-D037604D7D22}"/>
    <pc:docChg chg="undo redo custSel addSld delSld modSld sldOrd">
      <pc:chgData name="Pontus Wittenmark" userId="f735600e1fbeff6c" providerId="LiveId" clId="{C7B7B6F6-5307-49F4-9597-D037604D7D22}" dt="2025-06-02T15:39:15.002" v="2386" actId="27636"/>
      <pc:docMkLst>
        <pc:docMk/>
      </pc:docMkLst>
      <pc:sldChg chg="modSp mod">
        <pc:chgData name="Pontus Wittenmark" userId="f735600e1fbeff6c" providerId="LiveId" clId="{C7B7B6F6-5307-49F4-9597-D037604D7D22}" dt="2025-06-02T12:55:53.605" v="1295" actId="20577"/>
        <pc:sldMkLst>
          <pc:docMk/>
          <pc:sldMk cId="1538964893" sldId="294"/>
        </pc:sldMkLst>
        <pc:spChg chg="mod">
          <ac:chgData name="Pontus Wittenmark" userId="f735600e1fbeff6c" providerId="LiveId" clId="{C7B7B6F6-5307-49F4-9597-D037604D7D22}" dt="2025-06-02T12:55:53.605" v="1295" actId="20577"/>
          <ac:spMkLst>
            <pc:docMk/>
            <pc:sldMk cId="1538964893" sldId="29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C7B7B6F6-5307-49F4-9597-D037604D7D22}" dt="2025-05-31T11:13:25.219" v="41" actId="20577"/>
        <pc:sldMkLst>
          <pc:docMk/>
          <pc:sldMk cId="3834333136" sldId="345"/>
        </pc:sldMkLst>
        <pc:spChg chg="mod">
          <ac:chgData name="Pontus Wittenmark" userId="f735600e1fbeff6c" providerId="LiveId" clId="{C7B7B6F6-5307-49F4-9597-D037604D7D22}" dt="2025-05-31T11:12:38.665" v="19" actId="20577"/>
          <ac:spMkLst>
            <pc:docMk/>
            <pc:sldMk cId="3834333136" sldId="345"/>
            <ac:spMk id="3" creationId="{067EE314-5451-5601-5539-F08B7F1238F9}"/>
          </ac:spMkLst>
        </pc:spChg>
        <pc:spChg chg="mod">
          <ac:chgData name="Pontus Wittenmark" userId="f735600e1fbeff6c" providerId="LiveId" clId="{C7B7B6F6-5307-49F4-9597-D037604D7D22}" dt="2025-05-31T11:13:25.219" v="41" actId="20577"/>
          <ac:spMkLst>
            <pc:docMk/>
            <pc:sldMk cId="3834333136" sldId="345"/>
            <ac:spMk id="4" creationId="{CEFD1BAE-18C3-FB49-CDAA-D678BCE5B350}"/>
          </ac:spMkLst>
        </pc:spChg>
      </pc:sldChg>
      <pc:sldChg chg="modSp mod">
        <pc:chgData name="Pontus Wittenmark" userId="f735600e1fbeff6c" providerId="LiveId" clId="{C7B7B6F6-5307-49F4-9597-D037604D7D22}" dt="2025-05-31T12:08:29.176" v="779" actId="20577"/>
        <pc:sldMkLst>
          <pc:docMk/>
          <pc:sldMk cId="2004919422" sldId="347"/>
        </pc:sldMkLst>
        <pc:spChg chg="mod">
          <ac:chgData name="Pontus Wittenmark" userId="f735600e1fbeff6c" providerId="LiveId" clId="{C7B7B6F6-5307-49F4-9597-D037604D7D22}" dt="2025-05-31T12:08:29.176" v="779" actId="20577"/>
          <ac:spMkLst>
            <pc:docMk/>
            <pc:sldMk cId="2004919422" sldId="347"/>
            <ac:spMk id="8" creationId="{EB825BFB-4569-B4D0-D6D7-64CD49FC8886}"/>
          </ac:spMkLst>
        </pc:spChg>
      </pc:sldChg>
      <pc:sldChg chg="modSp mod">
        <pc:chgData name="Pontus Wittenmark" userId="f735600e1fbeff6c" providerId="LiveId" clId="{C7B7B6F6-5307-49F4-9597-D037604D7D22}" dt="2025-05-31T11:18:48.488" v="49" actId="20577"/>
        <pc:sldMkLst>
          <pc:docMk/>
          <pc:sldMk cId="1285355075" sldId="349"/>
        </pc:sldMkLst>
        <pc:spChg chg="mod">
          <ac:chgData name="Pontus Wittenmark" userId="f735600e1fbeff6c" providerId="LiveId" clId="{C7B7B6F6-5307-49F4-9597-D037604D7D22}" dt="2025-05-31T11:18:48.488" v="49" actId="20577"/>
          <ac:spMkLst>
            <pc:docMk/>
            <pc:sldMk cId="1285355075" sldId="349"/>
            <ac:spMk id="7" creationId="{B6C9DE9D-6F4A-C86B-0355-4FAA9ECC9038}"/>
          </ac:spMkLst>
        </pc:spChg>
      </pc:sldChg>
      <pc:sldChg chg="modSp mod">
        <pc:chgData name="Pontus Wittenmark" userId="f735600e1fbeff6c" providerId="LiveId" clId="{C7B7B6F6-5307-49F4-9597-D037604D7D22}" dt="2025-05-31T11:46:39.936" v="217" actId="20577"/>
        <pc:sldMkLst>
          <pc:docMk/>
          <pc:sldMk cId="4192616775" sldId="350"/>
        </pc:sldMkLst>
        <pc:spChg chg="mod">
          <ac:chgData name="Pontus Wittenmark" userId="f735600e1fbeff6c" providerId="LiveId" clId="{C7B7B6F6-5307-49F4-9597-D037604D7D22}" dt="2025-05-31T11:42:47.413" v="210" actId="20577"/>
          <ac:spMkLst>
            <pc:docMk/>
            <pc:sldMk cId="4192616775" sldId="350"/>
            <ac:spMk id="3" creationId="{EADA3FA7-8823-F44D-B886-BEE325A89444}"/>
          </ac:spMkLst>
        </pc:spChg>
        <pc:spChg chg="mod">
          <ac:chgData name="Pontus Wittenmark" userId="f735600e1fbeff6c" providerId="LiveId" clId="{C7B7B6F6-5307-49F4-9597-D037604D7D22}" dt="2025-05-31T11:39:49.433" v="149" actId="1076"/>
          <ac:spMkLst>
            <pc:docMk/>
            <pc:sldMk cId="4192616775" sldId="350"/>
            <ac:spMk id="5" creationId="{7214A661-98BC-BDDC-5E3C-3D7010B5F82C}"/>
          </ac:spMkLst>
        </pc:spChg>
        <pc:spChg chg="mod">
          <ac:chgData name="Pontus Wittenmark" userId="f735600e1fbeff6c" providerId="LiveId" clId="{C7B7B6F6-5307-49F4-9597-D037604D7D22}" dt="2025-05-31T11:46:39.936" v="217" actId="20577"/>
          <ac:spMkLst>
            <pc:docMk/>
            <pc:sldMk cId="4192616775" sldId="350"/>
            <ac:spMk id="8" creationId="{C3BAF42E-F3F0-7C45-1342-6400775C09E5}"/>
          </ac:spMkLst>
        </pc:spChg>
      </pc:sldChg>
      <pc:sldChg chg="modSp mod ord">
        <pc:chgData name="Pontus Wittenmark" userId="f735600e1fbeff6c" providerId="LiveId" clId="{C7B7B6F6-5307-49F4-9597-D037604D7D22}" dt="2025-06-02T15:32:28.088" v="2221" actId="20577"/>
        <pc:sldMkLst>
          <pc:docMk/>
          <pc:sldMk cId="926766711" sldId="351"/>
        </pc:sldMkLst>
        <pc:spChg chg="mod">
          <ac:chgData name="Pontus Wittenmark" userId="f735600e1fbeff6c" providerId="LiveId" clId="{C7B7B6F6-5307-49F4-9597-D037604D7D22}" dt="2025-06-02T15:32:28.088" v="2221" actId="20577"/>
          <ac:spMkLst>
            <pc:docMk/>
            <pc:sldMk cId="926766711" sldId="351"/>
            <ac:spMk id="3" creationId="{1A5A2840-0AB9-EA78-2943-14203F885301}"/>
          </ac:spMkLst>
        </pc:spChg>
        <pc:spChg chg="mod">
          <ac:chgData name="Pontus Wittenmark" userId="f735600e1fbeff6c" providerId="LiveId" clId="{C7B7B6F6-5307-49F4-9597-D037604D7D22}" dt="2025-06-02T12:49:53.055" v="963" actId="1076"/>
          <ac:spMkLst>
            <pc:docMk/>
            <pc:sldMk cId="926766711" sldId="351"/>
            <ac:spMk id="5" creationId="{7437B22D-A69D-BDCA-9216-C7590456AC6F}"/>
          </ac:spMkLst>
        </pc:spChg>
      </pc:sldChg>
      <pc:sldChg chg="modSp mod">
        <pc:chgData name="Pontus Wittenmark" userId="f735600e1fbeff6c" providerId="LiveId" clId="{C7B7B6F6-5307-49F4-9597-D037604D7D22}" dt="2025-05-31T11:11:42.079" v="14" actId="14"/>
        <pc:sldMkLst>
          <pc:docMk/>
          <pc:sldMk cId="3258080857" sldId="356"/>
        </pc:sldMkLst>
        <pc:spChg chg="mod">
          <ac:chgData name="Pontus Wittenmark" userId="f735600e1fbeff6c" providerId="LiveId" clId="{C7B7B6F6-5307-49F4-9597-D037604D7D22}" dt="2025-05-31T11:11:42.079" v="14" actId="14"/>
          <ac:spMkLst>
            <pc:docMk/>
            <pc:sldMk cId="3258080857" sldId="356"/>
            <ac:spMk id="3" creationId="{88254AD1-0710-A10C-5EE2-FD71D8221196}"/>
          </ac:spMkLst>
        </pc:spChg>
      </pc:sldChg>
      <pc:sldChg chg="add del">
        <pc:chgData name="Pontus Wittenmark" userId="f735600e1fbeff6c" providerId="LiveId" clId="{C7B7B6F6-5307-49F4-9597-D037604D7D22}" dt="2025-06-02T12:52:39.755" v="1043" actId="47"/>
        <pc:sldMkLst>
          <pc:docMk/>
          <pc:sldMk cId="849138234" sldId="362"/>
        </pc:sldMkLst>
      </pc:sldChg>
      <pc:sldChg chg="add del">
        <pc:chgData name="Pontus Wittenmark" userId="f735600e1fbeff6c" providerId="LiveId" clId="{C7B7B6F6-5307-49F4-9597-D037604D7D22}" dt="2025-06-02T12:52:46.818" v="1044" actId="47"/>
        <pc:sldMkLst>
          <pc:docMk/>
          <pc:sldMk cId="3070117639" sldId="405"/>
        </pc:sldMkLst>
      </pc:sldChg>
      <pc:sldChg chg="addSp modSp add mod ord">
        <pc:chgData name="Pontus Wittenmark" userId="f735600e1fbeff6c" providerId="LiveId" clId="{C7B7B6F6-5307-49F4-9597-D037604D7D22}" dt="2025-06-02T12:52:16.087" v="1039" actId="1076"/>
        <pc:sldMkLst>
          <pc:docMk/>
          <pc:sldMk cId="1983327652" sldId="406"/>
        </pc:sldMkLst>
        <pc:spChg chg="mod">
          <ac:chgData name="Pontus Wittenmark" userId="f735600e1fbeff6c" providerId="LiveId" clId="{C7B7B6F6-5307-49F4-9597-D037604D7D22}" dt="2025-06-02T12:50:15.425" v="967"/>
          <ac:spMkLst>
            <pc:docMk/>
            <pc:sldMk cId="1983327652" sldId="406"/>
            <ac:spMk id="2" creationId="{DBC989F5-BC57-DE1A-0B02-BE4B02544AEE}"/>
          </ac:spMkLst>
        </pc:spChg>
        <pc:spChg chg="mod">
          <ac:chgData name="Pontus Wittenmark" userId="f735600e1fbeff6c" providerId="LiveId" clId="{C7B7B6F6-5307-49F4-9597-D037604D7D22}" dt="2025-06-02T12:52:09.344" v="1037" actId="27636"/>
          <ac:spMkLst>
            <pc:docMk/>
            <pc:sldMk cId="1983327652" sldId="406"/>
            <ac:spMk id="3" creationId="{7E281C77-7E2E-3335-A686-3DBDEBBB8DCD}"/>
          </ac:spMkLst>
        </pc:spChg>
        <pc:spChg chg="add mod">
          <ac:chgData name="Pontus Wittenmark" userId="f735600e1fbeff6c" providerId="LiveId" clId="{C7B7B6F6-5307-49F4-9597-D037604D7D22}" dt="2025-06-02T12:52:16.087" v="1039" actId="1076"/>
          <ac:spMkLst>
            <pc:docMk/>
            <pc:sldMk cId="1983327652" sldId="406"/>
            <ac:spMk id="4" creationId="{4BCAD80D-596E-DC33-8BC9-F2774F6A415D}"/>
          </ac:spMkLst>
        </pc:spChg>
      </pc:sldChg>
      <pc:sldChg chg="modSp add mod">
        <pc:chgData name="Pontus Wittenmark" userId="f735600e1fbeff6c" providerId="LiveId" clId="{C7B7B6F6-5307-49F4-9597-D037604D7D22}" dt="2025-06-02T12:55:42.491" v="1280" actId="20577"/>
        <pc:sldMkLst>
          <pc:docMk/>
          <pc:sldMk cId="2212830399" sldId="407"/>
        </pc:sldMkLst>
        <pc:spChg chg="mod">
          <ac:chgData name="Pontus Wittenmark" userId="f735600e1fbeff6c" providerId="LiveId" clId="{C7B7B6F6-5307-49F4-9597-D037604D7D22}" dt="2025-06-02T12:55:42.491" v="1280" actId="20577"/>
          <ac:spMkLst>
            <pc:docMk/>
            <pc:sldMk cId="2212830399" sldId="407"/>
            <ac:spMk id="3" creationId="{29C2C921-B4EF-9AC6-BF00-574162EDA8B8}"/>
          </ac:spMkLst>
        </pc:spChg>
      </pc:sldChg>
      <pc:sldChg chg="delSp modSp add del mod">
        <pc:chgData name="Pontus Wittenmark" userId="f735600e1fbeff6c" providerId="LiveId" clId="{C7B7B6F6-5307-49F4-9597-D037604D7D22}" dt="2025-06-02T13:06:35.554" v="1536" actId="47"/>
        <pc:sldMkLst>
          <pc:docMk/>
          <pc:sldMk cId="2438728410" sldId="408"/>
        </pc:sldMkLst>
        <pc:spChg chg="mod">
          <ac:chgData name="Pontus Wittenmark" userId="f735600e1fbeff6c" providerId="LiveId" clId="{C7B7B6F6-5307-49F4-9597-D037604D7D22}" dt="2025-06-02T13:05:03.263" v="1535" actId="20577"/>
          <ac:spMkLst>
            <pc:docMk/>
            <pc:sldMk cId="2438728410" sldId="408"/>
            <ac:spMk id="3" creationId="{D679BBE2-F24C-0002-8908-8A6D71F57CC6}"/>
          </ac:spMkLst>
        </pc:spChg>
        <pc:spChg chg="del">
          <ac:chgData name="Pontus Wittenmark" userId="f735600e1fbeff6c" providerId="LiveId" clId="{C7B7B6F6-5307-49F4-9597-D037604D7D22}" dt="2025-06-02T13:04:50.865" v="1518" actId="478"/>
          <ac:spMkLst>
            <pc:docMk/>
            <pc:sldMk cId="2438728410" sldId="408"/>
            <ac:spMk id="7" creationId="{3EA0FEC4-CBAA-AACA-7DA0-14B73B048075}"/>
          </ac:spMkLst>
        </pc:spChg>
      </pc:sldChg>
    </pc:docChg>
  </pc:docChgLst>
  <pc:docChgLst>
    <pc:chgData name="Pontus Wittenmark" userId="f735600e1fbeff6c" providerId="LiveId" clId="{E3E463DF-E051-45BE-909B-D63CA0D3CECC}"/>
    <pc:docChg chg="undo custSel addSld delSld modSld">
      <pc:chgData name="Pontus Wittenmark" userId="f735600e1fbeff6c" providerId="LiveId" clId="{E3E463DF-E051-45BE-909B-D63CA0D3CECC}" dt="2022-09-15T11:29:46.048" v="307" actId="20577"/>
      <pc:docMkLst>
        <pc:docMk/>
      </pc:docMkLst>
      <pc:sldChg chg="modSp mod">
        <pc:chgData name="Pontus Wittenmark" userId="f735600e1fbeff6c" providerId="LiveId" clId="{E3E463DF-E051-45BE-909B-D63CA0D3CECC}" dt="2022-09-14T14:52:43.542" v="19" actId="20577"/>
        <pc:sldMkLst>
          <pc:docMk/>
          <pc:sldMk cId="956440930" sldId="341"/>
        </pc:sldMkLst>
      </pc:sldChg>
      <pc:sldChg chg="modSp del mod">
        <pc:chgData name="Pontus Wittenmark" userId="f735600e1fbeff6c" providerId="LiveId" clId="{E3E463DF-E051-45BE-909B-D63CA0D3CECC}" dt="2022-09-15T07:25:11.065" v="21" actId="47"/>
        <pc:sldMkLst>
          <pc:docMk/>
          <pc:sldMk cId="2607175503" sldId="347"/>
        </pc:sldMkLst>
      </pc:sldChg>
      <pc:sldChg chg="modSp add mod">
        <pc:chgData name="Pontus Wittenmark" userId="f735600e1fbeff6c" providerId="LiveId" clId="{E3E463DF-E051-45BE-909B-D63CA0D3CECC}" dt="2022-09-15T07:29:10.095" v="282" actId="20577"/>
        <pc:sldMkLst>
          <pc:docMk/>
          <pc:sldMk cId="1477622852" sldId="409"/>
        </pc:sldMkLst>
      </pc:sldChg>
    </pc:docChg>
  </pc:docChgLst>
  <pc:docChgLst>
    <pc:chgData name="Pontus Wittenmark" userId="f735600e1fbeff6c" providerId="LiveId" clId="{97041767-F4EB-4846-9231-D353CF7E8461}"/>
    <pc:docChg chg="undo custSel addSld delSld modSld sldOrd">
      <pc:chgData name="Pontus Wittenmark" userId="f735600e1fbeff6c" providerId="LiveId" clId="{97041767-F4EB-4846-9231-D353CF7E8461}" dt="2020-01-14T12:26:04.782" v="286"/>
      <pc:docMkLst>
        <pc:docMk/>
      </pc:docMkLst>
      <pc:sldChg chg="addSp delSp modSp">
        <pc:chgData name="Pontus Wittenmark" userId="f735600e1fbeff6c" providerId="LiveId" clId="{97041767-F4EB-4846-9231-D353CF7E8461}" dt="2019-12-12T10:11:50.308" v="5" actId="1076"/>
        <pc:sldMkLst>
          <pc:docMk/>
          <pc:sldMk cId="2760819910" sldId="293"/>
        </pc:sldMkLst>
      </pc:sldChg>
      <pc:sldChg chg="modSp">
        <pc:chgData name="Pontus Wittenmark" userId="f735600e1fbeff6c" providerId="LiveId" clId="{97041767-F4EB-4846-9231-D353CF7E8461}" dt="2019-12-19T12:13:31.528" v="280" actId="27636"/>
        <pc:sldMkLst>
          <pc:docMk/>
          <pc:sldMk cId="1538964893" sldId="294"/>
        </pc:sldMkLst>
      </pc:sldChg>
      <pc:sldChg chg="add">
        <pc:chgData name="Pontus Wittenmark" userId="f735600e1fbeff6c" providerId="LiveId" clId="{97041767-F4EB-4846-9231-D353CF7E8461}" dt="2020-01-14T12:25:26.103" v="282"/>
        <pc:sldMkLst>
          <pc:docMk/>
          <pc:sldMk cId="1151862316" sldId="295"/>
        </pc:sldMkLst>
      </pc:sldChg>
      <pc:sldChg chg="modSp">
        <pc:chgData name="Pontus Wittenmark" userId="f735600e1fbeff6c" providerId="LiveId" clId="{97041767-F4EB-4846-9231-D353CF7E8461}" dt="2019-12-16T12:51:08.774" v="268" actId="5793"/>
        <pc:sldMkLst>
          <pc:docMk/>
          <pc:sldMk cId="1168120925" sldId="304"/>
        </pc:sldMkLst>
      </pc:sldChg>
      <pc:sldChg chg="del">
        <pc:chgData name="Pontus Wittenmark" userId="f735600e1fbeff6c" providerId="LiveId" clId="{97041767-F4EB-4846-9231-D353CF7E8461}" dt="2019-12-19T12:13:39.907" v="281" actId="47"/>
        <pc:sldMkLst>
          <pc:docMk/>
          <pc:sldMk cId="3334304835" sldId="316"/>
        </pc:sldMkLst>
      </pc:sldChg>
      <pc:sldChg chg="modSp">
        <pc:chgData name="Pontus Wittenmark" userId="f735600e1fbeff6c" providerId="LiveId" clId="{97041767-F4EB-4846-9231-D353CF7E8461}" dt="2019-12-16T09:09:57.951" v="7" actId="20577"/>
        <pc:sldMkLst>
          <pc:docMk/>
          <pc:sldMk cId="2919865422" sldId="327"/>
        </pc:sldMkLst>
      </pc:sldChg>
      <pc:sldChg chg="modSp">
        <pc:chgData name="Pontus Wittenmark" userId="f735600e1fbeff6c" providerId="LiveId" clId="{97041767-F4EB-4846-9231-D353CF7E8461}" dt="2019-12-16T15:10:27.412" v="278" actId="27636"/>
        <pc:sldMkLst>
          <pc:docMk/>
          <pc:sldMk cId="2624165222" sldId="343"/>
        </pc:sldMkLst>
      </pc:sldChg>
      <pc:sldChg chg="ord">
        <pc:chgData name="Pontus Wittenmark" userId="f735600e1fbeff6c" providerId="LiveId" clId="{97041767-F4EB-4846-9231-D353CF7E8461}" dt="2020-01-14T12:25:51.550" v="284"/>
        <pc:sldMkLst>
          <pc:docMk/>
          <pc:sldMk cId="2607175503" sldId="347"/>
        </pc:sldMkLst>
      </pc:sldChg>
      <pc:sldChg chg="modSp add ord">
        <pc:chgData name="Pontus Wittenmark" userId="f735600e1fbeff6c" providerId="LiveId" clId="{97041767-F4EB-4846-9231-D353CF7E8461}" dt="2020-01-14T12:26:04.782" v="286"/>
        <pc:sldMkLst>
          <pc:docMk/>
          <pc:sldMk cId="3901861638" sldId="358"/>
        </pc:sldMkLst>
      </pc:sldChg>
    </pc:docChg>
  </pc:docChgLst>
  <pc:docChgLst>
    <pc:chgData name="Pontus Wittenmark" userId="f735600e1fbeff6c" providerId="LiveId" clId="{99B729A5-DF74-4AE2-B4F0-D25F67A38089}"/>
    <pc:docChg chg="undo redo custSel addSld delSld modSld">
      <pc:chgData name="Pontus Wittenmark" userId="f735600e1fbeff6c" providerId="LiveId" clId="{99B729A5-DF74-4AE2-B4F0-D25F67A38089}" dt="2022-01-21T15:16:21.378" v="447" actId="47"/>
      <pc:docMkLst>
        <pc:docMk/>
      </pc:docMkLst>
      <pc:sldChg chg="modSp mod">
        <pc:chgData name="Pontus Wittenmark" userId="f735600e1fbeff6c" providerId="LiveId" clId="{99B729A5-DF74-4AE2-B4F0-D25F67A38089}" dt="2021-12-20T13:23:13.721" v="1" actId="20577"/>
        <pc:sldMkLst>
          <pc:docMk/>
          <pc:sldMk cId="2760819910" sldId="293"/>
        </pc:sldMkLst>
      </pc:sldChg>
      <pc:sldChg chg="modSp mod">
        <pc:chgData name="Pontus Wittenmark" userId="f735600e1fbeff6c" providerId="LiveId" clId="{99B729A5-DF74-4AE2-B4F0-D25F67A38089}" dt="2021-12-20T13:56:01.296" v="136" actId="27636"/>
        <pc:sldMkLst>
          <pc:docMk/>
          <pc:sldMk cId="1538964893" sldId="294"/>
        </pc:sldMkLst>
      </pc:sldChg>
      <pc:sldChg chg="modSp mod">
        <pc:chgData name="Pontus Wittenmark" userId="f735600e1fbeff6c" providerId="LiveId" clId="{99B729A5-DF74-4AE2-B4F0-D25F67A38089}" dt="2022-01-21T15:16:18.610" v="446" actId="20577"/>
        <pc:sldMkLst>
          <pc:docMk/>
          <pc:sldMk cId="1151862316" sldId="295"/>
        </pc:sldMkLst>
      </pc:sldChg>
      <pc:sldChg chg="addSp delSp modSp mod">
        <pc:chgData name="Pontus Wittenmark" userId="f735600e1fbeff6c" providerId="LiveId" clId="{99B729A5-DF74-4AE2-B4F0-D25F67A38089}" dt="2021-12-20T14:22:59.977" v="304" actId="14100"/>
        <pc:sldMkLst>
          <pc:docMk/>
          <pc:sldMk cId="3302314947" sldId="311"/>
        </pc:sldMkLst>
      </pc:sldChg>
      <pc:sldChg chg="addSp delSp modSp mod">
        <pc:chgData name="Pontus Wittenmark" userId="f735600e1fbeff6c" providerId="LiveId" clId="{99B729A5-DF74-4AE2-B4F0-D25F67A38089}" dt="2021-12-20T14:23:22.445" v="316" actId="20577"/>
        <pc:sldMkLst>
          <pc:docMk/>
          <pc:sldMk cId="3875752741" sldId="313"/>
        </pc:sldMkLst>
      </pc:sldChg>
      <pc:sldChg chg="addSp delSp modSp mod">
        <pc:chgData name="Pontus Wittenmark" userId="f735600e1fbeff6c" providerId="LiveId" clId="{99B729A5-DF74-4AE2-B4F0-D25F67A38089}" dt="2021-12-20T13:56:34.078" v="139" actId="20577"/>
        <pc:sldMkLst>
          <pc:docMk/>
          <pc:sldMk cId="1501259958" sldId="314"/>
        </pc:sldMkLst>
      </pc:sldChg>
      <pc:sldChg chg="addSp delSp modSp mod">
        <pc:chgData name="Pontus Wittenmark" userId="f735600e1fbeff6c" providerId="LiveId" clId="{99B729A5-DF74-4AE2-B4F0-D25F67A38089}" dt="2021-12-20T14:23:17.647" v="312" actId="20577"/>
        <pc:sldMkLst>
          <pc:docMk/>
          <pc:sldMk cId="3035958379" sldId="317"/>
        </pc:sldMkLst>
      </pc:sldChg>
      <pc:sldChg chg="del">
        <pc:chgData name="Pontus Wittenmark" userId="f735600e1fbeff6c" providerId="LiveId" clId="{99B729A5-DF74-4AE2-B4F0-D25F67A38089}" dt="2021-12-20T13:55:56.763" v="134" actId="47"/>
        <pc:sldMkLst>
          <pc:docMk/>
          <pc:sldMk cId="2943542160" sldId="321"/>
        </pc:sldMkLst>
      </pc:sldChg>
      <pc:sldChg chg="addSp delSp modSp mod">
        <pc:chgData name="Pontus Wittenmark" userId="f735600e1fbeff6c" providerId="LiveId" clId="{99B729A5-DF74-4AE2-B4F0-D25F67A38089}" dt="2021-12-20T14:23:11.885" v="308" actId="20577"/>
        <pc:sldMkLst>
          <pc:docMk/>
          <pc:sldMk cId="1304216350" sldId="330"/>
        </pc:sldMkLst>
      </pc:sldChg>
      <pc:sldChg chg="addSp delSp modSp mod">
        <pc:chgData name="Pontus Wittenmark" userId="f735600e1fbeff6c" providerId="LiveId" clId="{99B729A5-DF74-4AE2-B4F0-D25F67A38089}" dt="2021-12-20T16:28:46.688" v="328" actId="6549"/>
        <pc:sldMkLst>
          <pc:docMk/>
          <pc:sldMk cId="393454575" sldId="337"/>
        </pc:sldMkLst>
      </pc:sldChg>
      <pc:sldChg chg="addSp delSp modSp mod">
        <pc:chgData name="Pontus Wittenmark" userId="f735600e1fbeff6c" providerId="LiveId" clId="{99B729A5-DF74-4AE2-B4F0-D25F67A38089}" dt="2021-12-20T13:55:33.813" v="133" actId="20577"/>
        <pc:sldMkLst>
          <pc:docMk/>
          <pc:sldMk cId="607159060" sldId="342"/>
        </pc:sldMkLst>
      </pc:sldChg>
      <pc:sldChg chg="modSp add mod">
        <pc:chgData name="Pontus Wittenmark" userId="f735600e1fbeff6c" providerId="LiveId" clId="{99B729A5-DF74-4AE2-B4F0-D25F67A38089}" dt="2021-12-20T16:32:44.704" v="406" actId="20577"/>
        <pc:sldMkLst>
          <pc:docMk/>
          <pc:sldMk cId="964122859" sldId="396"/>
        </pc:sldMkLst>
      </pc:sldChg>
      <pc:sldChg chg="modSp add del mod">
        <pc:chgData name="Pontus Wittenmark" userId="f735600e1fbeff6c" providerId="LiveId" clId="{99B729A5-DF74-4AE2-B4F0-D25F67A38089}" dt="2022-01-21T15:16:21.378" v="447" actId="47"/>
        <pc:sldMkLst>
          <pc:docMk/>
          <pc:sldMk cId="2607698769" sldId="398"/>
        </pc:sldMkLst>
      </pc:sldChg>
      <pc:sldChg chg="modSp add mod">
        <pc:chgData name="Pontus Wittenmark" userId="f735600e1fbeff6c" providerId="LiveId" clId="{99B729A5-DF74-4AE2-B4F0-D25F67A38089}" dt="2021-12-20T16:32:35.533" v="400" actId="20577"/>
        <pc:sldMkLst>
          <pc:docMk/>
          <pc:sldMk cId="541674819" sldId="405"/>
        </pc:sldMkLst>
      </pc:sldChg>
    </pc:docChg>
  </pc:docChgLst>
  <pc:docChgLst>
    <pc:chgData name="Pontus Wittenmark" userId="f735600e1fbeff6c" providerId="LiveId" clId="{B93A7E58-32F2-41D8-B729-5FF3BD9E7064}"/>
    <pc:docChg chg="undo redo custSel addSld delSld modSld sldOrd">
      <pc:chgData name="Pontus Wittenmark" userId="f735600e1fbeff6c" providerId="LiveId" clId="{B93A7E58-32F2-41D8-B729-5FF3BD9E7064}" dt="2023-03-10T09:52:49.306" v="1095" actId="20577"/>
      <pc:docMkLst>
        <pc:docMk/>
      </pc:docMkLst>
      <pc:sldChg chg="modSp mod">
        <pc:chgData name="Pontus Wittenmark" userId="f735600e1fbeff6c" providerId="LiveId" clId="{B93A7E58-32F2-41D8-B729-5FF3BD9E7064}" dt="2023-03-09T14:55:40.577" v="565" actId="20577"/>
        <pc:sldMkLst>
          <pc:docMk/>
          <pc:sldMk cId="1168120925" sldId="304"/>
        </pc:sldMkLst>
      </pc:sldChg>
      <pc:sldChg chg="modSp mod">
        <pc:chgData name="Pontus Wittenmark" userId="f735600e1fbeff6c" providerId="LiveId" clId="{B93A7E58-32F2-41D8-B729-5FF3BD9E7064}" dt="2023-03-09T15:07:11.004" v="584" actId="6549"/>
        <pc:sldMkLst>
          <pc:docMk/>
          <pc:sldMk cId="956440930" sldId="341"/>
        </pc:sldMkLst>
      </pc:sldChg>
      <pc:sldChg chg="modSp mod">
        <pc:chgData name="Pontus Wittenmark" userId="f735600e1fbeff6c" providerId="LiveId" clId="{B93A7E58-32F2-41D8-B729-5FF3BD9E7064}" dt="2023-03-09T13:31:24.624" v="4" actId="20577"/>
        <pc:sldMkLst>
          <pc:docMk/>
          <pc:sldMk cId="304167356" sldId="342"/>
        </pc:sldMkLst>
      </pc:sldChg>
      <pc:sldChg chg="modSp mod">
        <pc:chgData name="Pontus Wittenmark" userId="f735600e1fbeff6c" providerId="LiveId" clId="{B93A7E58-32F2-41D8-B729-5FF3BD9E7064}" dt="2023-03-09T15:12:04.320" v="624" actId="15"/>
        <pc:sldMkLst>
          <pc:docMk/>
          <pc:sldMk cId="3504490689" sldId="346"/>
        </pc:sldMkLst>
      </pc:sldChg>
      <pc:sldChg chg="modSp mod ord">
        <pc:chgData name="Pontus Wittenmark" userId="f735600e1fbeff6c" providerId="LiveId" clId="{B93A7E58-32F2-41D8-B729-5FF3BD9E7064}" dt="2023-03-09T14:11:31.385" v="332"/>
        <pc:sldMkLst>
          <pc:docMk/>
          <pc:sldMk cId="1315404232" sldId="407"/>
        </pc:sldMkLst>
      </pc:sldChg>
      <pc:sldChg chg="modSp mod">
        <pc:chgData name="Pontus Wittenmark" userId="f735600e1fbeff6c" providerId="LiveId" clId="{B93A7E58-32F2-41D8-B729-5FF3BD9E7064}" dt="2023-03-10T09:52:49.306" v="1095" actId="20577"/>
        <pc:sldMkLst>
          <pc:docMk/>
          <pc:sldMk cId="1189139513" sldId="412"/>
        </pc:sldMkLst>
      </pc:sldChg>
      <pc:sldChg chg="modSp mod">
        <pc:chgData name="Pontus Wittenmark" userId="f735600e1fbeff6c" providerId="LiveId" clId="{B93A7E58-32F2-41D8-B729-5FF3BD9E7064}" dt="2023-03-09T15:12:38.386" v="641" actId="20577"/>
        <pc:sldMkLst>
          <pc:docMk/>
          <pc:sldMk cId="352974217" sldId="418"/>
        </pc:sldMkLst>
      </pc:sldChg>
      <pc:sldChg chg="addSp delSp modSp mod">
        <pc:chgData name="Pontus Wittenmark" userId="f735600e1fbeff6c" providerId="LiveId" clId="{B93A7E58-32F2-41D8-B729-5FF3BD9E7064}" dt="2023-03-09T16:41:29.657" v="902" actId="22"/>
        <pc:sldMkLst>
          <pc:docMk/>
          <pc:sldMk cId="2668158109" sldId="419"/>
        </pc:sldMkLst>
      </pc:sldChg>
      <pc:sldChg chg="delSp modSp add del mod">
        <pc:chgData name="Pontus Wittenmark" userId="f735600e1fbeff6c" providerId="LiveId" clId="{B93A7E58-32F2-41D8-B729-5FF3BD9E7064}" dt="2023-03-09T16:44:03.960" v="908" actId="47"/>
        <pc:sldMkLst>
          <pc:docMk/>
          <pc:sldMk cId="4103157441" sldId="420"/>
        </pc:sldMkLst>
      </pc:sldChg>
      <pc:sldChg chg="modSp add del mod">
        <pc:chgData name="Pontus Wittenmark" userId="f735600e1fbeff6c" providerId="LiveId" clId="{B93A7E58-32F2-41D8-B729-5FF3BD9E7064}" dt="2023-03-09T15:39:22.262" v="841" actId="47"/>
        <pc:sldMkLst>
          <pc:docMk/>
          <pc:sldMk cId="758204104" sldId="421"/>
        </pc:sldMkLst>
      </pc:sldChg>
      <pc:sldChg chg="add">
        <pc:chgData name="Pontus Wittenmark" userId="f735600e1fbeff6c" providerId="LiveId" clId="{B93A7E58-32F2-41D8-B729-5FF3BD9E7064}" dt="2023-03-09T16:44:02.461" v="907"/>
        <pc:sldMkLst>
          <pc:docMk/>
          <pc:sldMk cId="2705811236" sldId="421"/>
        </pc:sldMkLst>
      </pc:sldChg>
      <pc:sldChg chg="del">
        <pc:chgData name="Pontus Wittenmark" userId="f735600e1fbeff6c" providerId="LiveId" clId="{B93A7E58-32F2-41D8-B729-5FF3BD9E7064}" dt="2023-03-09T15:57:16.298" v="842" actId="47"/>
        <pc:sldMkLst>
          <pc:docMk/>
          <pc:sldMk cId="3239356316" sldId="421"/>
        </pc:sldMkLst>
      </pc:sldChg>
    </pc:docChg>
  </pc:docChgLst>
  <pc:docChgLst>
    <pc:chgData name="Pontus Wittenmark" userId="f735600e1fbeff6c" providerId="LiveId" clId="{E5D0A9C5-1614-4FDC-B78E-688422891250}"/>
    <pc:docChg chg="custSel modSld modMainMaster modNotesMaster">
      <pc:chgData name="Pontus Wittenmark" userId="f735600e1fbeff6c" providerId="LiveId" clId="{E5D0A9C5-1614-4FDC-B78E-688422891250}" dt="2022-11-17T09:54:59.612" v="4"/>
      <pc:docMkLst>
        <pc:docMk/>
      </pc:docMkLst>
      <pc:sldChg chg="addSp delSp modSp mod modNotes">
        <pc:chgData name="Pontus Wittenmark" userId="f735600e1fbeff6c" providerId="LiveId" clId="{E5D0A9C5-1614-4FDC-B78E-688422891250}" dt="2022-11-17T09:54:59.612" v="4"/>
        <pc:sldMkLst>
          <pc:docMk/>
          <pc:sldMk cId="2760819910" sldId="293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151862316" sldId="295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168120925" sldId="304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302314947" sldId="311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671297989" sldId="312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875752741" sldId="313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501259958" sldId="314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035958379" sldId="317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304216350" sldId="330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93454575" sldId="337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956440930" sldId="341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607159060" sldId="342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504490689" sldId="346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3901861638" sldId="358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315404232" sldId="407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2347863612" sldId="408"/>
        </pc:sldMkLst>
      </pc:sldChg>
      <pc:sldChg chg="modSp">
        <pc:chgData name="Pontus Wittenmark" userId="f735600e1fbeff6c" providerId="LiveId" clId="{E5D0A9C5-1614-4FDC-B78E-688422891250}" dt="2022-11-17T09:18:26.549" v="0"/>
        <pc:sldMkLst>
          <pc:docMk/>
          <pc:sldMk cId="1477622852" sldId="409"/>
        </pc:sldMkLst>
      </pc:sldChg>
      <pc:sldMasterChg chg="modSp modSldLayout">
        <pc:chgData name="Pontus Wittenmark" userId="f735600e1fbeff6c" providerId="LiveId" clId="{E5D0A9C5-1614-4FDC-B78E-688422891250}" dt="2022-11-17T09:18:26.549" v="0"/>
        <pc:sldMasterMkLst>
          <pc:docMk/>
          <pc:sldMasterMk cId="239589968" sldId="2147483688"/>
        </pc:sldMasterMkLst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532335846" sldId="2147483689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322027593" sldId="2147483691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1961614813" sldId="2147483692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3685766686" sldId="2147483693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456136054" sldId="2147483696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453549140" sldId="2147483697"/>
          </pc:sldLayoutMkLst>
        </pc:sldLayoutChg>
        <pc:sldLayoutChg chg="modSp">
          <pc:chgData name="Pontus Wittenmark" userId="f735600e1fbeff6c" providerId="LiveId" clId="{E5D0A9C5-1614-4FDC-B78E-688422891250}" dt="2022-11-17T09:18:26.549" v="0"/>
          <pc:sldLayoutMkLst>
            <pc:docMk/>
            <pc:sldMasterMk cId="239589968" sldId="2147483688"/>
            <pc:sldLayoutMk cId="92013468" sldId="2147483699"/>
          </pc:sldLayoutMkLst>
        </pc:sldLayoutChg>
      </pc:sldMasterChg>
    </pc:docChg>
  </pc:docChgLst>
  <pc:docChgLst>
    <pc:chgData name="Pontus Wittenmark" userId="f735600e1fbeff6c" providerId="LiveId" clId="{9906B20B-4E72-4B73-BE05-E9494A4E3ED6}"/>
    <pc:docChg chg="undo redo custSel addSld modSld">
      <pc:chgData name="Pontus Wittenmark" userId="f735600e1fbeff6c" providerId="LiveId" clId="{9906B20B-4E72-4B73-BE05-E9494A4E3ED6}" dt="2023-04-04T09:08:00.364" v="2023" actId="20577"/>
      <pc:docMkLst>
        <pc:docMk/>
      </pc:docMkLst>
      <pc:sldChg chg="modSp mod">
        <pc:chgData name="Pontus Wittenmark" userId="f735600e1fbeff6c" providerId="LiveId" clId="{9906B20B-4E72-4B73-BE05-E9494A4E3ED6}" dt="2023-04-04T09:03:18.828" v="1818" actId="6549"/>
        <pc:sldMkLst>
          <pc:docMk/>
          <pc:sldMk cId="1315404232" sldId="407"/>
        </pc:sldMkLst>
      </pc:sldChg>
      <pc:sldChg chg="addSp modSp mod">
        <pc:chgData name="Pontus Wittenmark" userId="f735600e1fbeff6c" providerId="LiveId" clId="{9906B20B-4E72-4B73-BE05-E9494A4E3ED6}" dt="2023-03-09T15:54:24.781" v="193" actId="14100"/>
        <pc:sldMkLst>
          <pc:docMk/>
          <pc:sldMk cId="2423880133" sldId="410"/>
        </pc:sldMkLst>
      </pc:sldChg>
      <pc:sldChg chg="delSp modSp mod">
        <pc:chgData name="Pontus Wittenmark" userId="f735600e1fbeff6c" providerId="LiveId" clId="{9906B20B-4E72-4B73-BE05-E9494A4E3ED6}" dt="2023-04-04T09:08:00.364" v="2023" actId="20577"/>
        <pc:sldMkLst>
          <pc:docMk/>
          <pc:sldMk cId="1654011926" sldId="415"/>
        </pc:sldMkLst>
      </pc:sldChg>
      <pc:sldChg chg="modSp mod">
        <pc:chgData name="Pontus Wittenmark" userId="f735600e1fbeff6c" providerId="LiveId" clId="{9906B20B-4E72-4B73-BE05-E9494A4E3ED6}" dt="2023-03-29T13:56:10.927" v="649"/>
        <pc:sldMkLst>
          <pc:docMk/>
          <pc:sldMk cId="2668158109" sldId="419"/>
        </pc:sldMkLst>
      </pc:sldChg>
      <pc:sldChg chg="modSp mod">
        <pc:chgData name="Pontus Wittenmark" userId="f735600e1fbeff6c" providerId="LiveId" clId="{9906B20B-4E72-4B73-BE05-E9494A4E3ED6}" dt="2023-03-09T15:55:25.779" v="209" actId="114"/>
        <pc:sldMkLst>
          <pc:docMk/>
          <pc:sldMk cId="4103157441" sldId="420"/>
        </pc:sldMkLst>
      </pc:sldChg>
      <pc:sldChg chg="modSp add mod">
        <pc:chgData name="Pontus Wittenmark" userId="f735600e1fbeff6c" providerId="LiveId" clId="{9906B20B-4E72-4B73-BE05-E9494A4E3ED6}" dt="2023-03-09T15:42:20.201" v="37" actId="20577"/>
        <pc:sldMkLst>
          <pc:docMk/>
          <pc:sldMk cId="3239356316" sldId="421"/>
        </pc:sldMkLst>
      </pc:sldChg>
      <pc:sldChg chg="addSp delSp modSp add mod">
        <pc:chgData name="Pontus Wittenmark" userId="f735600e1fbeff6c" providerId="LiveId" clId="{9906B20B-4E72-4B73-BE05-E9494A4E3ED6}" dt="2023-04-04T09:07:29.109" v="2012" actId="20577"/>
        <pc:sldMkLst>
          <pc:docMk/>
          <pc:sldMk cId="1328821941" sldId="423"/>
        </pc:sldMkLst>
      </pc:sldChg>
    </pc:docChg>
  </pc:docChgLst>
  <pc:docChgLst>
    <pc:chgData name="Pontus Wittenmark" userId="f735600e1fbeff6c" providerId="LiveId" clId="{2E8EAA39-A6B0-47EA-824B-0BD3FCC80501}"/>
    <pc:docChg chg="undo custSel modSld">
      <pc:chgData name="Pontus Wittenmark" userId="f735600e1fbeff6c" providerId="LiveId" clId="{2E8EAA39-A6B0-47EA-824B-0BD3FCC80501}" dt="2022-12-08T09:44:56.393" v="38" actId="20577"/>
      <pc:docMkLst>
        <pc:docMk/>
      </pc:docMkLst>
    </pc:docChg>
  </pc:docChgLst>
  <pc:docChgLst>
    <pc:chgData name="Pontus Wittenmark" userId="f735600e1fbeff6c" providerId="LiveId" clId="{A660E337-6AC8-4F1F-B4B9-CD4665AFA761}"/>
    <pc:docChg chg="undo custSel modSld sldOrd">
      <pc:chgData name="Pontus Wittenmark" userId="f735600e1fbeff6c" providerId="LiveId" clId="{A660E337-6AC8-4F1F-B4B9-CD4665AFA761}" dt="2021-04-08T11:58:47.601" v="404" actId="6549"/>
      <pc:docMkLst>
        <pc:docMk/>
      </pc:docMkLst>
      <pc:sldChg chg="modSp mod">
        <pc:chgData name="Pontus Wittenmark" userId="f735600e1fbeff6c" providerId="LiveId" clId="{A660E337-6AC8-4F1F-B4B9-CD4665AFA761}" dt="2021-03-15T09:57:58.893" v="1" actId="20577"/>
        <pc:sldMkLst>
          <pc:docMk/>
          <pc:sldMk cId="2760819910" sldId="293"/>
        </pc:sldMkLst>
      </pc:sldChg>
      <pc:sldChg chg="ord">
        <pc:chgData name="Pontus Wittenmark" userId="f735600e1fbeff6c" providerId="LiveId" clId="{A660E337-6AC8-4F1F-B4B9-CD4665AFA761}" dt="2021-03-15T10:04:36.793" v="3"/>
        <pc:sldMkLst>
          <pc:docMk/>
          <pc:sldMk cId="1151862316" sldId="295"/>
        </pc:sldMkLst>
      </pc:sldChg>
      <pc:sldChg chg="modSp mod">
        <pc:chgData name="Pontus Wittenmark" userId="f735600e1fbeff6c" providerId="LiveId" clId="{A660E337-6AC8-4F1F-B4B9-CD4665AFA761}" dt="2021-03-15T10:09:12.788" v="131" actId="20577"/>
        <pc:sldMkLst>
          <pc:docMk/>
          <pc:sldMk cId="2624165222" sldId="343"/>
        </pc:sldMkLst>
      </pc:sldChg>
      <pc:sldChg chg="addSp delSp modSp mod">
        <pc:chgData name="Pontus Wittenmark" userId="f735600e1fbeff6c" providerId="LiveId" clId="{A660E337-6AC8-4F1F-B4B9-CD4665AFA761}" dt="2021-04-08T11:58:47.601" v="404" actId="6549"/>
        <pc:sldMkLst>
          <pc:docMk/>
          <pc:sldMk cId="2607175503" sldId="347"/>
        </pc:sldMkLst>
      </pc:sldChg>
    </pc:docChg>
  </pc:docChgLst>
  <pc:docChgLst>
    <pc:chgData name="Pontus Wittenmark" userId="f735600e1fbeff6c" providerId="LiveId" clId="{BBEE1292-771B-4131-B15B-48E0248E880A}"/>
    <pc:docChg chg="undo custSel addSld delSld modSld sldOrd">
      <pc:chgData name="Pontus Wittenmark" userId="f735600e1fbeff6c" providerId="LiveId" clId="{BBEE1292-771B-4131-B15B-48E0248E880A}" dt="2022-12-16T10:42:48.210" v="842" actId="20577"/>
      <pc:docMkLst>
        <pc:docMk/>
      </pc:docMkLst>
      <pc:sldChg chg="modSp mod">
        <pc:chgData name="Pontus Wittenmark" userId="f735600e1fbeff6c" providerId="LiveId" clId="{BBEE1292-771B-4131-B15B-48E0248E880A}" dt="2022-12-16T09:10:50.925" v="642" actId="20577"/>
        <pc:sldMkLst>
          <pc:docMk/>
          <pc:sldMk cId="1538964893" sldId="294"/>
        </pc:sldMkLst>
      </pc:sldChg>
      <pc:sldChg chg="addSp modSp del mod">
        <pc:chgData name="Pontus Wittenmark" userId="f735600e1fbeff6c" providerId="LiveId" clId="{BBEE1292-771B-4131-B15B-48E0248E880A}" dt="2022-12-16T08:35:48.836" v="57" actId="47"/>
        <pc:sldMkLst>
          <pc:docMk/>
          <pc:sldMk cId="3901861638" sldId="358"/>
        </pc:sldMkLst>
      </pc:sldChg>
      <pc:sldChg chg="del">
        <pc:chgData name="Pontus Wittenmark" userId="f735600e1fbeff6c" providerId="LiveId" clId="{BBEE1292-771B-4131-B15B-48E0248E880A}" dt="2022-12-16T08:34:53.731" v="38" actId="47"/>
        <pc:sldMkLst>
          <pc:docMk/>
          <pc:sldMk cId="2347863612" sldId="408"/>
        </pc:sldMkLst>
      </pc:sldChg>
      <pc:sldChg chg="add">
        <pc:chgData name="Pontus Wittenmark" userId="f735600e1fbeff6c" providerId="LiveId" clId="{BBEE1292-771B-4131-B15B-48E0248E880A}" dt="2022-12-16T08:34:01.637" v="25" actId="2890"/>
        <pc:sldMkLst>
          <pc:docMk/>
          <pc:sldMk cId="2423880133" sldId="410"/>
        </pc:sldMkLst>
      </pc:sldChg>
      <pc:sldChg chg="modSp add del mod">
        <pc:chgData name="Pontus Wittenmark" userId="f735600e1fbeff6c" providerId="LiveId" clId="{BBEE1292-771B-4131-B15B-48E0248E880A}" dt="2022-12-16T08:33:53.832" v="24" actId="2890"/>
        <pc:sldMkLst>
          <pc:docMk/>
          <pc:sldMk cId="3767297114" sldId="410"/>
        </pc:sldMkLst>
      </pc:sldChg>
      <pc:sldChg chg="addSp delSp modSp add mod">
        <pc:chgData name="Pontus Wittenmark" userId="f735600e1fbeff6c" providerId="LiveId" clId="{BBEE1292-771B-4131-B15B-48E0248E880A}" dt="2022-12-16T10:19:41.800" v="758" actId="114"/>
        <pc:sldMkLst>
          <pc:docMk/>
          <pc:sldMk cId="50324959" sldId="411"/>
        </pc:sldMkLst>
      </pc:sldChg>
      <pc:sldChg chg="add del ord">
        <pc:chgData name="Pontus Wittenmark" userId="f735600e1fbeff6c" providerId="LiveId" clId="{BBEE1292-771B-4131-B15B-48E0248E880A}" dt="2022-12-16T08:33:53.679" v="22" actId="2890"/>
        <pc:sldMkLst>
          <pc:docMk/>
          <pc:sldMk cId="3671991944" sldId="411"/>
        </pc:sldMkLst>
      </pc:sldChg>
      <pc:sldChg chg="delSp modSp add mod">
        <pc:chgData name="Pontus Wittenmark" userId="f735600e1fbeff6c" providerId="LiveId" clId="{BBEE1292-771B-4131-B15B-48E0248E880A}" dt="2022-12-16T08:56:24.656" v="487" actId="20577"/>
        <pc:sldMkLst>
          <pc:docMk/>
          <pc:sldMk cId="1189139513" sldId="412"/>
        </pc:sldMkLst>
      </pc:sldChg>
      <pc:sldChg chg="addSp delSp modSp add mod">
        <pc:chgData name="Pontus Wittenmark" userId="f735600e1fbeff6c" providerId="LiveId" clId="{BBEE1292-771B-4131-B15B-48E0248E880A}" dt="2022-12-16T10:42:48.210" v="842" actId="20577"/>
        <pc:sldMkLst>
          <pc:docMk/>
          <pc:sldMk cId="2085930035" sldId="413"/>
        </pc:sldMkLst>
      </pc:sldChg>
    </pc:docChg>
  </pc:docChgLst>
  <pc:docChgLst>
    <pc:chgData name="Pontus Wittenmark" userId="f735600e1fbeff6c" providerId="LiveId" clId="{9E40D66F-37F3-4B2C-94B7-66E7798B475D}"/>
    <pc:docChg chg="undo custSel addSld delSld modSld sldOrd">
      <pc:chgData name="Pontus Wittenmark" userId="f735600e1fbeff6c" providerId="LiveId" clId="{9E40D66F-37F3-4B2C-94B7-66E7798B475D}" dt="2022-07-11T14:48:58.369" v="32" actId="27636"/>
      <pc:docMkLst>
        <pc:docMk/>
      </pc:docMkLst>
      <pc:sldChg chg="ord">
        <pc:chgData name="Pontus Wittenmark" userId="f735600e1fbeff6c" providerId="LiveId" clId="{9E40D66F-37F3-4B2C-94B7-66E7798B475D}" dt="2022-07-11T13:54:23.449" v="10"/>
        <pc:sldMkLst>
          <pc:docMk/>
          <pc:sldMk cId="1151862316" sldId="295"/>
        </pc:sldMkLst>
      </pc:sldChg>
      <pc:sldChg chg="modSp mod">
        <pc:chgData name="Pontus Wittenmark" userId="f735600e1fbeff6c" providerId="LiveId" clId="{9E40D66F-37F3-4B2C-94B7-66E7798B475D}" dt="2022-07-11T13:40:12.961" v="4" actId="20577"/>
        <pc:sldMkLst>
          <pc:docMk/>
          <pc:sldMk cId="671297989" sldId="312"/>
        </pc:sldMkLst>
      </pc:sldChg>
      <pc:sldChg chg="modSp mod">
        <pc:chgData name="Pontus Wittenmark" userId="f735600e1fbeff6c" providerId="LiveId" clId="{9E40D66F-37F3-4B2C-94B7-66E7798B475D}" dt="2022-07-11T13:45:43.715" v="8" actId="20577"/>
        <pc:sldMkLst>
          <pc:docMk/>
          <pc:sldMk cId="1501259958" sldId="314"/>
        </pc:sldMkLst>
      </pc:sldChg>
      <pc:sldChg chg="add">
        <pc:chgData name="Pontus Wittenmark" userId="f735600e1fbeff6c" providerId="LiveId" clId="{9E40D66F-37F3-4B2C-94B7-66E7798B475D}" dt="2022-07-11T14:48:47.462" v="21"/>
        <pc:sldMkLst>
          <pc:docMk/>
          <pc:sldMk cId="1315404232" sldId="407"/>
        </pc:sldMkLst>
      </pc:sldChg>
      <pc:sldChg chg="del">
        <pc:chgData name="Pontus Wittenmark" userId="f735600e1fbeff6c" providerId="LiveId" clId="{9E40D66F-37F3-4B2C-94B7-66E7798B475D}" dt="2022-07-11T14:48:42.231" v="20" actId="2696"/>
        <pc:sldMkLst>
          <pc:docMk/>
          <pc:sldMk cId="2296799632" sldId="407"/>
        </pc:sldMkLst>
      </pc:sldChg>
    </pc:docChg>
  </pc:docChgLst>
  <pc:docChgLst>
    <pc:chgData name="Pontus Wittenmark" userId="f735600e1fbeff6c" providerId="LiveId" clId="{3681411B-5063-4D02-AC43-419CB0C243AC}"/>
    <pc:docChg chg="custSel modSld sldOrd">
      <pc:chgData name="Pontus Wittenmark" userId="f735600e1fbeff6c" providerId="LiveId" clId="{3681411B-5063-4D02-AC43-419CB0C243AC}" dt="2022-12-14T12:02:29.848" v="130" actId="6549"/>
      <pc:docMkLst>
        <pc:docMk/>
      </pc:docMkLst>
      <pc:sldChg chg="modSp mod">
        <pc:chgData name="Pontus Wittenmark" userId="f735600e1fbeff6c" providerId="LiveId" clId="{3681411B-5063-4D02-AC43-419CB0C243AC}" dt="2022-12-14T11:57:59.008" v="40" actId="27636"/>
        <pc:sldMkLst>
          <pc:docMk/>
          <pc:sldMk cId="1538964893" sldId="294"/>
        </pc:sldMkLst>
      </pc:sldChg>
      <pc:sldChg chg="modSp mod">
        <pc:chgData name="Pontus Wittenmark" userId="f735600e1fbeff6c" providerId="LiveId" clId="{3681411B-5063-4D02-AC43-419CB0C243AC}" dt="2022-12-14T12:02:29.848" v="130" actId="6549"/>
        <pc:sldMkLst>
          <pc:docMk/>
          <pc:sldMk cId="1168120925" sldId="304"/>
        </pc:sldMkLst>
      </pc:sldChg>
      <pc:sldChg chg="ord">
        <pc:chgData name="Pontus Wittenmark" userId="f735600e1fbeff6c" providerId="LiveId" clId="{3681411B-5063-4D02-AC43-419CB0C243AC}" dt="2022-12-14T10:21:32.892" v="18"/>
        <pc:sldMkLst>
          <pc:docMk/>
          <pc:sldMk cId="3302314947" sldId="311"/>
        </pc:sldMkLst>
      </pc:sldChg>
      <pc:sldChg chg="modSp mod">
        <pc:chgData name="Pontus Wittenmark" userId="f735600e1fbeff6c" providerId="LiveId" clId="{3681411B-5063-4D02-AC43-419CB0C243AC}" dt="2022-12-14T09:59:57.792" v="11" actId="20577"/>
        <pc:sldMkLst>
          <pc:docMk/>
          <pc:sldMk cId="393454575" sldId="337"/>
        </pc:sldMkLst>
      </pc:sldChg>
      <pc:sldChg chg="modSp mod ord">
        <pc:chgData name="Pontus Wittenmark" userId="f735600e1fbeff6c" providerId="LiveId" clId="{3681411B-5063-4D02-AC43-419CB0C243AC}" dt="2022-12-14T10:41:56.205" v="26" actId="20577"/>
        <pc:sldMkLst>
          <pc:docMk/>
          <pc:sldMk cId="1315404232" sldId="407"/>
        </pc:sldMkLst>
      </pc:sldChg>
      <pc:sldChg chg="modSp mod">
        <pc:chgData name="Pontus Wittenmark" userId="f735600e1fbeff6c" providerId="LiveId" clId="{3681411B-5063-4D02-AC43-419CB0C243AC}" dt="2022-12-14T09:40:42.668" v="3" actId="5793"/>
        <pc:sldMkLst>
          <pc:docMk/>
          <pc:sldMk cId="2347863612" sldId="408"/>
        </pc:sldMkLst>
      </pc:sldChg>
      <pc:sldChg chg="modSp mod">
        <pc:chgData name="Pontus Wittenmark" userId="f735600e1fbeff6c" providerId="LiveId" clId="{3681411B-5063-4D02-AC43-419CB0C243AC}" dt="2022-12-14T09:49:05.790" v="5" actId="20577"/>
        <pc:sldMkLst>
          <pc:docMk/>
          <pc:sldMk cId="1477622852" sldId="409"/>
        </pc:sldMkLst>
      </pc:sldChg>
    </pc:docChg>
  </pc:docChgLst>
  <pc:docChgLst>
    <pc:chgData name="Pontus Wittenmark" userId="f735600e1fbeff6c" providerId="LiveId" clId="{86985218-5240-4B36-BE45-274A38DD4861}"/>
    <pc:docChg chg="undo custSel modSld">
      <pc:chgData name="Pontus Wittenmark" userId="f735600e1fbeff6c" providerId="LiveId" clId="{86985218-5240-4B36-BE45-274A38DD4861}" dt="2024-11-05T12:16:21.459" v="2" actId="1076"/>
      <pc:docMkLst>
        <pc:docMk/>
      </pc:docMkLst>
    </pc:docChg>
  </pc:docChgLst>
  <pc:docChgLst>
    <pc:chgData name="Pontus Wittenmark" userId="f735600e1fbeff6c" providerId="LiveId" clId="{913AD67F-F3E6-43F5-BB89-1AA2B282F7E8}"/>
    <pc:docChg chg="undo redo custSel addSld delSld modSld sldOrd">
      <pc:chgData name="Pontus Wittenmark" userId="f735600e1fbeff6c" providerId="LiveId" clId="{913AD67F-F3E6-43F5-BB89-1AA2B282F7E8}" dt="2025-05-08T15:03:03.968" v="5682" actId="20577"/>
      <pc:docMkLst>
        <pc:docMk/>
      </pc:docMkLst>
      <pc:sldChg chg="modSp mod">
        <pc:chgData name="Pontus Wittenmark" userId="f735600e1fbeff6c" providerId="LiveId" clId="{913AD67F-F3E6-43F5-BB89-1AA2B282F7E8}" dt="2025-05-08T11:20:44.443" v="63" actId="20577"/>
        <pc:sldMkLst>
          <pc:docMk/>
          <pc:sldMk cId="2760819910" sldId="293"/>
        </pc:sldMkLst>
        <pc:spChg chg="mod">
          <ac:chgData name="Pontus Wittenmark" userId="f735600e1fbeff6c" providerId="LiveId" clId="{913AD67F-F3E6-43F5-BB89-1AA2B282F7E8}" dt="2025-05-08T11:20:44.443" v="63" actId="20577"/>
          <ac:spMkLst>
            <pc:docMk/>
            <pc:sldMk cId="2760819910" sldId="293"/>
            <ac:spMk id="6" creationId="{00000000-0000-0000-0000-000000000000}"/>
          </ac:spMkLst>
        </pc:spChg>
      </pc:sldChg>
      <pc:sldChg chg="modSp add del mod">
        <pc:chgData name="Pontus Wittenmark" userId="f735600e1fbeff6c" providerId="LiveId" clId="{913AD67F-F3E6-43F5-BB89-1AA2B282F7E8}" dt="2025-05-08T11:48:40.734" v="736" actId="20577"/>
        <pc:sldMkLst>
          <pc:docMk/>
          <pc:sldMk cId="1538964893" sldId="294"/>
        </pc:sldMkLst>
        <pc:spChg chg="mod">
          <ac:chgData name="Pontus Wittenmark" userId="f735600e1fbeff6c" providerId="LiveId" clId="{913AD67F-F3E6-43F5-BB89-1AA2B282F7E8}" dt="2025-05-08T11:48:40.734" v="736" actId="20577"/>
          <ac:spMkLst>
            <pc:docMk/>
            <pc:sldMk cId="1538964893" sldId="29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913AD67F-F3E6-43F5-BB89-1AA2B282F7E8}" dt="2025-05-08T14:09:10.227" v="5445"/>
        <pc:sldMkLst>
          <pc:docMk/>
          <pc:sldMk cId="1168120925" sldId="304"/>
        </pc:sldMkLst>
        <pc:spChg chg="mod">
          <ac:chgData name="Pontus Wittenmark" userId="f735600e1fbeff6c" providerId="LiveId" clId="{913AD67F-F3E6-43F5-BB89-1AA2B282F7E8}" dt="2025-05-08T14:09:10.227" v="5445"/>
          <ac:spMkLst>
            <pc:docMk/>
            <pc:sldMk cId="1168120925" sldId="304"/>
            <ac:spMk id="3" creationId="{00000000-0000-0000-0000-000000000000}"/>
          </ac:spMkLst>
        </pc:spChg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3302314947" sldId="311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671297989" sldId="312"/>
        </pc:sldMkLst>
      </pc:sldChg>
      <pc:sldChg chg="delSp modSp mod">
        <pc:chgData name="Pontus Wittenmark" userId="f735600e1fbeff6c" providerId="LiveId" clId="{913AD67F-F3E6-43F5-BB89-1AA2B282F7E8}" dt="2025-05-08T13:32:50.611" v="4144" actId="20577"/>
        <pc:sldMkLst>
          <pc:docMk/>
          <pc:sldMk cId="3035958379" sldId="317"/>
        </pc:sldMkLst>
        <pc:spChg chg="mod">
          <ac:chgData name="Pontus Wittenmark" userId="f735600e1fbeff6c" providerId="LiveId" clId="{913AD67F-F3E6-43F5-BB89-1AA2B282F7E8}" dt="2025-05-08T13:31:49.104" v="3994" actId="20577"/>
          <ac:spMkLst>
            <pc:docMk/>
            <pc:sldMk cId="3035958379" sldId="317"/>
            <ac:spMk id="2" creationId="{00000000-0000-0000-0000-000000000000}"/>
          </ac:spMkLst>
        </pc:spChg>
        <pc:spChg chg="mod">
          <ac:chgData name="Pontus Wittenmark" userId="f735600e1fbeff6c" providerId="LiveId" clId="{913AD67F-F3E6-43F5-BB89-1AA2B282F7E8}" dt="2025-05-08T13:32:50.611" v="4144" actId="20577"/>
          <ac:spMkLst>
            <pc:docMk/>
            <pc:sldMk cId="3035958379" sldId="317"/>
            <ac:spMk id="3" creationId="{00000000-0000-0000-0000-000000000000}"/>
          </ac:spMkLst>
        </pc:spChg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393454575" sldId="337"/>
        </pc:sldMkLst>
      </pc:sldChg>
      <pc:sldChg chg="modSp del mod">
        <pc:chgData name="Pontus Wittenmark" userId="f735600e1fbeff6c" providerId="LiveId" clId="{913AD67F-F3E6-43F5-BB89-1AA2B282F7E8}" dt="2025-05-08T11:41:55.497" v="370" actId="47"/>
        <pc:sldMkLst>
          <pc:docMk/>
          <pc:sldMk cId="956440930" sldId="341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304167356" sldId="342"/>
        </pc:sldMkLst>
      </pc:sldChg>
      <pc:sldChg chg="modSp mod">
        <pc:chgData name="Pontus Wittenmark" userId="f735600e1fbeff6c" providerId="LiveId" clId="{913AD67F-F3E6-43F5-BB89-1AA2B282F7E8}" dt="2025-05-08T15:03:03.968" v="5682" actId="20577"/>
        <pc:sldMkLst>
          <pc:docMk/>
          <pc:sldMk cId="2624165222" sldId="343"/>
        </pc:sldMkLst>
        <pc:spChg chg="mod">
          <ac:chgData name="Pontus Wittenmark" userId="f735600e1fbeff6c" providerId="LiveId" clId="{913AD67F-F3E6-43F5-BB89-1AA2B282F7E8}" dt="2025-05-08T10:19:28.335" v="10" actId="20577"/>
          <ac:spMkLst>
            <pc:docMk/>
            <pc:sldMk cId="2624165222" sldId="343"/>
            <ac:spMk id="2" creationId="{00000000-0000-0000-0000-000000000000}"/>
          </ac:spMkLst>
        </pc:spChg>
        <pc:spChg chg="mod">
          <ac:chgData name="Pontus Wittenmark" userId="f735600e1fbeff6c" providerId="LiveId" clId="{913AD67F-F3E6-43F5-BB89-1AA2B282F7E8}" dt="2025-05-08T15:03:03.968" v="5682" actId="20577"/>
          <ac:spMkLst>
            <pc:docMk/>
            <pc:sldMk cId="2624165222" sldId="343"/>
            <ac:spMk id="3" creationId="{00000000-0000-0000-0000-000000000000}"/>
          </ac:spMkLst>
        </pc:spChg>
      </pc:sldChg>
      <pc:sldChg chg="addSp delSp modSp add del mod">
        <pc:chgData name="Pontus Wittenmark" userId="f735600e1fbeff6c" providerId="LiveId" clId="{913AD67F-F3E6-43F5-BB89-1AA2B282F7E8}" dt="2025-05-08T14:07:44.120" v="5441" actId="2696"/>
        <pc:sldMkLst>
          <pc:docMk/>
          <pc:sldMk cId="3582047752" sldId="344"/>
        </pc:sldMkLst>
      </pc:sldChg>
      <pc:sldChg chg="addSp delSp modSp add mod">
        <pc:chgData name="Pontus Wittenmark" userId="f735600e1fbeff6c" providerId="LiveId" clId="{913AD67F-F3E6-43F5-BB89-1AA2B282F7E8}" dt="2025-05-08T13:35:58.280" v="4191" actId="20577"/>
        <pc:sldMkLst>
          <pc:docMk/>
          <pc:sldMk cId="3834333136" sldId="345"/>
        </pc:sldMkLst>
        <pc:spChg chg="mod">
          <ac:chgData name="Pontus Wittenmark" userId="f735600e1fbeff6c" providerId="LiveId" clId="{913AD67F-F3E6-43F5-BB89-1AA2B282F7E8}" dt="2025-05-08T11:46:26.900" v="513" actId="20577"/>
          <ac:spMkLst>
            <pc:docMk/>
            <pc:sldMk cId="3834333136" sldId="345"/>
            <ac:spMk id="2" creationId="{24E4559B-D263-2437-A44B-EE19BF223D27}"/>
          </ac:spMkLst>
        </pc:spChg>
        <pc:spChg chg="mod">
          <ac:chgData name="Pontus Wittenmark" userId="f735600e1fbeff6c" providerId="LiveId" clId="{913AD67F-F3E6-43F5-BB89-1AA2B282F7E8}" dt="2025-05-08T12:07:38.778" v="1597" actId="20577"/>
          <ac:spMkLst>
            <pc:docMk/>
            <pc:sldMk cId="3834333136" sldId="345"/>
            <ac:spMk id="3" creationId="{067EE314-5451-5601-5539-F08B7F1238F9}"/>
          </ac:spMkLst>
        </pc:spChg>
        <pc:spChg chg="add mod">
          <ac:chgData name="Pontus Wittenmark" userId="f735600e1fbeff6c" providerId="LiveId" clId="{913AD67F-F3E6-43F5-BB89-1AA2B282F7E8}" dt="2025-05-08T13:35:58.280" v="4191" actId="20577"/>
          <ac:spMkLst>
            <pc:docMk/>
            <pc:sldMk cId="3834333136" sldId="345"/>
            <ac:spMk id="4" creationId="{CEFD1BAE-18C3-FB49-CDAA-D678BCE5B350}"/>
          </ac:spMkLst>
        </pc:spChg>
      </pc:sldChg>
      <pc:sldChg chg="modSp add del mod">
        <pc:chgData name="Pontus Wittenmark" userId="f735600e1fbeff6c" providerId="LiveId" clId="{913AD67F-F3E6-43F5-BB89-1AA2B282F7E8}" dt="2025-05-08T11:59:34.722" v="887" actId="47"/>
        <pc:sldMkLst>
          <pc:docMk/>
          <pc:sldMk cId="2778628735" sldId="346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3504490689" sldId="346"/>
        </pc:sldMkLst>
      </pc:sldChg>
      <pc:sldChg chg="modSp add mod">
        <pc:chgData name="Pontus Wittenmark" userId="f735600e1fbeff6c" providerId="LiveId" clId="{913AD67F-F3E6-43F5-BB89-1AA2B282F7E8}" dt="2025-05-08T13:34:26.412" v="4157"/>
        <pc:sldMkLst>
          <pc:docMk/>
          <pc:sldMk cId="2004919422" sldId="347"/>
        </pc:sldMkLst>
        <pc:spChg chg="mod">
          <ac:chgData name="Pontus Wittenmark" userId="f735600e1fbeff6c" providerId="LiveId" clId="{913AD67F-F3E6-43F5-BB89-1AA2B282F7E8}" dt="2025-05-08T12:08:31.287" v="1601" actId="6549"/>
          <ac:spMkLst>
            <pc:docMk/>
            <pc:sldMk cId="2004919422" sldId="347"/>
            <ac:spMk id="3" creationId="{6FCE78FD-271C-7AD3-27DC-23021164B360}"/>
          </ac:spMkLst>
        </pc:spChg>
        <pc:spChg chg="mod">
          <ac:chgData name="Pontus Wittenmark" userId="f735600e1fbeff6c" providerId="LiveId" clId="{913AD67F-F3E6-43F5-BB89-1AA2B282F7E8}" dt="2025-05-08T13:34:26.412" v="4157"/>
          <ac:spMkLst>
            <pc:docMk/>
            <pc:sldMk cId="2004919422" sldId="347"/>
            <ac:spMk id="8" creationId="{EB825BFB-4569-B4D0-D6D7-64CD49FC8886}"/>
          </ac:spMkLst>
        </pc:spChg>
      </pc:sldChg>
      <pc:sldChg chg="delSp modSp add mod">
        <pc:chgData name="Pontus Wittenmark" userId="f735600e1fbeff6c" providerId="LiveId" clId="{913AD67F-F3E6-43F5-BB89-1AA2B282F7E8}" dt="2025-05-08T14:49:59.563" v="5454" actId="20577"/>
        <pc:sldMkLst>
          <pc:docMk/>
          <pc:sldMk cId="682308505" sldId="348"/>
        </pc:sldMkLst>
        <pc:spChg chg="mod">
          <ac:chgData name="Pontus Wittenmark" userId="f735600e1fbeff6c" providerId="LiveId" clId="{913AD67F-F3E6-43F5-BB89-1AA2B282F7E8}" dt="2025-05-08T11:59:40.732" v="892" actId="20577"/>
          <ac:spMkLst>
            <pc:docMk/>
            <pc:sldMk cId="682308505" sldId="348"/>
            <ac:spMk id="2" creationId="{31571433-3F2A-9829-B89A-FE08C0362454}"/>
          </ac:spMkLst>
        </pc:spChg>
        <pc:spChg chg="mod">
          <ac:chgData name="Pontus Wittenmark" userId="f735600e1fbeff6c" providerId="LiveId" clId="{913AD67F-F3E6-43F5-BB89-1AA2B282F7E8}" dt="2025-05-08T14:49:59.563" v="5454" actId="20577"/>
          <ac:spMkLst>
            <pc:docMk/>
            <pc:sldMk cId="682308505" sldId="348"/>
            <ac:spMk id="3" creationId="{4D8D0527-44EF-8DFC-3AE9-106F942AE766}"/>
          </ac:spMkLst>
        </pc:spChg>
      </pc:sldChg>
      <pc:sldChg chg="addSp delSp modSp add mod">
        <pc:chgData name="Pontus Wittenmark" userId="f735600e1fbeff6c" providerId="LiveId" clId="{913AD67F-F3E6-43F5-BB89-1AA2B282F7E8}" dt="2025-05-08T14:55:47.573" v="5636" actId="1076"/>
        <pc:sldMkLst>
          <pc:docMk/>
          <pc:sldMk cId="1285355075" sldId="349"/>
        </pc:sldMkLst>
        <pc:spChg chg="mod">
          <ac:chgData name="Pontus Wittenmark" userId="f735600e1fbeff6c" providerId="LiveId" clId="{913AD67F-F3E6-43F5-BB89-1AA2B282F7E8}" dt="2025-05-08T12:18:15.460" v="1805" actId="14100"/>
          <ac:spMkLst>
            <pc:docMk/>
            <pc:sldMk cId="1285355075" sldId="349"/>
            <ac:spMk id="2" creationId="{741D4D8C-04F0-B036-B6DD-AFEDC467054A}"/>
          </ac:spMkLst>
        </pc:spChg>
        <pc:spChg chg="mod">
          <ac:chgData name="Pontus Wittenmark" userId="f735600e1fbeff6c" providerId="LiveId" clId="{913AD67F-F3E6-43F5-BB89-1AA2B282F7E8}" dt="2025-05-08T14:55:35.706" v="5634" actId="20577"/>
          <ac:spMkLst>
            <pc:docMk/>
            <pc:sldMk cId="1285355075" sldId="349"/>
            <ac:spMk id="3" creationId="{E3B40830-217E-8534-72C9-46EDB46F390E}"/>
          </ac:spMkLst>
        </pc:spChg>
        <pc:spChg chg="add mod">
          <ac:chgData name="Pontus Wittenmark" userId="f735600e1fbeff6c" providerId="LiveId" clId="{913AD67F-F3E6-43F5-BB89-1AA2B282F7E8}" dt="2025-05-08T14:55:47.573" v="5636" actId="1076"/>
          <ac:spMkLst>
            <pc:docMk/>
            <pc:sldMk cId="1285355075" sldId="349"/>
            <ac:spMk id="7" creationId="{B6C9DE9D-6F4A-C86B-0355-4FAA9ECC9038}"/>
          </ac:spMkLst>
        </pc:spChg>
      </pc:sldChg>
      <pc:sldChg chg="addSp delSp modSp add mod">
        <pc:chgData name="Pontus Wittenmark" userId="f735600e1fbeff6c" providerId="LiveId" clId="{913AD67F-F3E6-43F5-BB89-1AA2B282F7E8}" dt="2025-05-08T14:59:54.244" v="5679" actId="20577"/>
        <pc:sldMkLst>
          <pc:docMk/>
          <pc:sldMk cId="4192616775" sldId="350"/>
        </pc:sldMkLst>
        <pc:spChg chg="mod">
          <ac:chgData name="Pontus Wittenmark" userId="f735600e1fbeff6c" providerId="LiveId" clId="{913AD67F-F3E6-43F5-BB89-1AA2B282F7E8}" dt="2025-05-08T12:26:51.683" v="1997" actId="20577"/>
          <ac:spMkLst>
            <pc:docMk/>
            <pc:sldMk cId="4192616775" sldId="350"/>
            <ac:spMk id="2" creationId="{65CBBF88-1E01-C0D9-1C92-22F01F22805A}"/>
          </ac:spMkLst>
        </pc:spChg>
        <pc:spChg chg="mod">
          <ac:chgData name="Pontus Wittenmark" userId="f735600e1fbeff6c" providerId="LiveId" clId="{913AD67F-F3E6-43F5-BB89-1AA2B282F7E8}" dt="2025-05-08T14:58:30.904" v="5673" actId="114"/>
          <ac:spMkLst>
            <pc:docMk/>
            <pc:sldMk cId="4192616775" sldId="350"/>
            <ac:spMk id="3" creationId="{EADA3FA7-8823-F44D-B886-BEE325A89444}"/>
          </ac:spMkLst>
        </pc:spChg>
        <pc:spChg chg="add del mod">
          <ac:chgData name="Pontus Wittenmark" userId="f735600e1fbeff6c" providerId="LiveId" clId="{913AD67F-F3E6-43F5-BB89-1AA2B282F7E8}" dt="2025-05-08T12:35:33.990" v="2358" actId="1076"/>
          <ac:spMkLst>
            <pc:docMk/>
            <pc:sldMk cId="4192616775" sldId="350"/>
            <ac:spMk id="5" creationId="{7214A661-98BC-BDDC-5E3C-3D7010B5F82C}"/>
          </ac:spMkLst>
        </pc:spChg>
        <pc:spChg chg="add del mod">
          <ac:chgData name="Pontus Wittenmark" userId="f735600e1fbeff6c" providerId="LiveId" clId="{913AD67F-F3E6-43F5-BB89-1AA2B282F7E8}" dt="2025-05-08T14:59:54.244" v="5679" actId="20577"/>
          <ac:spMkLst>
            <pc:docMk/>
            <pc:sldMk cId="4192616775" sldId="350"/>
            <ac:spMk id="8" creationId="{C3BAF42E-F3F0-7C45-1342-6400775C09E5}"/>
          </ac:spMkLst>
        </pc:spChg>
      </pc:sldChg>
      <pc:sldChg chg="modSp add del mod ord">
        <pc:chgData name="Pontus Wittenmark" userId="f735600e1fbeff6c" providerId="LiveId" clId="{913AD67F-F3E6-43F5-BB89-1AA2B282F7E8}" dt="2025-05-08T14:56:27.690" v="5638"/>
        <pc:sldMkLst>
          <pc:docMk/>
          <pc:sldMk cId="926766711" sldId="351"/>
        </pc:sldMkLst>
        <pc:spChg chg="mod">
          <ac:chgData name="Pontus Wittenmark" userId="f735600e1fbeff6c" providerId="LiveId" clId="{913AD67F-F3E6-43F5-BB89-1AA2B282F7E8}" dt="2025-05-08T12:38:12.795" v="2412" actId="14100"/>
          <ac:spMkLst>
            <pc:docMk/>
            <pc:sldMk cId="926766711" sldId="351"/>
            <ac:spMk id="3" creationId="{1A5A2840-0AB9-EA78-2943-14203F885301}"/>
          </ac:spMkLst>
        </pc:spChg>
        <pc:spChg chg="mod">
          <ac:chgData name="Pontus Wittenmark" userId="f735600e1fbeff6c" providerId="LiveId" clId="{913AD67F-F3E6-43F5-BB89-1AA2B282F7E8}" dt="2025-05-08T13:38:51.959" v="4245" actId="20577"/>
          <ac:spMkLst>
            <pc:docMk/>
            <pc:sldMk cId="926766711" sldId="351"/>
            <ac:spMk id="5" creationId="{7437B22D-A69D-BDCA-9216-C7590456AC6F}"/>
          </ac:spMkLst>
        </pc:spChg>
      </pc:sldChg>
      <pc:sldChg chg="add del">
        <pc:chgData name="Pontus Wittenmark" userId="f735600e1fbeff6c" providerId="LiveId" clId="{913AD67F-F3E6-43F5-BB89-1AA2B282F7E8}" dt="2025-05-08T12:36:01.578" v="2398" actId="47"/>
        <pc:sldMkLst>
          <pc:docMk/>
          <pc:sldMk cId="2257831638" sldId="351"/>
        </pc:sldMkLst>
      </pc:sldChg>
      <pc:sldChg chg="add del">
        <pc:chgData name="Pontus Wittenmark" userId="f735600e1fbeff6c" providerId="LiveId" clId="{913AD67F-F3E6-43F5-BB89-1AA2B282F7E8}" dt="2025-05-08T13:00:37.803" v="3245" actId="47"/>
        <pc:sldMkLst>
          <pc:docMk/>
          <pc:sldMk cId="1503083425" sldId="352"/>
        </pc:sldMkLst>
      </pc:sldChg>
      <pc:sldChg chg="modSp add del mod ord">
        <pc:chgData name="Pontus Wittenmark" userId="f735600e1fbeff6c" providerId="LiveId" clId="{913AD67F-F3E6-43F5-BB89-1AA2B282F7E8}" dt="2025-05-08T14:07:44.120" v="5441" actId="2696"/>
        <pc:sldMkLst>
          <pc:docMk/>
          <pc:sldMk cId="944087207" sldId="353"/>
        </pc:sldMkLst>
      </pc:sldChg>
      <pc:sldChg chg="addSp delSp modSp add del mod ord">
        <pc:chgData name="Pontus Wittenmark" userId="f735600e1fbeff6c" providerId="LiveId" clId="{913AD67F-F3E6-43F5-BB89-1AA2B282F7E8}" dt="2025-05-08T14:07:44.120" v="5441" actId="2696"/>
        <pc:sldMkLst>
          <pc:docMk/>
          <pc:sldMk cId="1007672372" sldId="354"/>
        </pc:sldMkLst>
      </pc:sldChg>
      <pc:sldChg chg="addSp delSp modSp add del mod">
        <pc:chgData name="Pontus Wittenmark" userId="f735600e1fbeff6c" providerId="LiveId" clId="{913AD67F-F3E6-43F5-BB89-1AA2B282F7E8}" dt="2025-05-08T14:07:44.120" v="5441" actId="2696"/>
        <pc:sldMkLst>
          <pc:docMk/>
          <pc:sldMk cId="360644121" sldId="355"/>
        </pc:sldMkLst>
      </pc:sldChg>
      <pc:sldChg chg="add del">
        <pc:chgData name="Pontus Wittenmark" userId="f735600e1fbeff6c" providerId="LiveId" clId="{913AD67F-F3E6-43F5-BB89-1AA2B282F7E8}" dt="2025-05-08T13:24:15.579" v="3600" actId="47"/>
        <pc:sldMkLst>
          <pc:docMk/>
          <pc:sldMk cId="123989652" sldId="356"/>
        </pc:sldMkLst>
      </pc:sldChg>
      <pc:sldChg chg="add">
        <pc:chgData name="Pontus Wittenmark" userId="f735600e1fbeff6c" providerId="LiveId" clId="{913AD67F-F3E6-43F5-BB89-1AA2B282F7E8}" dt="2025-05-08T13:28:24.836" v="3601" actId="2890"/>
        <pc:sldMkLst>
          <pc:docMk/>
          <pc:sldMk cId="3258080857" sldId="356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1315404232" sldId="407"/>
        </pc:sldMkLst>
      </pc:sldChg>
      <pc:sldChg chg="del">
        <pc:chgData name="Pontus Wittenmark" userId="f735600e1fbeff6c" providerId="LiveId" clId="{913AD67F-F3E6-43F5-BB89-1AA2B282F7E8}" dt="2025-05-08T10:19:13.415" v="1" actId="47"/>
        <pc:sldMkLst>
          <pc:docMk/>
          <pc:sldMk cId="1477622852" sldId="409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2423880133" sldId="410"/>
        </pc:sldMkLst>
      </pc:sldChg>
      <pc:sldChg chg="del">
        <pc:chgData name="Pontus Wittenmark" userId="f735600e1fbeff6c" providerId="LiveId" clId="{913AD67F-F3E6-43F5-BB89-1AA2B282F7E8}" dt="2025-05-08T10:19:13.415" v="1" actId="47"/>
        <pc:sldMkLst>
          <pc:docMk/>
          <pc:sldMk cId="50324959" sldId="411"/>
        </pc:sldMkLst>
      </pc:sldChg>
      <pc:sldChg chg="del">
        <pc:chgData name="Pontus Wittenmark" userId="f735600e1fbeff6c" providerId="LiveId" clId="{913AD67F-F3E6-43F5-BB89-1AA2B282F7E8}" dt="2025-05-08T10:19:13.415" v="1" actId="47"/>
        <pc:sldMkLst>
          <pc:docMk/>
          <pc:sldMk cId="2085930035" sldId="413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3278797115" sldId="414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1654011926" sldId="415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2186490324" sldId="417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352974217" sldId="418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2668158109" sldId="419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525050732" sldId="422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1328821941" sldId="423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2079280618" sldId="424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212752607" sldId="425"/>
        </pc:sldMkLst>
      </pc:sldChg>
      <pc:sldChg chg="del">
        <pc:chgData name="Pontus Wittenmark" userId="f735600e1fbeff6c" providerId="LiveId" clId="{913AD67F-F3E6-43F5-BB89-1AA2B282F7E8}" dt="2025-05-08T10:18:56.399" v="0" actId="47"/>
        <pc:sldMkLst>
          <pc:docMk/>
          <pc:sldMk cId="1595311208" sldId="426"/>
        </pc:sldMkLst>
      </pc:sldChg>
    </pc:docChg>
  </pc:docChgLst>
  <pc:docChgLst>
    <pc:chgData name="Pontus Wittenmark" userId="f735600e1fbeff6c" providerId="LiveId" clId="{17AE3A4E-D736-41CC-9F51-0A4B88A83145}"/>
    <pc:docChg chg="undo custSel addSld modSld sldOrd">
      <pc:chgData name="Pontus Wittenmark" userId="f735600e1fbeff6c" providerId="LiveId" clId="{17AE3A4E-D736-41CC-9F51-0A4B88A83145}" dt="2023-08-30T12:56:50.133" v="726" actId="20577"/>
      <pc:docMkLst>
        <pc:docMk/>
      </pc:docMkLst>
      <pc:sldChg chg="modSp mod">
        <pc:chgData name="Pontus Wittenmark" userId="f735600e1fbeff6c" providerId="LiveId" clId="{17AE3A4E-D736-41CC-9F51-0A4B88A83145}" dt="2023-08-24T13:03:23.268" v="508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17AE3A4E-D736-41CC-9F51-0A4B88A83145}" dt="2023-08-15T15:10:14.325" v="292" actId="20577"/>
        <pc:sldMkLst>
          <pc:docMk/>
          <pc:sldMk cId="2624165222" sldId="343"/>
        </pc:sldMkLst>
      </pc:sldChg>
      <pc:sldChg chg="modSp mod ord">
        <pc:chgData name="Pontus Wittenmark" userId="f735600e1fbeff6c" providerId="LiveId" clId="{17AE3A4E-D736-41CC-9F51-0A4B88A83145}" dt="2023-08-24T13:01:30.484" v="304" actId="20577"/>
        <pc:sldMkLst>
          <pc:docMk/>
          <pc:sldMk cId="1654011926" sldId="415"/>
        </pc:sldMkLst>
      </pc:sldChg>
      <pc:sldChg chg="modSp mod">
        <pc:chgData name="Pontus Wittenmark" userId="f735600e1fbeff6c" providerId="LiveId" clId="{17AE3A4E-D736-41CC-9F51-0A4B88A83145}" dt="2023-08-24T08:56:37.129" v="295"/>
        <pc:sldMkLst>
          <pc:docMk/>
          <pc:sldMk cId="352974217" sldId="418"/>
        </pc:sldMkLst>
      </pc:sldChg>
      <pc:sldChg chg="modSp mod ord">
        <pc:chgData name="Pontus Wittenmark" userId="f735600e1fbeff6c" providerId="LiveId" clId="{17AE3A4E-D736-41CC-9F51-0A4B88A83145}" dt="2023-08-24T13:05:02.856" v="607" actId="114"/>
        <pc:sldMkLst>
          <pc:docMk/>
          <pc:sldMk cId="2668158109" sldId="419"/>
        </pc:sldMkLst>
      </pc:sldChg>
      <pc:sldChg chg="delSp modSp add mod">
        <pc:chgData name="Pontus Wittenmark" userId="f735600e1fbeff6c" providerId="LiveId" clId="{17AE3A4E-D736-41CC-9F51-0A4B88A83145}" dt="2023-08-30T12:56:50.133" v="726" actId="20577"/>
        <pc:sldMkLst>
          <pc:docMk/>
          <pc:sldMk cId="2079280618" sldId="424"/>
        </pc:sldMkLst>
      </pc:sldChg>
    </pc:docChg>
  </pc:docChgLst>
  <pc:docChgLst>
    <pc:chgData name="Pontus Wittenmark" userId="f735600e1fbeff6c" providerId="LiveId" clId="{FB17D959-B8B7-40CF-8FB6-8A421E6D60D7}"/>
    <pc:docChg chg="custSel modSld">
      <pc:chgData name="Pontus Wittenmark" userId="f735600e1fbeff6c" providerId="LiveId" clId="{FB17D959-B8B7-40CF-8FB6-8A421E6D60D7}" dt="2021-03-31T08:23:23.019" v="75" actId="20577"/>
      <pc:docMkLst>
        <pc:docMk/>
      </pc:docMkLst>
      <pc:sldChg chg="modSp">
        <pc:chgData name="Pontus Wittenmark" userId="f735600e1fbeff6c" providerId="LiveId" clId="{FB17D959-B8B7-40CF-8FB6-8A421E6D60D7}" dt="2021-03-31T08:23:23.019" v="75" actId="20577"/>
        <pc:sldMkLst>
          <pc:docMk/>
          <pc:sldMk cId="1151862316" sldId="295"/>
        </pc:sldMkLst>
      </pc:sldChg>
    </pc:docChg>
  </pc:docChgLst>
  <pc:docChgLst>
    <pc:chgData name="Pontus Wittenmark" userId="f735600e1fbeff6c" providerId="LiveId" clId="{2E0C6BAE-BC54-474A-B7E4-7B09C1DBA34F}"/>
    <pc:docChg chg="custSel addSld delSld modSld">
      <pc:chgData name="Pontus Wittenmark" userId="f735600e1fbeff6c" providerId="LiveId" clId="{2E0C6BAE-BC54-474A-B7E4-7B09C1DBA34F}" dt="2022-07-13T11:42:01.887" v="154" actId="47"/>
      <pc:docMkLst>
        <pc:docMk/>
      </pc:docMkLst>
      <pc:sldChg chg="del">
        <pc:chgData name="Pontus Wittenmark" userId="f735600e1fbeff6c" providerId="LiveId" clId="{2E0C6BAE-BC54-474A-B7E4-7B09C1DBA34F}" dt="2022-07-13T11:42:01.887" v="154" actId="47"/>
        <pc:sldMkLst>
          <pc:docMk/>
          <pc:sldMk cId="541674819" sldId="405"/>
        </pc:sldMkLst>
      </pc:sldChg>
      <pc:sldChg chg="add">
        <pc:chgData name="Pontus Wittenmark" userId="f735600e1fbeff6c" providerId="LiveId" clId="{2E0C6BAE-BC54-474A-B7E4-7B09C1DBA34F}" dt="2022-07-13T11:41:58.783" v="153"/>
        <pc:sldMkLst>
          <pc:docMk/>
          <pc:sldMk cId="2347863612" sldId="408"/>
        </pc:sldMkLst>
      </pc:sldChg>
    </pc:docChg>
  </pc:docChgLst>
  <pc:docChgLst>
    <pc:chgData name="Pontus Wittenmark" userId="f735600e1fbeff6c" providerId="LiveId" clId="{809A077D-433C-4A2A-A112-3A8E8BB81606}"/>
    <pc:docChg chg="undo custSel addSld delSld modSld sldOrd">
      <pc:chgData name="Pontus Wittenmark" userId="f735600e1fbeff6c" providerId="LiveId" clId="{809A077D-433C-4A2A-A112-3A8E8BB81606}" dt="2023-03-21T11:02:45.042" v="422" actId="20577"/>
      <pc:docMkLst>
        <pc:docMk/>
      </pc:docMkLst>
      <pc:sldChg chg="modSp mod">
        <pc:chgData name="Pontus Wittenmark" userId="f735600e1fbeff6c" providerId="LiveId" clId="{809A077D-433C-4A2A-A112-3A8E8BB81606}" dt="2023-03-21T09:11:16.117" v="161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809A077D-433C-4A2A-A112-3A8E8BB81606}" dt="2023-03-21T09:11:11.481" v="159" actId="20577"/>
        <pc:sldMkLst>
          <pc:docMk/>
          <pc:sldMk cId="304167356" sldId="342"/>
        </pc:sldMkLst>
      </pc:sldChg>
      <pc:sldChg chg="modSp mod">
        <pc:chgData name="Pontus Wittenmark" userId="f735600e1fbeff6c" providerId="LiveId" clId="{809A077D-433C-4A2A-A112-3A8E8BB81606}" dt="2023-03-21T11:02:45.042" v="422" actId="20577"/>
        <pc:sldMkLst>
          <pc:docMk/>
          <pc:sldMk cId="2624165222" sldId="343"/>
        </pc:sldMkLst>
      </pc:sldChg>
      <pc:sldChg chg="modSp mod">
        <pc:chgData name="Pontus Wittenmark" userId="f735600e1fbeff6c" providerId="LiveId" clId="{809A077D-433C-4A2A-A112-3A8E8BB81606}" dt="2023-03-21T09:11:00.808" v="155" actId="20577"/>
        <pc:sldMkLst>
          <pc:docMk/>
          <pc:sldMk cId="2423880133" sldId="410"/>
        </pc:sldMkLst>
      </pc:sldChg>
      <pc:sldChg chg="modSp mod ord modShow">
        <pc:chgData name="Pontus Wittenmark" userId="f735600e1fbeff6c" providerId="LiveId" clId="{809A077D-433C-4A2A-A112-3A8E8BB81606}" dt="2023-03-21T10:55:44.852" v="409"/>
        <pc:sldMkLst>
          <pc:docMk/>
          <pc:sldMk cId="50324959" sldId="411"/>
        </pc:sldMkLst>
      </pc:sldChg>
      <pc:sldChg chg="del mod modShow">
        <pc:chgData name="Pontus Wittenmark" userId="f735600e1fbeff6c" providerId="LiveId" clId="{809A077D-433C-4A2A-A112-3A8E8BB81606}" dt="2023-03-21T09:12:02.951" v="172" actId="47"/>
        <pc:sldMkLst>
          <pc:docMk/>
          <pc:sldMk cId="1189139513" sldId="412"/>
        </pc:sldMkLst>
      </pc:sldChg>
      <pc:sldChg chg="modSp mod ord modShow">
        <pc:chgData name="Pontus Wittenmark" userId="f735600e1fbeff6c" providerId="LiveId" clId="{809A077D-433C-4A2A-A112-3A8E8BB81606}" dt="2023-03-21T10:55:44.852" v="409"/>
        <pc:sldMkLst>
          <pc:docMk/>
          <pc:sldMk cId="2085930035" sldId="413"/>
        </pc:sldMkLst>
      </pc:sldChg>
      <pc:sldChg chg="modSp mod">
        <pc:chgData name="Pontus Wittenmark" userId="f735600e1fbeff6c" providerId="LiveId" clId="{809A077D-433C-4A2A-A112-3A8E8BB81606}" dt="2023-03-21T09:11:06.264" v="157" actId="20577"/>
        <pc:sldMkLst>
          <pc:docMk/>
          <pc:sldMk cId="3278797115" sldId="414"/>
        </pc:sldMkLst>
      </pc:sldChg>
      <pc:sldChg chg="modSp mod">
        <pc:chgData name="Pontus Wittenmark" userId="f735600e1fbeff6c" providerId="LiveId" clId="{809A077D-433C-4A2A-A112-3A8E8BB81606}" dt="2023-03-21T09:11:23.847" v="163" actId="20577"/>
        <pc:sldMkLst>
          <pc:docMk/>
          <pc:sldMk cId="1654011926" sldId="415"/>
        </pc:sldMkLst>
      </pc:sldChg>
      <pc:sldChg chg="modSp mod">
        <pc:chgData name="Pontus Wittenmark" userId="f735600e1fbeff6c" providerId="LiveId" clId="{809A077D-433C-4A2A-A112-3A8E8BB81606}" dt="2023-03-21T09:11:29.034" v="165" actId="20577"/>
        <pc:sldMkLst>
          <pc:docMk/>
          <pc:sldMk cId="2668158109" sldId="419"/>
        </pc:sldMkLst>
      </pc:sldChg>
      <pc:sldChg chg="modSp add mod modShow">
        <pc:chgData name="Pontus Wittenmark" userId="f735600e1fbeff6c" providerId="LiveId" clId="{809A077D-433C-4A2A-A112-3A8E8BB81606}" dt="2023-03-21T11:01:53.349" v="421" actId="403"/>
        <pc:sldMkLst>
          <pc:docMk/>
          <pc:sldMk cId="525050732" sldId="422"/>
        </pc:sldMkLst>
      </pc:sldChg>
    </pc:docChg>
  </pc:docChgLst>
  <pc:docChgLst>
    <pc:chgData name="Pontus Wittenmark" userId="f735600e1fbeff6c" providerId="LiveId" clId="{6AD6C7B2-03A2-4C12-9774-C92DC936CFC9}"/>
    <pc:docChg chg="undo redo custSel addSld delSld modSld">
      <pc:chgData name="Pontus Wittenmark" userId="f735600e1fbeff6c" providerId="LiveId" clId="{6AD6C7B2-03A2-4C12-9774-C92DC936CFC9}" dt="2022-01-11T13:43:54.360" v="1848" actId="14100"/>
      <pc:docMkLst>
        <pc:docMk/>
      </pc:docMkLst>
      <pc:sldChg chg="modSp mod">
        <pc:chgData name="Pontus Wittenmark" userId="f735600e1fbeff6c" providerId="LiveId" clId="{6AD6C7B2-03A2-4C12-9774-C92DC936CFC9}" dt="2022-01-11T13:37:34.403" v="1754" actId="20577"/>
        <pc:sldMkLst>
          <pc:docMk/>
          <pc:sldMk cId="1151862316" sldId="295"/>
        </pc:sldMkLst>
      </pc:sldChg>
      <pc:sldChg chg="modSp mod">
        <pc:chgData name="Pontus Wittenmark" userId="f735600e1fbeff6c" providerId="LiveId" clId="{6AD6C7B2-03A2-4C12-9774-C92DC936CFC9}" dt="2022-01-11T13:42:57.735" v="1835" actId="20577"/>
        <pc:sldMkLst>
          <pc:docMk/>
          <pc:sldMk cId="393454575" sldId="337"/>
        </pc:sldMkLst>
      </pc:sldChg>
      <pc:sldChg chg="modSp mod">
        <pc:chgData name="Pontus Wittenmark" userId="f735600e1fbeff6c" providerId="LiveId" clId="{6AD6C7B2-03A2-4C12-9774-C92DC936CFC9}" dt="2022-01-11T10:02:54.734" v="254" actId="6549"/>
        <pc:sldMkLst>
          <pc:docMk/>
          <pc:sldMk cId="956440930" sldId="341"/>
        </pc:sldMkLst>
      </pc:sldChg>
      <pc:sldChg chg="del">
        <pc:chgData name="Pontus Wittenmark" userId="f735600e1fbeff6c" providerId="LiveId" clId="{6AD6C7B2-03A2-4C12-9774-C92DC936CFC9}" dt="2022-01-11T13:40:01.690" v="1811" actId="47"/>
        <pc:sldMkLst>
          <pc:docMk/>
          <pc:sldMk cId="3216772538" sldId="345"/>
        </pc:sldMkLst>
      </pc:sldChg>
      <pc:sldChg chg="modSp mod">
        <pc:chgData name="Pontus Wittenmark" userId="f735600e1fbeff6c" providerId="LiveId" clId="{6AD6C7B2-03A2-4C12-9774-C92DC936CFC9}" dt="2022-01-11T10:05:55.637" v="326" actId="20577"/>
        <pc:sldMkLst>
          <pc:docMk/>
          <pc:sldMk cId="3504490689" sldId="346"/>
        </pc:sldMkLst>
      </pc:sldChg>
      <pc:sldChg chg="modSp mod">
        <pc:chgData name="Pontus Wittenmark" userId="f735600e1fbeff6c" providerId="LiveId" clId="{6AD6C7B2-03A2-4C12-9774-C92DC936CFC9}" dt="2022-01-11T13:43:54.360" v="1848" actId="14100"/>
        <pc:sldMkLst>
          <pc:docMk/>
          <pc:sldMk cId="2607175503" sldId="347"/>
        </pc:sldMkLst>
      </pc:sldChg>
      <pc:sldChg chg="modSp mod">
        <pc:chgData name="Pontus Wittenmark" userId="f735600e1fbeff6c" providerId="LiveId" clId="{6AD6C7B2-03A2-4C12-9774-C92DC936CFC9}" dt="2022-01-11T13:39:35.039" v="1795" actId="20577"/>
        <pc:sldMkLst>
          <pc:docMk/>
          <pc:sldMk cId="3901861638" sldId="358"/>
        </pc:sldMkLst>
      </pc:sldChg>
      <pc:sldChg chg="del">
        <pc:chgData name="Pontus Wittenmark" userId="f735600e1fbeff6c" providerId="LiveId" clId="{6AD6C7B2-03A2-4C12-9774-C92DC936CFC9}" dt="2022-01-11T13:39:21.049" v="1778" actId="47"/>
        <pc:sldMkLst>
          <pc:docMk/>
          <pc:sldMk cId="964122859" sldId="396"/>
        </pc:sldMkLst>
      </pc:sldChg>
      <pc:sldChg chg="modSp mod">
        <pc:chgData name="Pontus Wittenmark" userId="f735600e1fbeff6c" providerId="LiveId" clId="{6AD6C7B2-03A2-4C12-9774-C92DC936CFC9}" dt="2022-01-11T13:39:01.784" v="1777" actId="20577"/>
        <pc:sldMkLst>
          <pc:docMk/>
          <pc:sldMk cId="541674819" sldId="405"/>
        </pc:sldMkLst>
      </pc:sldChg>
      <pc:sldChg chg="modSp add del mod">
        <pc:chgData name="Pontus Wittenmark" userId="f735600e1fbeff6c" providerId="LiveId" clId="{6AD6C7B2-03A2-4C12-9774-C92DC936CFC9}" dt="2022-01-11T11:06:41.082" v="786" actId="47"/>
        <pc:sldMkLst>
          <pc:docMk/>
          <pc:sldMk cId="2493963461" sldId="406"/>
        </pc:sldMkLst>
      </pc:sldChg>
      <pc:sldChg chg="modSp add mod">
        <pc:chgData name="Pontus Wittenmark" userId="f735600e1fbeff6c" providerId="LiveId" clId="{6AD6C7B2-03A2-4C12-9774-C92DC936CFC9}" dt="2022-01-11T12:33:07.953" v="1548" actId="20577"/>
        <pc:sldMkLst>
          <pc:docMk/>
          <pc:sldMk cId="2296799632" sldId="407"/>
        </pc:sldMkLst>
      </pc:sldChg>
    </pc:docChg>
  </pc:docChgLst>
  <pc:docChgLst>
    <pc:chgData name="Pontus Wittenmark" userId="f735600e1fbeff6c" providerId="LiveId" clId="{1E121612-6192-481C-AEBF-3B93C6DA2066}"/>
    <pc:docChg chg="modSld">
      <pc:chgData name="Pontus Wittenmark" userId="f735600e1fbeff6c" providerId="LiveId" clId="{1E121612-6192-481C-AEBF-3B93C6DA2066}" dt="2025-04-28T11:37:34.934" v="130" actId="20577"/>
      <pc:docMkLst>
        <pc:docMk/>
      </pc:docMkLst>
      <pc:sldChg chg="modSp mod">
        <pc:chgData name="Pontus Wittenmark" userId="f735600e1fbeff6c" providerId="LiveId" clId="{1E121612-6192-481C-AEBF-3B93C6DA2066}" dt="2025-04-28T11:37:34.934" v="130" actId="20577"/>
        <pc:sldMkLst>
          <pc:docMk/>
          <pc:sldMk cId="2668158109" sldId="419"/>
        </pc:sldMkLst>
      </pc:sldChg>
    </pc:docChg>
  </pc:docChgLst>
  <pc:docChgLst>
    <pc:chgData name="Pontus Wittenmark" userId="f735600e1fbeff6c" providerId="LiveId" clId="{2C765CC6-85F2-4E8B-BF7B-35F7D74B2498}"/>
    <pc:docChg chg="undo custSel addSld delSld modSld">
      <pc:chgData name="Pontus Wittenmark" userId="f735600e1fbeff6c" providerId="LiveId" clId="{2C765CC6-85F2-4E8B-BF7B-35F7D74B2498}" dt="2024-11-15T11:34:58.717" v="749" actId="1076"/>
      <pc:docMkLst>
        <pc:docMk/>
      </pc:docMkLst>
      <pc:sldChg chg="modSp mod">
        <pc:chgData name="Pontus Wittenmark" userId="f735600e1fbeff6c" providerId="LiveId" clId="{2C765CC6-85F2-4E8B-BF7B-35F7D74B2498}" dt="2024-11-13T10:44:42.412" v="650" actId="20577"/>
        <pc:sldMkLst>
          <pc:docMk/>
          <pc:sldMk cId="1168120925" sldId="304"/>
        </pc:sldMkLst>
      </pc:sldChg>
      <pc:sldChg chg="modSp mod">
        <pc:chgData name="Pontus Wittenmark" userId="f735600e1fbeff6c" providerId="LiveId" clId="{2C765CC6-85F2-4E8B-BF7B-35F7D74B2498}" dt="2024-11-13T10:16:21.948" v="169" actId="1076"/>
        <pc:sldMkLst>
          <pc:docMk/>
          <pc:sldMk cId="3302314947" sldId="311"/>
        </pc:sldMkLst>
      </pc:sldChg>
      <pc:sldChg chg="modSp mod">
        <pc:chgData name="Pontus Wittenmark" userId="f735600e1fbeff6c" providerId="LiveId" clId="{2C765CC6-85F2-4E8B-BF7B-35F7D74B2498}" dt="2024-11-13T09:43:43.869" v="146" actId="404"/>
        <pc:sldMkLst>
          <pc:docMk/>
          <pc:sldMk cId="3035958379" sldId="317"/>
        </pc:sldMkLst>
      </pc:sldChg>
      <pc:sldChg chg="modSp mod">
        <pc:chgData name="Pontus Wittenmark" userId="f735600e1fbeff6c" providerId="LiveId" clId="{2C765CC6-85F2-4E8B-BF7B-35F7D74B2498}" dt="2024-11-13T09:46:07.948" v="147" actId="404"/>
        <pc:sldMkLst>
          <pc:docMk/>
          <pc:sldMk cId="956440930" sldId="341"/>
        </pc:sldMkLst>
      </pc:sldChg>
      <pc:sldChg chg="modSp mod">
        <pc:chgData name="Pontus Wittenmark" userId="f735600e1fbeff6c" providerId="LiveId" clId="{2C765CC6-85F2-4E8B-BF7B-35F7D74B2498}" dt="2024-11-15T11:34:58.717" v="749" actId="1076"/>
        <pc:sldMkLst>
          <pc:docMk/>
          <pc:sldMk cId="304167356" sldId="342"/>
        </pc:sldMkLst>
      </pc:sldChg>
      <pc:sldChg chg="modSp mod">
        <pc:chgData name="Pontus Wittenmark" userId="f735600e1fbeff6c" providerId="LiveId" clId="{2C765CC6-85F2-4E8B-BF7B-35F7D74B2498}" dt="2024-11-13T09:10:37.416" v="32" actId="404"/>
        <pc:sldMkLst>
          <pc:docMk/>
          <pc:sldMk cId="2423880133" sldId="410"/>
        </pc:sldMkLst>
      </pc:sldChg>
      <pc:sldChg chg="modSp mod">
        <pc:chgData name="Pontus Wittenmark" userId="f735600e1fbeff6c" providerId="LiveId" clId="{2C765CC6-85F2-4E8B-BF7B-35F7D74B2498}" dt="2024-11-13T09:10:31.472" v="31" actId="1076"/>
        <pc:sldMkLst>
          <pc:docMk/>
          <pc:sldMk cId="3278797115" sldId="414"/>
        </pc:sldMkLst>
      </pc:sldChg>
      <pc:sldChg chg="modSp mod">
        <pc:chgData name="Pontus Wittenmark" userId="f735600e1fbeff6c" providerId="LiveId" clId="{2C765CC6-85F2-4E8B-BF7B-35F7D74B2498}" dt="2024-11-13T10:26:28.460" v="452" actId="404"/>
        <pc:sldMkLst>
          <pc:docMk/>
          <pc:sldMk cId="1654011926" sldId="415"/>
        </pc:sldMkLst>
      </pc:sldChg>
      <pc:sldChg chg="modSp mod">
        <pc:chgData name="Pontus Wittenmark" userId="f735600e1fbeff6c" providerId="LiveId" clId="{2C765CC6-85F2-4E8B-BF7B-35F7D74B2498}" dt="2024-11-13T10:21:00.464" v="213" actId="20577"/>
        <pc:sldMkLst>
          <pc:docMk/>
          <pc:sldMk cId="2668158109" sldId="419"/>
        </pc:sldMkLst>
      </pc:sldChg>
      <pc:sldChg chg="del">
        <pc:chgData name="Pontus Wittenmark" userId="f735600e1fbeff6c" providerId="LiveId" clId="{2C765CC6-85F2-4E8B-BF7B-35F7D74B2498}" dt="2024-11-13T10:21:45.608" v="242" actId="47"/>
        <pc:sldMkLst>
          <pc:docMk/>
          <pc:sldMk cId="2705811236" sldId="421"/>
        </pc:sldMkLst>
      </pc:sldChg>
      <pc:sldChg chg="modSp mod">
        <pc:chgData name="Pontus Wittenmark" userId="f735600e1fbeff6c" providerId="LiveId" clId="{2C765CC6-85F2-4E8B-BF7B-35F7D74B2498}" dt="2024-11-13T10:25:34.360" v="451" actId="404"/>
        <pc:sldMkLst>
          <pc:docMk/>
          <pc:sldMk cId="525050732" sldId="422"/>
        </pc:sldMkLst>
      </pc:sldChg>
      <pc:sldChg chg="modSp mod">
        <pc:chgData name="Pontus Wittenmark" userId="f735600e1fbeff6c" providerId="LiveId" clId="{2C765CC6-85F2-4E8B-BF7B-35F7D74B2498}" dt="2024-11-13T10:28:24.219" v="597" actId="20577"/>
        <pc:sldMkLst>
          <pc:docMk/>
          <pc:sldMk cId="1328821941" sldId="423"/>
        </pc:sldMkLst>
      </pc:sldChg>
      <pc:sldChg chg="delSp modSp add mod">
        <pc:chgData name="Pontus Wittenmark" userId="f735600e1fbeff6c" providerId="LiveId" clId="{2C765CC6-85F2-4E8B-BF7B-35F7D74B2498}" dt="2024-11-13T10:49:44.491" v="743" actId="11"/>
        <pc:sldMkLst>
          <pc:docMk/>
          <pc:sldMk cId="212752607" sldId="425"/>
        </pc:sldMkLst>
      </pc:sldChg>
    </pc:docChg>
  </pc:docChgLst>
  <pc:docChgLst>
    <pc:chgData name="Pontus Wittenmark" userId="f735600e1fbeff6c" providerId="LiveId" clId="{05FEBBB1-B631-47B8-979C-80A19ED0A08E}"/>
    <pc:docChg chg="undo redo custSel addSld delSld modSld sldOrd">
      <pc:chgData name="Pontus Wittenmark" userId="f735600e1fbeff6c" providerId="LiveId" clId="{05FEBBB1-B631-47B8-979C-80A19ED0A08E}" dt="2023-02-14T20:11:48.169" v="3694" actId="6549"/>
      <pc:docMkLst>
        <pc:docMk/>
      </pc:docMkLst>
      <pc:sldChg chg="del">
        <pc:chgData name="Pontus Wittenmark" userId="f735600e1fbeff6c" providerId="LiveId" clId="{05FEBBB1-B631-47B8-979C-80A19ED0A08E}" dt="2023-02-14T10:46:58.393" v="42" actId="47"/>
        <pc:sldMkLst>
          <pc:docMk/>
          <pc:sldMk cId="1151862316" sldId="295"/>
        </pc:sldMkLst>
      </pc:sldChg>
      <pc:sldChg chg="modSp mod">
        <pc:chgData name="Pontus Wittenmark" userId="f735600e1fbeff6c" providerId="LiveId" clId="{05FEBBB1-B631-47B8-979C-80A19ED0A08E}" dt="2023-02-14T11:32:04.259" v="1886" actId="12"/>
        <pc:sldMkLst>
          <pc:docMk/>
          <pc:sldMk cId="1168120925" sldId="304"/>
        </pc:sldMkLst>
      </pc:sldChg>
      <pc:sldChg chg="modSp mod">
        <pc:chgData name="Pontus Wittenmark" userId="f735600e1fbeff6c" providerId="LiveId" clId="{05FEBBB1-B631-47B8-979C-80A19ED0A08E}" dt="2023-02-14T10:44:29.708" v="6" actId="27636"/>
        <pc:sldMkLst>
          <pc:docMk/>
          <pc:sldMk cId="671297989" sldId="312"/>
        </pc:sldMkLst>
      </pc:sldChg>
      <pc:sldChg chg="delSp modSp del mod">
        <pc:chgData name="Pontus Wittenmark" userId="f735600e1fbeff6c" providerId="LiveId" clId="{05FEBBB1-B631-47B8-979C-80A19ED0A08E}" dt="2023-02-14T11:22:40.017" v="1454" actId="47"/>
        <pc:sldMkLst>
          <pc:docMk/>
          <pc:sldMk cId="3875752741" sldId="313"/>
        </pc:sldMkLst>
      </pc:sldChg>
      <pc:sldChg chg="modSp del mod">
        <pc:chgData name="Pontus Wittenmark" userId="f735600e1fbeff6c" providerId="LiveId" clId="{05FEBBB1-B631-47B8-979C-80A19ED0A08E}" dt="2023-02-14T10:56:06.360" v="391" actId="47"/>
        <pc:sldMkLst>
          <pc:docMk/>
          <pc:sldMk cId="1501259958" sldId="314"/>
        </pc:sldMkLst>
      </pc:sldChg>
      <pc:sldChg chg="modSp mod">
        <pc:chgData name="Pontus Wittenmark" userId="f735600e1fbeff6c" providerId="LiveId" clId="{05FEBBB1-B631-47B8-979C-80A19ED0A08E}" dt="2023-02-14T12:38:13.047" v="2546" actId="20577"/>
        <pc:sldMkLst>
          <pc:docMk/>
          <pc:sldMk cId="956440930" sldId="341"/>
        </pc:sldMkLst>
      </pc:sldChg>
      <pc:sldChg chg="modSp add mod">
        <pc:chgData name="Pontus Wittenmark" userId="f735600e1fbeff6c" providerId="LiveId" clId="{05FEBBB1-B631-47B8-979C-80A19ED0A08E}" dt="2023-02-14T20:10:14.936" v="3638" actId="6549"/>
        <pc:sldMkLst>
          <pc:docMk/>
          <pc:sldMk cId="304167356" sldId="342"/>
        </pc:sldMkLst>
      </pc:sldChg>
      <pc:sldChg chg="modSp del mod">
        <pc:chgData name="Pontus Wittenmark" userId="f735600e1fbeff6c" providerId="LiveId" clId="{05FEBBB1-B631-47B8-979C-80A19ED0A08E}" dt="2023-02-14T10:56:07.983" v="392" actId="2696"/>
        <pc:sldMkLst>
          <pc:docMk/>
          <pc:sldMk cId="607159060" sldId="342"/>
        </pc:sldMkLst>
      </pc:sldChg>
      <pc:sldChg chg="modSp mod ord">
        <pc:chgData name="Pontus Wittenmark" userId="f735600e1fbeff6c" providerId="LiveId" clId="{05FEBBB1-B631-47B8-979C-80A19ED0A08E}" dt="2023-02-14T11:30:37.701" v="1794" actId="20577"/>
        <pc:sldMkLst>
          <pc:docMk/>
          <pc:sldMk cId="1315404232" sldId="407"/>
        </pc:sldMkLst>
      </pc:sldChg>
      <pc:sldChg chg="modSp add del mod modShow">
        <pc:chgData name="Pontus Wittenmark" userId="f735600e1fbeff6c" providerId="LiveId" clId="{05FEBBB1-B631-47B8-979C-80A19ED0A08E}" dt="2023-02-14T20:11:48.169" v="3694" actId="6549"/>
        <pc:sldMkLst>
          <pc:docMk/>
          <pc:sldMk cId="1477622852" sldId="409"/>
        </pc:sldMkLst>
      </pc:sldChg>
      <pc:sldChg chg="modSp mod">
        <pc:chgData name="Pontus Wittenmark" userId="f735600e1fbeff6c" providerId="LiveId" clId="{05FEBBB1-B631-47B8-979C-80A19ED0A08E}" dt="2023-02-14T12:56:28.463" v="2965" actId="20577"/>
        <pc:sldMkLst>
          <pc:docMk/>
          <pc:sldMk cId="2423880133" sldId="410"/>
        </pc:sldMkLst>
      </pc:sldChg>
      <pc:sldChg chg="modSp mod">
        <pc:chgData name="Pontus Wittenmark" userId="f735600e1fbeff6c" providerId="LiveId" clId="{05FEBBB1-B631-47B8-979C-80A19ED0A08E}" dt="2023-02-14T11:34:28.706" v="2010" actId="6549"/>
        <pc:sldMkLst>
          <pc:docMk/>
          <pc:sldMk cId="50324959" sldId="411"/>
        </pc:sldMkLst>
      </pc:sldChg>
      <pc:sldChg chg="modSp mod">
        <pc:chgData name="Pontus Wittenmark" userId="f735600e1fbeff6c" providerId="LiveId" clId="{05FEBBB1-B631-47B8-979C-80A19ED0A08E}" dt="2023-02-14T12:39:52.288" v="2575" actId="20577"/>
        <pc:sldMkLst>
          <pc:docMk/>
          <pc:sldMk cId="1189139513" sldId="412"/>
        </pc:sldMkLst>
      </pc:sldChg>
      <pc:sldChg chg="modSp mod">
        <pc:chgData name="Pontus Wittenmark" userId="f735600e1fbeff6c" providerId="LiveId" clId="{05FEBBB1-B631-47B8-979C-80A19ED0A08E}" dt="2023-02-14T11:36:22.375" v="2107" actId="20577"/>
        <pc:sldMkLst>
          <pc:docMk/>
          <pc:sldMk cId="2085930035" sldId="413"/>
        </pc:sldMkLst>
      </pc:sldChg>
      <pc:sldChg chg="modSp add mod">
        <pc:chgData name="Pontus Wittenmark" userId="f735600e1fbeff6c" providerId="LiveId" clId="{05FEBBB1-B631-47B8-979C-80A19ED0A08E}" dt="2023-02-14T13:30:57.019" v="3410" actId="20577"/>
        <pc:sldMkLst>
          <pc:docMk/>
          <pc:sldMk cId="3278797115" sldId="414"/>
        </pc:sldMkLst>
      </pc:sldChg>
      <pc:sldChg chg="addSp modSp add mod">
        <pc:chgData name="Pontus Wittenmark" userId="f735600e1fbeff6c" providerId="LiveId" clId="{05FEBBB1-B631-47B8-979C-80A19ED0A08E}" dt="2023-02-14T13:29:49.971" v="3374" actId="20577"/>
        <pc:sldMkLst>
          <pc:docMk/>
          <pc:sldMk cId="1654011926" sldId="415"/>
        </pc:sldMkLst>
      </pc:sldChg>
      <pc:sldChg chg="modSp add del mod">
        <pc:chgData name="Pontus Wittenmark" userId="f735600e1fbeff6c" providerId="LiveId" clId="{05FEBBB1-B631-47B8-979C-80A19ED0A08E}" dt="2023-02-14T11:17:57.873" v="1143" actId="47"/>
        <pc:sldMkLst>
          <pc:docMk/>
          <pc:sldMk cId="718682993" sldId="416"/>
        </pc:sldMkLst>
      </pc:sldChg>
      <pc:sldChg chg="add">
        <pc:chgData name="Pontus Wittenmark" userId="f735600e1fbeff6c" providerId="LiveId" clId="{05FEBBB1-B631-47B8-979C-80A19ED0A08E}" dt="2023-02-14T11:17:55.573" v="1142" actId="2890"/>
        <pc:sldMkLst>
          <pc:docMk/>
          <pc:sldMk cId="2186490324" sldId="417"/>
        </pc:sldMkLst>
      </pc:sldChg>
      <pc:sldChg chg="add del">
        <pc:chgData name="Pontus Wittenmark" userId="f735600e1fbeff6c" providerId="LiveId" clId="{05FEBBB1-B631-47B8-979C-80A19ED0A08E}" dt="2023-02-14T11:23:03.808" v="1456" actId="2890"/>
        <pc:sldMkLst>
          <pc:docMk/>
          <pc:sldMk cId="15629419" sldId="418"/>
        </pc:sldMkLst>
      </pc:sldChg>
      <pc:sldChg chg="modSp add mod">
        <pc:chgData name="Pontus Wittenmark" userId="f735600e1fbeff6c" providerId="LiveId" clId="{05FEBBB1-B631-47B8-979C-80A19ED0A08E}" dt="2023-02-14T12:36:57.187" v="2495" actId="20577"/>
        <pc:sldMkLst>
          <pc:docMk/>
          <pc:sldMk cId="352974217" sldId="418"/>
        </pc:sldMkLst>
      </pc:sldChg>
      <pc:sldChg chg="add del">
        <pc:chgData name="Pontus Wittenmark" userId="f735600e1fbeff6c" providerId="LiveId" clId="{05FEBBB1-B631-47B8-979C-80A19ED0A08E}" dt="2023-02-14T13:17:02.024" v="2991" actId="2890"/>
        <pc:sldMkLst>
          <pc:docMk/>
          <pc:sldMk cId="406920971" sldId="419"/>
        </pc:sldMkLst>
      </pc:sldChg>
      <pc:sldChg chg="addSp delSp modSp add mod ord">
        <pc:chgData name="Pontus Wittenmark" userId="f735600e1fbeff6c" providerId="LiveId" clId="{05FEBBB1-B631-47B8-979C-80A19ED0A08E}" dt="2023-02-14T20:08:10.102" v="3515" actId="20577"/>
        <pc:sldMkLst>
          <pc:docMk/>
          <pc:sldMk cId="2668158109" sldId="419"/>
        </pc:sldMkLst>
      </pc:sldChg>
    </pc:docChg>
  </pc:docChgLst>
  <pc:docChgLst>
    <pc:chgData name="Pontus Wittenmark" userId="f735600e1fbeff6c" providerId="LiveId" clId="{3F321023-3994-4067-9FA2-32C8DC07B270}"/>
    <pc:docChg chg="undo custSel modSld">
      <pc:chgData name="Pontus Wittenmark" userId="f735600e1fbeff6c" providerId="LiveId" clId="{3F321023-3994-4067-9FA2-32C8DC07B270}" dt="2021-09-10T11:27:46.964" v="798" actId="20577"/>
      <pc:docMkLst>
        <pc:docMk/>
      </pc:docMkLst>
      <pc:sldChg chg="modSp mod">
        <pc:chgData name="Pontus Wittenmark" userId="f735600e1fbeff6c" providerId="LiveId" clId="{3F321023-3994-4067-9FA2-32C8DC07B270}" dt="2021-09-09T12:53:54.253" v="24" actId="404"/>
        <pc:sldMkLst>
          <pc:docMk/>
          <pc:sldMk cId="3035958379" sldId="317"/>
        </pc:sldMkLst>
      </pc:sldChg>
      <pc:sldChg chg="modSp mod">
        <pc:chgData name="Pontus Wittenmark" userId="f735600e1fbeff6c" providerId="LiveId" clId="{3F321023-3994-4067-9FA2-32C8DC07B270}" dt="2021-09-09T12:52:59.027" v="19" actId="20577"/>
        <pc:sldMkLst>
          <pc:docMk/>
          <pc:sldMk cId="2607175503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3F3CD-F4DD-494E-A154-1D2DBB296ED7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92F1B-E226-4F00-ADF7-74908E2E7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1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07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702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73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553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6595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325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878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594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936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835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4292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371-546F-4628-B540-04A7090152AF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320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4000" y="1564816"/>
            <a:ext cx="9144000" cy="15513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/>
              <a:t>ASP.NET MVC</a:t>
            </a:r>
            <a:br>
              <a:rPr lang="en-US" sz="3600" b="1"/>
            </a:br>
            <a:r>
              <a:rPr lang="en-US" sz="3600"/>
              <a:t>Entity Framework Core 2</a:t>
            </a:r>
            <a:endParaRPr lang="en-US" sz="4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9E913-8663-1C73-FD27-E681A4618B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45" y="5068424"/>
            <a:ext cx="2145571" cy="1636863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F5D7F47-C732-7603-C893-5045A3BA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99" y="6222862"/>
            <a:ext cx="579451" cy="365125"/>
          </a:xfrm>
        </p:spPr>
        <p:txBody>
          <a:bodyPr/>
          <a:lstStyle/>
          <a:p>
            <a:fld id="{AB387B78-6C8D-4FF2-ADB1-68EE4449D616}" type="datetimeyyyy">
              <a:rPr lang="sv-SE" smtClean="0"/>
              <a:t>2025</a:t>
            </a:fld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95C9C-5113-755F-8468-79805A7DA751}"/>
              </a:ext>
            </a:extLst>
          </p:cNvPr>
          <p:cNvSpPr txBox="1"/>
          <p:nvPr/>
        </p:nvSpPr>
        <p:spPr>
          <a:xfrm>
            <a:off x="268374" y="6266926"/>
            <a:ext cx="1565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sv-SE" sz="1200" err="1">
                <a:solidFill>
                  <a:schemeClr val="tx1">
                    <a:tint val="75000"/>
                  </a:schemeClr>
                </a:solidFill>
              </a:rPr>
              <a:t>Warm</a:t>
            </a:r>
            <a:r>
              <a:rPr lang="sv-SE" sz="1200">
                <a:solidFill>
                  <a:schemeClr val="tx1">
                    <a:tint val="75000"/>
                  </a:schemeClr>
                </a:solidFill>
              </a:rPr>
              <a:t> Kitten 2016 -</a:t>
            </a:r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591B11F-6013-8BBC-83AC-D55A7441040D}"/>
              </a:ext>
            </a:extLst>
          </p:cNvPr>
          <p:cNvGrpSpPr/>
          <p:nvPr/>
        </p:nvGrpSpPr>
        <p:grpSpPr>
          <a:xfrm>
            <a:off x="322164" y="6036051"/>
            <a:ext cx="1835199" cy="230875"/>
            <a:chOff x="-6754745" y="5669464"/>
            <a:chExt cx="2171677" cy="2732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867227-4EE1-F5CA-5C28-88457E7CC0CC}"/>
                </a:ext>
              </a:extLst>
            </p:cNvPr>
            <p:cNvSpPr txBox="1"/>
            <p:nvPr/>
          </p:nvSpPr>
          <p:spPr>
            <a:xfrm>
              <a:off x="-6425660" y="5687724"/>
              <a:ext cx="1842592" cy="254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>
                  <a:solidFill>
                    <a:srgbClr val="37A1B7"/>
                  </a:solidFill>
                  <a:cs typeface="Segoe UI Light" panose="020B0502040204020203" pitchFamily="34" charset="0"/>
                </a:rPr>
                <a:t>@WarmKittenGames</a:t>
              </a:r>
              <a:endParaRPr lang="en-US" sz="1600">
                <a:solidFill>
                  <a:srgbClr val="37A1B7"/>
                </a:solidFill>
                <a:cs typeface="Segoe UI Light" panose="020B050204020402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D67A5F-AD7B-9177-1F98-BC608A7AD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754745" y="5669464"/>
              <a:ext cx="329085" cy="255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81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Innehåll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886700" cy="4625976"/>
          </a:xfrm>
        </p:spPr>
        <p:txBody>
          <a:bodyPr>
            <a:normAutofit/>
          </a:bodyPr>
          <a:lstStyle/>
          <a:p>
            <a:r>
              <a:rPr lang="en-US"/>
              <a:t>EFs </a:t>
            </a:r>
            <a:r>
              <a:rPr lang="en-US" err="1"/>
              <a:t>asynkrona</a:t>
            </a:r>
            <a:r>
              <a:rPr lang="en-US"/>
              <a:t> API</a:t>
            </a:r>
          </a:p>
          <a:p>
            <a:r>
              <a:rPr lang="en-US" err="1"/>
              <a:t>Laddnings-strategier</a:t>
            </a:r>
            <a:endParaRPr lang="en-US"/>
          </a:p>
          <a:p>
            <a:r>
              <a:rPr lang="en-US" err="1"/>
              <a:t>Hämta</a:t>
            </a:r>
            <a:r>
              <a:rPr lang="en-US"/>
              <a:t> data </a:t>
            </a:r>
            <a:r>
              <a:rPr lang="en-US" err="1"/>
              <a:t>utan</a:t>
            </a:r>
            <a:r>
              <a:rPr lang="en-US"/>
              <a:t> change-tracking</a:t>
            </a:r>
          </a:p>
          <a:p>
            <a:r>
              <a:rPr lang="en-US"/>
              <a:t>Shadow Properties</a:t>
            </a:r>
          </a:p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ställa</a:t>
            </a:r>
            <a:r>
              <a:rPr lang="en-US"/>
              <a:t> </a:t>
            </a:r>
            <a:r>
              <a:rPr lang="en-US" err="1"/>
              <a:t>frågor</a:t>
            </a:r>
            <a:r>
              <a:rPr lang="en-US"/>
              <a:t> </a:t>
            </a:r>
            <a:r>
              <a:rPr lang="en-US" err="1"/>
              <a:t>direkt</a:t>
            </a:r>
            <a:r>
              <a:rPr lang="en-US"/>
              <a:t> mot </a:t>
            </a:r>
            <a:r>
              <a:rPr lang="en-US" err="1"/>
              <a:t>databasen</a:t>
            </a:r>
            <a:endParaRPr lang="en-US"/>
          </a:p>
          <a:p>
            <a:r>
              <a:rPr lang="en-US"/>
              <a:t>SQL Injection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6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en-US"/>
              <a:t>EFs </a:t>
            </a:r>
            <a:r>
              <a:rPr lang="en-US" err="1"/>
              <a:t>asynkrona</a:t>
            </a:r>
            <a:r>
              <a:rPr lang="en-US"/>
              <a:t>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762" y="1853745"/>
            <a:ext cx="9350502" cy="4351338"/>
          </a:xfrm>
        </p:spPr>
        <p:txBody>
          <a:bodyPr>
            <a:normAutofit/>
          </a:bodyPr>
          <a:lstStyle/>
          <a:p>
            <a:r>
              <a:rPr lang="sv-SE" noProof="0"/>
              <a:t>EF erbjuder asynkrona överlagringar för alla metoder som kan orsaka ett anrop till databasen </a:t>
            </a:r>
          </a:p>
          <a:p>
            <a:pPr lvl="1"/>
            <a:r>
              <a:rPr lang="sv-SE" i="1"/>
              <a:t>SaveChangesAsync()</a:t>
            </a:r>
          </a:p>
          <a:p>
            <a:pPr lvl="1"/>
            <a:r>
              <a:rPr lang="sv-SE" i="1"/>
              <a:t>ToArrayAsync() </a:t>
            </a:r>
          </a:p>
          <a:p>
            <a:pPr lvl="1"/>
            <a:r>
              <a:rPr lang="sv-SE" i="1"/>
              <a:t>FindAsync()</a:t>
            </a:r>
            <a:endParaRPr lang="sv-SE"/>
          </a:p>
          <a:p>
            <a:r>
              <a:rPr lang="sv-SE" noProof="0"/>
              <a:t>Typiskt kommer dessa resultera i bättre prestanda för en tungt belammrad web-applikation</a:t>
            </a:r>
          </a:p>
          <a:p>
            <a:pPr lvl="1"/>
            <a:r>
              <a:rPr lang="sv-SE"/>
              <a:t>Detta då tråden ges tillbaka till web-serverns tråd-pool istället för att vänta in långsamma databasanrop</a:t>
            </a:r>
            <a:endParaRPr lang="sv-SE" noProof="0"/>
          </a:p>
          <a:p>
            <a:endParaRPr lang="sv-SE" noProof="0"/>
          </a:p>
          <a:p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03595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9A817-F0CB-101D-328A-411D95A32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0BBE-AF36-1748-07AD-7590D2F8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en-US" err="1"/>
              <a:t>Laddnings-strategier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4AD1-0710-A10C-5EE2-FD71D8221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93505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/>
              <a:t>Default kommer EF bara hämta den data vi ber om i vår query, men vi kan hämta mer med hjälp av ett par tekniker</a:t>
            </a:r>
          </a:p>
          <a:p>
            <a:pPr marL="0" indent="0">
              <a:buNone/>
            </a:pPr>
            <a:endParaRPr lang="sv-SE" noProof="0"/>
          </a:p>
          <a:p>
            <a:r>
              <a:rPr lang="sv-SE"/>
              <a:t>Eager Loading – hämtar relaterad data från början</a:t>
            </a:r>
          </a:p>
          <a:p>
            <a:r>
              <a:rPr lang="sv-SE"/>
              <a:t>Explicit Loading – hämta relaterad data i efterhand</a:t>
            </a:r>
          </a:p>
          <a:p>
            <a:r>
              <a:rPr lang="sv-SE"/>
              <a:t>Lazy Loading – hämta relaterad data i efterhand (implicit)</a:t>
            </a:r>
          </a:p>
          <a:p>
            <a:pPr marL="0" indent="0">
              <a:buNone/>
            </a:pPr>
            <a:endParaRPr lang="sv-SE" noProof="0"/>
          </a:p>
          <a:p>
            <a:pPr marL="0" indent="0">
              <a:buNone/>
            </a:pP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25808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83B4-FAE8-C18D-5ABF-2ED72682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8430-676E-2C4F-0CB0-67AB7D6E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en-US"/>
              <a:t>Eager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E78FD-271C-7AD3-27DC-23021164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101185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/>
              <a:t>Vill vi joina in relaterad data i vår query kan vi använda </a:t>
            </a:r>
            <a:r>
              <a:rPr lang="sv-SE" i="1" noProof="0"/>
              <a:t>eager loading</a:t>
            </a:r>
            <a:r>
              <a:rPr lang="sv-SE" noProof="0"/>
              <a:t> genom metoden </a:t>
            </a:r>
            <a:r>
              <a:rPr lang="sv-SE" i="1" noProof="0"/>
              <a:t>Include()</a:t>
            </a:r>
            <a:r>
              <a:rPr lang="sv-SE" noProof="0"/>
              <a:t>:</a:t>
            </a:r>
          </a:p>
          <a:p>
            <a:pPr marL="457200" lvl="1" indent="0">
              <a:buNone/>
            </a:pPr>
            <a:endParaRPr lang="sv-SE" noProof="0"/>
          </a:p>
          <a:p>
            <a:pPr marL="0" indent="0">
              <a:buNone/>
            </a:pPr>
            <a:endParaRPr lang="sv-SE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25BFB-4569-B4D0-D6D7-64CD49FC8886}"/>
              </a:ext>
            </a:extLst>
          </p:cNvPr>
          <p:cNvSpPr txBox="1"/>
          <p:nvPr/>
        </p:nvSpPr>
        <p:spPr>
          <a:xfrm>
            <a:off x="762762" y="3037799"/>
            <a:ext cx="1034719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 </a:t>
            </a:r>
            <a:r>
              <a:rPr lang="en-US" sz="1400" err="1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</a:t>
            </a:r>
            <a: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endParaRPr lang="sv-SE" sz="1400">
              <a:solidFill>
                <a:schemeClr val="bg2">
                  <a:lumMod val="7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Hämta alla kunder (inklusive deras ordrar)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customersWithOrders = </a:t>
            </a:r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context.Customers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Include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c.Orders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ToArrayAsync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Hämta alla kunder (inklusive deras </a:t>
            </a:r>
            <a:r>
              <a:rPr lang="sv-SE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ordrar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och deras respektive order-rader)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customersWithOrders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context.Customers</a:t>
            </a:r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Include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c.Orders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ThenInclude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(o =&gt;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o.OrderItems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ToArrayAsync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sv-SE" sz="1400"/>
          </a:p>
        </p:txBody>
      </p:sp>
    </p:spTree>
    <p:extLst>
      <p:ext uri="{BB962C8B-B14F-4D97-AF65-F5344CB8AC3E}">
        <p14:creationId xmlns:p14="http://schemas.microsoft.com/office/powerpoint/2010/main" val="200491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4E32-D371-47F4-2570-F6A43588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559B-D263-2437-A44B-EE19BF22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en-US"/>
              <a:t>Explicit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E314-5451-5601-5539-F08B7F123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956995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/>
              <a:t>Om vi från början inte vet huruvida vi behöver kundens ordrar kan vi hämta dem on-demand (i en separat query) via Explicit Loading:</a:t>
            </a:r>
          </a:p>
          <a:p>
            <a:pPr marL="457200" lvl="1" indent="0">
              <a:buNone/>
            </a:pPr>
            <a:endParaRPr lang="sv-SE" noProof="0"/>
          </a:p>
          <a:p>
            <a:pPr marL="0" indent="0">
              <a:buNone/>
            </a:pPr>
            <a:endParaRPr lang="sv-SE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D1BAE-18C3-FB49-CDAA-D678BCE5B350}"/>
              </a:ext>
            </a:extLst>
          </p:cNvPr>
          <p:cNvSpPr txBox="1"/>
          <p:nvPr/>
        </p:nvSpPr>
        <p:spPr>
          <a:xfrm>
            <a:off x="762762" y="3275543"/>
            <a:ext cx="101643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 </a:t>
            </a:r>
            <a:r>
              <a:rPr lang="en-US" sz="1400" err="1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</a:t>
            </a:r>
            <a:r>
              <a:rPr lang="en-US" sz="1400">
                <a:solidFill>
                  <a:schemeClr val="bg2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sv-SE" sz="140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Hämta en kund (utan dess ordrar)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 =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await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context.Customers.FindAsync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Om vi sedan behöver kundens </a:t>
            </a:r>
            <a:r>
              <a:rPr lang="sv-SE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ordrarna</a:t>
            </a:r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kan vi hämta dem explicit</a:t>
            </a:r>
          </a:p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context.Entry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(customer)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.Collection(o =&gt;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o.Orders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LoadAsync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orderCount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customer.Orders.Count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sv-SE" sz="800"/>
          </a:p>
        </p:txBody>
      </p:sp>
    </p:spTree>
    <p:extLst>
      <p:ext uri="{BB962C8B-B14F-4D97-AF65-F5344CB8AC3E}">
        <p14:creationId xmlns:p14="http://schemas.microsoft.com/office/powerpoint/2010/main" val="383433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BBFA-1DD1-0CB4-383F-A56577D2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1433-3F2A-9829-B89A-FE08C036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en-US"/>
              <a:t>Lazy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0527-44EF-8DFC-3AE9-106F942AE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10164318" cy="4351338"/>
          </a:xfrm>
        </p:spPr>
        <p:txBody>
          <a:bodyPr>
            <a:normAutofit/>
          </a:bodyPr>
          <a:lstStyle/>
          <a:p>
            <a:r>
              <a:rPr lang="sv-SE" noProof="0"/>
              <a:t>Lazy loading innebär att relaterade tabeller kommer hämtas implicit då vi ber om dem</a:t>
            </a:r>
            <a:endParaRPr lang="sv-SE"/>
          </a:p>
          <a:p>
            <a:r>
              <a:rPr lang="sv-SE"/>
              <a:t>EF Core har stöd för Lazy Loading men kräver externa NuGet-paket och extra konfiguration</a:t>
            </a:r>
          </a:p>
          <a:p>
            <a:r>
              <a:rPr lang="sv-SE" noProof="0"/>
              <a:t>Best practices är att </a:t>
            </a:r>
            <a:r>
              <a:rPr lang="sv-SE" u="sng" noProof="0"/>
              <a:t>undvika</a:t>
            </a:r>
            <a:r>
              <a:rPr lang="sv-SE" noProof="0"/>
              <a:t> Lazy Loading då det lätt leder till prestanda-problem som är svåra att hitta i efterhand</a:t>
            </a:r>
          </a:p>
          <a:p>
            <a:pPr lvl="1"/>
            <a:endParaRPr lang="sv-SE" noProof="0"/>
          </a:p>
          <a:p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682308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9F6AF-B6AC-9F86-A363-D552EC55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4D8C-04F0-B036-B6DD-AFEDC467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9441942" cy="1325563"/>
          </a:xfrm>
        </p:spPr>
        <p:txBody>
          <a:bodyPr/>
          <a:lstStyle/>
          <a:p>
            <a:r>
              <a:rPr lang="en-US" err="1"/>
              <a:t>Hämta</a:t>
            </a:r>
            <a:r>
              <a:rPr lang="en-US"/>
              <a:t> data </a:t>
            </a:r>
            <a:r>
              <a:rPr lang="en-US" err="1"/>
              <a:t>utan</a:t>
            </a:r>
            <a:r>
              <a:rPr lang="en-US"/>
              <a:t> change-tracking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0830-217E-8534-72C9-46EDB46F3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101643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/>
              <a:t>Om datan hämtas bara för att visas och inte behöver uppdateras, får vi bättre prestanda om vi ber context-klassen att inte bedriva change-tracking med hjälp av metoden </a:t>
            </a:r>
            <a:r>
              <a:rPr lang="sv-SE" i="1" noProof="0"/>
              <a:t>AsNoTracking()</a:t>
            </a:r>
            <a:r>
              <a:rPr lang="sv-SE" noProof="0"/>
              <a:t>:</a:t>
            </a:r>
          </a:p>
          <a:p>
            <a:endParaRPr lang="sv-SE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9DE9D-6F4A-C86B-0355-4FAA9ECC9038}"/>
              </a:ext>
            </a:extLst>
          </p:cNvPr>
          <p:cNvSpPr txBox="1"/>
          <p:nvPr/>
        </p:nvSpPr>
        <p:spPr>
          <a:xfrm>
            <a:off x="762762" y="3317373"/>
            <a:ext cx="884910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Undviker change tracking av våra kunder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=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await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context.Customers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AsNoTracking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ToArrayAsync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Om vi trots allt vill uppdatera en av kunderna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 =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customers.First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customer.City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Göteborg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Aktivera change tracking och markera kunden som uppdaterad</a:t>
            </a:r>
            <a:endParaRPr lang="sv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context.Customers.Update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(customer);</a:t>
            </a:r>
          </a:p>
          <a:p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context.Entry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(customer).State = 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EntityState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.Modified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await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context.SaveChangesAsync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SE" sz="1400"/>
          </a:p>
        </p:txBody>
      </p:sp>
    </p:spTree>
    <p:extLst>
      <p:ext uri="{BB962C8B-B14F-4D97-AF65-F5344CB8AC3E}">
        <p14:creationId xmlns:p14="http://schemas.microsoft.com/office/powerpoint/2010/main" val="128535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EE65B-AE1C-2103-E54C-3C684CEE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BF88-1E01-C0D9-1C92-22F01F228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9441942" cy="1325563"/>
          </a:xfrm>
        </p:spPr>
        <p:txBody>
          <a:bodyPr/>
          <a:lstStyle/>
          <a:p>
            <a:r>
              <a:rPr lang="en-US"/>
              <a:t>Shadow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3FA7-8823-F44D-B886-BEE325A89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5135118" cy="4351338"/>
          </a:xfrm>
        </p:spPr>
        <p:txBody>
          <a:bodyPr>
            <a:normAutofit/>
          </a:bodyPr>
          <a:lstStyle/>
          <a:p>
            <a:r>
              <a:rPr lang="sv-SE" noProof="0"/>
              <a:t>En Shadow Property är en property som inte finns i </a:t>
            </a:r>
            <a:r>
              <a:rPr lang="sv-SE" noProof="0" err="1"/>
              <a:t>entity</a:t>
            </a:r>
            <a:r>
              <a:rPr lang="sv-SE" noProof="0"/>
              <a:t>-klassen, men som ändå ska finnas i databasen</a:t>
            </a:r>
          </a:p>
          <a:p>
            <a:r>
              <a:rPr lang="sv-SE"/>
              <a:t>Ett exempel är </a:t>
            </a:r>
            <a:r>
              <a:rPr lang="sv-SE" i="1"/>
              <a:t>Temporal Tables</a:t>
            </a:r>
          </a:p>
          <a:p>
            <a:pPr lvl="1"/>
            <a:r>
              <a:rPr lang="sv-SE" noProof="0"/>
              <a:t>En feature i S</a:t>
            </a:r>
            <a:r>
              <a:rPr lang="sv-SE"/>
              <a:t>QL Server som låter oss spara historik över förändringar</a:t>
            </a:r>
          </a:p>
          <a:p>
            <a:pPr lvl="1"/>
            <a:r>
              <a:rPr lang="sv-SE" noProof="0"/>
              <a:t>Lägger på två kolumner på tabellen som vi inte behöver i vår klass: </a:t>
            </a:r>
            <a:r>
              <a:rPr lang="sv-SE" i="1" noProof="0" err="1"/>
              <a:t>ValidFrom</a:t>
            </a:r>
            <a:r>
              <a:rPr lang="sv-SE" i="1" noProof="0"/>
              <a:t>, </a:t>
            </a:r>
            <a:r>
              <a:rPr lang="sv-SE" i="1" noProof="0" err="1"/>
              <a:t>ValidTo</a:t>
            </a:r>
            <a:endParaRPr lang="sv-SE" i="1" noProof="0"/>
          </a:p>
          <a:p>
            <a:endParaRPr lang="sv-SE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4A661-98BC-BDDC-5E3C-3D7010B5F82C}"/>
              </a:ext>
            </a:extLst>
          </p:cNvPr>
          <p:cNvSpPr txBox="1"/>
          <p:nvPr/>
        </p:nvSpPr>
        <p:spPr>
          <a:xfrm>
            <a:off x="6294122" y="1047323"/>
            <a:ext cx="60944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PriceTotal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SE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AF42E-F3F0-7C45-1342-6400775C09E5}"/>
              </a:ext>
            </a:extLst>
          </p:cNvPr>
          <p:cNvSpPr txBox="1"/>
          <p:nvPr/>
        </p:nvSpPr>
        <p:spPr>
          <a:xfrm>
            <a:off x="6294122" y="2455598"/>
            <a:ext cx="570280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modelBuilder.Entity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&gt;(builder =&gt;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//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Aktivera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temporal </a:t>
            </a:r>
            <a:r>
              <a:rPr lang="en-US" sz="140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tabels</a:t>
            </a:r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builder.ToTable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"Orders"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o =&gt;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o.IsTemporal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(t =&gt; 	{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t.HasPeriodStart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ValidFrom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t.HasPeriodEnd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ValidTo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t.UseHistoryTable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OrdersHistory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}));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Shadow properties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builder.Property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ValidFrom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HasColumnName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ValidFrom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ValueGeneratedOnAddOrUpdate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SE" sz="140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builder.Property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ValidTo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HasColumnName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ValidTo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en-US" sz="140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ValueGeneratedOnAddOrUpdate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SE" sz="14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en-SE" sz="1400"/>
          </a:p>
        </p:txBody>
      </p:sp>
    </p:spTree>
    <p:extLst>
      <p:ext uri="{BB962C8B-B14F-4D97-AF65-F5344CB8AC3E}">
        <p14:creationId xmlns:p14="http://schemas.microsoft.com/office/powerpoint/2010/main" val="419261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8E704-E75B-1D32-716D-A09C8106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355E-D171-3FEA-0FBA-268812D2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9972294" cy="1325563"/>
          </a:xfrm>
        </p:spPr>
        <p:txBody>
          <a:bodyPr/>
          <a:lstStyle/>
          <a:p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ställa</a:t>
            </a:r>
            <a:r>
              <a:rPr lang="en-US"/>
              <a:t> </a:t>
            </a:r>
            <a:r>
              <a:rPr lang="en-US" err="1"/>
              <a:t>frågor</a:t>
            </a:r>
            <a:r>
              <a:rPr lang="en-US"/>
              <a:t> </a:t>
            </a:r>
            <a:r>
              <a:rPr lang="en-US" err="1"/>
              <a:t>direkt</a:t>
            </a:r>
            <a:r>
              <a:rPr lang="en-US"/>
              <a:t> mot </a:t>
            </a:r>
            <a:r>
              <a:rPr lang="en-US" err="1"/>
              <a:t>databasen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A2840-0AB9-EA78-2943-14203F885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106664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/>
              <a:t>Man kan (vid presetandaproblem) exekvera ”rå” SQL (eller Stored Procedures) direkt mot databasen:</a:t>
            </a:r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r>
              <a:rPr lang="sv-SE" noProof="0"/>
              <a:t>Metoden </a:t>
            </a:r>
            <a:r>
              <a:rPr lang="sv-SE" i="1" noProof="0"/>
              <a:t>ExecuteSqlInterpolated()</a:t>
            </a:r>
            <a:r>
              <a:rPr lang="sv-SE" noProof="0"/>
              <a:t> undviker risken för SQL </a:t>
            </a:r>
            <a:r>
              <a:rPr lang="sv-SE" noProof="0" err="1"/>
              <a:t>Injection</a:t>
            </a:r>
            <a:r>
              <a:rPr lang="sv-SE" noProof="0"/>
              <a:t> genom att skapa en </a:t>
            </a:r>
            <a:r>
              <a:rPr lang="sv-SE" i="1" noProof="0" err="1"/>
              <a:t>FormattableString</a:t>
            </a:r>
            <a:endParaRPr lang="sv-SE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B22D-A69D-BDCA-9216-C7590456AC6F}"/>
              </a:ext>
            </a:extLst>
          </p:cNvPr>
          <p:cNvSpPr txBox="1"/>
          <p:nvPr/>
        </p:nvSpPr>
        <p:spPr>
          <a:xfrm>
            <a:off x="762762" y="2980944"/>
            <a:ext cx="10072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// Uppdatera samtliga kunders stad till Stockholm</a:t>
            </a:r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context.Database.ExecuteSqlInterpolatedAsync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$"UPDATE Customers SET City = 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{city}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676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A929-6BA3-DE03-8E28-507A66A9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89F5-BC57-DE1A-0B02-BE4B0254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sv-SE"/>
              <a:t>SQL </a:t>
            </a:r>
            <a:r>
              <a:rPr lang="sv-SE" err="1"/>
              <a:t>Injection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81C77-7E2E-3335-A686-3DBDEBBB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101643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/>
              <a:t>Exempel</a:t>
            </a:r>
          </a:p>
          <a:p>
            <a:pPr marL="514350" indent="-514350">
              <a:buFont typeface="+mj-lt"/>
              <a:buAutoNum type="arabicPeriod"/>
            </a:pPr>
            <a:r>
              <a:rPr lang="sv-SE"/>
              <a:t>Istället för ”vanlig” text, skriver en användare in SQL i en </a:t>
            </a:r>
            <a:r>
              <a:rPr lang="sv-SE" err="1"/>
              <a:t>textbox</a:t>
            </a:r>
            <a:r>
              <a:rPr lang="sv-SE"/>
              <a:t> på en site</a:t>
            </a:r>
          </a:p>
          <a:p>
            <a:pPr marL="514350" indent="-514350">
              <a:buFont typeface="+mj-lt"/>
              <a:buAutoNum type="arabicPeriod"/>
            </a:pPr>
            <a:r>
              <a:rPr lang="sv-SE"/>
              <a:t>Siten bygger ihop en SQL sträng baserat på innehållet i textboxen. Användarens SQL exekveras nu på servern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AD80D-596E-DC33-8BC9-F2774F6A415D}"/>
              </a:ext>
            </a:extLst>
          </p:cNvPr>
          <p:cNvSpPr txBox="1"/>
          <p:nvPr/>
        </p:nvSpPr>
        <p:spPr>
          <a:xfrm>
            <a:off x="925565" y="4441071"/>
            <a:ext cx="105036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txtUsername.Text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// "</a:t>
            </a:r>
            <a:r>
              <a:rPr lang="sv-SE" sz="1400" err="1">
                <a:solidFill>
                  <a:srgbClr val="008000"/>
                </a:solidFill>
                <a:latin typeface="Cascadia Mono" panose="020B0609020000020004" pitchFamily="49" charset="0"/>
              </a:rPr>
              <a:t>user</a:t>
            </a:r>
            <a:r>
              <a:rPr lang="sv-SE" sz="1400">
                <a:solidFill>
                  <a:srgbClr val="008000"/>
                </a:solidFill>
                <a:latin typeface="Cascadia Mono" panose="020B0609020000020004" pitchFamily="49" charset="0"/>
              </a:rPr>
              <a:t>"</a:t>
            </a:r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password = </a:t>
            </a:r>
            <a:r>
              <a:rPr lang="en-US" sz="1400" err="1">
                <a:solidFill>
                  <a:srgbClr val="000000"/>
                </a:solidFill>
                <a:latin typeface="Cascadia Mono" panose="020B0609020000020004" pitchFamily="49" charset="0"/>
              </a:rPr>
              <a:t>txtPassword.Text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 "' GO DROP TABLE Users GO SELECT '"</a:t>
            </a: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sv-SE" sz="14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4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sql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$"SELECT * FROM </a:t>
            </a:r>
            <a:r>
              <a:rPr lang="sv-SE" sz="1400" err="1">
                <a:solidFill>
                  <a:srgbClr val="A31515"/>
                </a:solidFill>
                <a:latin typeface="Cascadia Mono" panose="020B0609020000020004" pitchFamily="49" charset="0"/>
              </a:rPr>
              <a:t>Users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 WHERE </a:t>
            </a:r>
            <a:r>
              <a:rPr lang="sv-SE" sz="1400" err="1">
                <a:solidFill>
                  <a:srgbClr val="A31515"/>
                </a:solidFill>
                <a:latin typeface="Cascadia Mono" panose="020B0609020000020004" pitchFamily="49" charset="0"/>
              </a:rPr>
              <a:t>Username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 = '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username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' AND </a:t>
            </a:r>
            <a:r>
              <a:rPr lang="sv-SE" sz="1400" err="1">
                <a:solidFill>
                  <a:srgbClr val="A31515"/>
                </a:solidFill>
                <a:latin typeface="Cascadia Mono" panose="020B0609020000020004" pitchFamily="49" charset="0"/>
              </a:rPr>
              <a:t>Password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 = '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sv-SE" sz="1400" err="1">
                <a:solidFill>
                  <a:srgbClr val="000000"/>
                </a:solidFill>
                <a:latin typeface="Cascadia Mono" panose="020B0609020000020004" pitchFamily="49" charset="0"/>
              </a:rPr>
              <a:t>password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sv-SE" sz="1400">
                <a:solidFill>
                  <a:srgbClr val="A31515"/>
                </a:solidFill>
                <a:latin typeface="Cascadia Mono" panose="020B0609020000020004" pitchFamily="49" charset="0"/>
              </a:rPr>
              <a:t>'"</a:t>
            </a:r>
            <a:r>
              <a:rPr lang="sv-SE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// SELECT * FROM Users WHERE Username = 'user' AND Password = '' GO DROP TABLE Users GO SELECT ''</a:t>
            </a:r>
            <a:endParaRPr lang="en-US" sz="140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2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91DD-FEE3-886D-1976-99BF60C5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23AB-943D-0126-63E8-DD5BEE91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62" y="432084"/>
            <a:ext cx="7886700" cy="1325563"/>
          </a:xfrm>
        </p:spPr>
        <p:txBody>
          <a:bodyPr/>
          <a:lstStyle/>
          <a:p>
            <a:r>
              <a:rPr lang="sv-SE"/>
              <a:t>SQL </a:t>
            </a:r>
            <a:r>
              <a:rPr lang="sv-SE" err="1"/>
              <a:t>Injection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C921-B4EF-9AC6-BF00-574162ED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62" y="1853745"/>
            <a:ext cx="101643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/>
              <a:t>Lösning</a:t>
            </a:r>
            <a:endParaRPr lang="sv-SE"/>
          </a:p>
          <a:p>
            <a:r>
              <a:rPr lang="sv-SE"/>
              <a:t>ADO.NET</a:t>
            </a:r>
          </a:p>
          <a:p>
            <a:pPr lvl="1"/>
            <a:r>
              <a:rPr lang="sv-SE"/>
              <a:t>Använd </a:t>
            </a:r>
            <a:r>
              <a:rPr lang="sv-SE" i="1" err="1"/>
              <a:t>SqlParameter</a:t>
            </a:r>
            <a:r>
              <a:rPr lang="sv-SE"/>
              <a:t> istället för att interpolera SQL-strängar direkt</a:t>
            </a:r>
          </a:p>
          <a:p>
            <a:pPr lvl="1"/>
            <a:r>
              <a:rPr lang="sv-SE"/>
              <a:t>Valideringen görs automatiskt om man anropar </a:t>
            </a:r>
            <a:r>
              <a:rPr lang="sv-SE" err="1"/>
              <a:t>Stored</a:t>
            </a:r>
            <a:r>
              <a:rPr lang="sv-SE"/>
              <a:t> </a:t>
            </a:r>
            <a:r>
              <a:rPr lang="sv-SE" err="1"/>
              <a:t>Procedures</a:t>
            </a:r>
            <a:endParaRPr lang="sv-SE"/>
          </a:p>
          <a:p>
            <a:r>
              <a:rPr lang="sv-SE" err="1"/>
              <a:t>Entity</a:t>
            </a:r>
            <a:r>
              <a:rPr lang="sv-SE"/>
              <a:t> </a:t>
            </a:r>
            <a:r>
              <a:rPr lang="sv-SE" err="1"/>
              <a:t>Framework</a:t>
            </a:r>
            <a:endParaRPr lang="sv-SE"/>
          </a:p>
          <a:p>
            <a:pPr lvl="1"/>
            <a:r>
              <a:rPr lang="sv-SE"/>
              <a:t>LINQ To </a:t>
            </a:r>
            <a:r>
              <a:rPr lang="sv-SE" err="1"/>
              <a:t>Entities</a:t>
            </a:r>
            <a:r>
              <a:rPr lang="sv-SE"/>
              <a:t>-frågor ställda tar hand om detta automatiskt</a:t>
            </a:r>
          </a:p>
          <a:p>
            <a:pPr lvl="1"/>
            <a:r>
              <a:rPr lang="sv-SE"/>
              <a:t>Använd </a:t>
            </a:r>
            <a:r>
              <a:rPr lang="sv-SE" i="1" err="1"/>
              <a:t>ExecuteSqlInterpolatedAsync</a:t>
            </a:r>
            <a:r>
              <a:rPr lang="sv-SE" i="1"/>
              <a:t>()</a:t>
            </a:r>
            <a:r>
              <a:rPr lang="sv-SE"/>
              <a:t> om du ställer ”direkta” frågor</a:t>
            </a:r>
          </a:p>
          <a:p>
            <a:endParaRPr lang="sv-SE"/>
          </a:p>
          <a:p>
            <a:endParaRPr lang="sv-SE"/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283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457"/>
            <a:ext cx="920115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noProof="0"/>
              <a:t>EFs asynkrona API</a:t>
            </a:r>
          </a:p>
          <a:p>
            <a:pPr marL="971550" lvl="1" indent="-514350">
              <a:buFont typeface="+mj-lt"/>
              <a:buAutoNum type="alphaLcParenR"/>
            </a:pPr>
            <a:r>
              <a:rPr lang="sv-SE" noProof="0"/>
              <a:t>Varför är det generellt bättre att anropa detta API (snarare än det synkrona)</a:t>
            </a:r>
            <a:r>
              <a:rPr lang="sv-SE"/>
              <a:t>?</a:t>
            </a:r>
            <a:endParaRPr lang="sv-SE" noProof="0"/>
          </a:p>
          <a:p>
            <a:pPr marL="971550" lvl="1" indent="-514350">
              <a:buFont typeface="+mj-lt"/>
              <a:buAutoNum type="alphaLcParenR"/>
            </a:pPr>
            <a:r>
              <a:rPr lang="sv-SE"/>
              <a:t>V</a:t>
            </a:r>
            <a:r>
              <a:rPr lang="sv-SE" noProof="0"/>
              <a:t>ilka implikationer får det på vår kod som ska anropa en metod som anropar detta API?</a:t>
            </a:r>
          </a:p>
          <a:p>
            <a:pPr marL="514350" indent="-514350">
              <a:buFont typeface="+mj-lt"/>
              <a:buAutoNum type="arabicPeriod"/>
            </a:pPr>
            <a:r>
              <a:rPr lang="sv-SE" noProof="0"/>
              <a:t>Hur gör vi för att hämta t.ex. alla kunder inkl. deras </a:t>
            </a:r>
            <a:r>
              <a:rPr lang="sv-SE" noProof="0" err="1"/>
              <a:t>ordrar</a:t>
            </a:r>
            <a:r>
              <a:rPr lang="sv-SE" noProof="0"/>
              <a:t> i ett och samma databasanrop?</a:t>
            </a:r>
          </a:p>
          <a:p>
            <a:pPr marL="514350" indent="-514350">
              <a:buFont typeface="+mj-lt"/>
              <a:buAutoNum type="arabicPeriod"/>
            </a:pPr>
            <a:r>
              <a:rPr lang="sv-SE" noProof="0"/>
              <a:t>Vad blir effekten av </a:t>
            </a:r>
            <a:r>
              <a:rPr lang="sv-SE" i="1" noProof="0" err="1"/>
              <a:t>AsNoTracking</a:t>
            </a:r>
            <a:r>
              <a:rPr lang="sv-SE" i="1" noProof="0"/>
              <a:t>()</a:t>
            </a:r>
            <a:r>
              <a:rPr lang="sv-SE" noProof="0"/>
              <a:t> då vi hämtar något från kontext-klassen?</a:t>
            </a:r>
          </a:p>
          <a:p>
            <a:pPr marL="514350" indent="-514350">
              <a:buFont typeface="+mj-lt"/>
              <a:buAutoNum type="arabicPeriod"/>
            </a:pPr>
            <a:r>
              <a:rPr lang="sv-SE"/>
              <a:t>I vilka lägen riskerar vi att utsättas för SQL </a:t>
            </a:r>
            <a:r>
              <a:rPr lang="sv-SE" err="1"/>
              <a:t>Injection</a:t>
            </a:r>
            <a:r>
              <a:rPr lang="sv-SE"/>
              <a:t>?</a:t>
            </a:r>
            <a:endParaRPr lang="sv-SE" noProof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100" y="5267205"/>
            <a:ext cx="1527850" cy="159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2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832" y="196249"/>
            <a:ext cx="10725911" cy="1325563"/>
          </a:xfrm>
        </p:spPr>
        <p:txBody>
          <a:bodyPr>
            <a:normAutofit/>
          </a:bodyPr>
          <a:lstStyle/>
          <a:p>
            <a:r>
              <a:rPr lang="en-US" sz="4000" err="1"/>
              <a:t>Grupparbete</a:t>
            </a:r>
            <a:r>
              <a:rPr lang="en-US" sz="4000"/>
              <a:t>: Entity Framework Core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832" y="1417037"/>
            <a:ext cx="10241280" cy="50618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v-SE" sz="1700" dirty="0"/>
              <a:t>Uppdatera senaste grupparbetet:</a:t>
            </a:r>
            <a:br>
              <a:rPr lang="sv-SE" sz="1300" dirty="0"/>
            </a:br>
            <a:endParaRPr lang="sv-SE" sz="1300" dirty="0"/>
          </a:p>
          <a:p>
            <a:pPr marL="342900" indent="-342900">
              <a:buFont typeface="+mj-lt"/>
              <a:buAutoNum type="arabicPeriod"/>
            </a:pPr>
            <a:r>
              <a:rPr lang="sv-SE" sz="1700" dirty="0"/>
              <a:t>Ersätt alla synkrona anrop till EF med asynkrona anrop (t.ex.</a:t>
            </a:r>
            <a:r>
              <a:rPr lang="sv-SE" sz="1700" i="1" dirty="0"/>
              <a:t> </a:t>
            </a:r>
            <a:r>
              <a:rPr lang="sv-SE" sz="1700" i="1" dirty="0" err="1"/>
              <a:t>SaveChanges</a:t>
            </a:r>
            <a:r>
              <a:rPr lang="sv-SE" sz="1700" i="1" dirty="0"/>
              <a:t>()</a:t>
            </a:r>
            <a:r>
              <a:rPr lang="sv-SE" sz="1700" dirty="0"/>
              <a:t> -&gt; </a:t>
            </a:r>
            <a:r>
              <a:rPr lang="sv-SE" sz="1700" i="1" dirty="0" err="1"/>
              <a:t>SaveChangesAsync</a:t>
            </a:r>
            <a:r>
              <a:rPr lang="sv-SE" sz="1700" i="1" dirty="0"/>
              <a:t>()</a:t>
            </a:r>
            <a:r>
              <a:rPr lang="sv-SE" sz="17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700" dirty="0"/>
              <a:t>Lägg till en ny </a:t>
            </a:r>
            <a:r>
              <a:rPr lang="sv-SE" sz="1700" dirty="0" err="1"/>
              <a:t>entitiet</a:t>
            </a:r>
            <a:r>
              <a:rPr lang="sv-SE" sz="1700" dirty="0"/>
              <a:t> (</a:t>
            </a:r>
            <a:r>
              <a:rPr lang="sv-SE" sz="1700" i="1" dirty="0"/>
              <a:t>Company</a:t>
            </a:r>
            <a:r>
              <a:rPr lang="sv-SE" sz="1700" dirty="0"/>
              <a:t>) som representerar ett företag där anställda kan arbeta (ett företag ska alltså kunna ha flera anställda)</a:t>
            </a:r>
            <a:br>
              <a:rPr lang="sv-SE" sz="1700" dirty="0"/>
            </a:br>
            <a:br>
              <a:rPr lang="sv-SE" sz="1700" dirty="0"/>
            </a:br>
            <a:r>
              <a:rPr lang="sv-SE" sz="1700" dirty="0"/>
              <a:t>Markera </a:t>
            </a:r>
            <a:r>
              <a:rPr lang="sv-SE" sz="1700" i="1" dirty="0" err="1"/>
              <a:t>CompanyId</a:t>
            </a:r>
            <a:r>
              <a:rPr lang="sv-SE" sz="1700" dirty="0" err="1"/>
              <a:t>-propertyn</a:t>
            </a:r>
            <a:r>
              <a:rPr lang="sv-SE" sz="1700" dirty="0"/>
              <a:t> och Company-</a:t>
            </a:r>
            <a:r>
              <a:rPr lang="sv-SE" sz="1700" dirty="0" err="1"/>
              <a:t>propertyn</a:t>
            </a:r>
            <a:r>
              <a:rPr lang="sv-SE" sz="1700" dirty="0"/>
              <a:t> i </a:t>
            </a:r>
            <a:r>
              <a:rPr lang="sv-SE" sz="1700" i="1" dirty="0" err="1"/>
              <a:t>Employee</a:t>
            </a:r>
            <a:r>
              <a:rPr lang="sv-SE" sz="1700" dirty="0"/>
              <a:t> som </a:t>
            </a:r>
            <a:r>
              <a:rPr lang="sv-SE" sz="1700" dirty="0" err="1"/>
              <a:t>nullable</a:t>
            </a:r>
            <a:r>
              <a:rPr lang="sv-SE" sz="1700" dirty="0"/>
              <a:t> </a:t>
            </a:r>
            <a:r>
              <a:rPr lang="sv-SE" sz="1700" i="1" dirty="0"/>
              <a:t>– </a:t>
            </a:r>
            <a:r>
              <a:rPr lang="sv-SE" sz="1700" dirty="0"/>
              <a:t>detta talar om för EF att en anställd </a:t>
            </a:r>
            <a:r>
              <a:rPr lang="sv-SE" sz="1700" i="1" dirty="0"/>
              <a:t>får </a:t>
            </a:r>
            <a:r>
              <a:rPr lang="sv-SE" sz="1700" dirty="0"/>
              <a:t>vara kopplad till ett företag (men inte måste) vilket är praktiskt eftersom vi redan har anställda </a:t>
            </a:r>
            <a:r>
              <a:rPr lang="sv-SE" sz="1700"/>
              <a:t>utan företag i databasen</a:t>
            </a:r>
            <a:br>
              <a:rPr lang="sv-SE" sz="1700" dirty="0"/>
            </a:br>
            <a:br>
              <a:rPr lang="sv-SE" sz="1700" dirty="0"/>
            </a:br>
            <a:r>
              <a:rPr lang="sv-SE" sz="1700" dirty="0"/>
              <a:t>Kör en </a:t>
            </a:r>
            <a:r>
              <a:rPr lang="sv-SE" sz="1700" i="1" dirty="0" err="1"/>
              <a:t>Add</a:t>
            </a:r>
            <a:r>
              <a:rPr lang="sv-SE" sz="1700" i="1" dirty="0"/>
              <a:t>-Migration </a:t>
            </a:r>
            <a:r>
              <a:rPr lang="sv-SE" sz="1700" dirty="0"/>
              <a:t>för att skapa en C#-fil i </a:t>
            </a:r>
            <a:r>
              <a:rPr lang="sv-SE" sz="1700" i="1" dirty="0"/>
              <a:t>Migrations</a:t>
            </a:r>
            <a:r>
              <a:rPr lang="sv-SE" sz="1700" dirty="0"/>
              <a:t>-mappen</a:t>
            </a:r>
            <a:br>
              <a:rPr lang="sv-SE" sz="1700" dirty="0"/>
            </a:br>
            <a:r>
              <a:rPr lang="sv-SE" sz="1700" dirty="0"/>
              <a:t>Kör en </a:t>
            </a:r>
            <a:r>
              <a:rPr lang="sv-SE" sz="1700" i="1" dirty="0" err="1"/>
              <a:t>Update-Database</a:t>
            </a:r>
            <a:r>
              <a:rPr lang="sv-SE" sz="1700" dirty="0"/>
              <a:t> för att persistera förändringen till databasen</a:t>
            </a:r>
            <a:endParaRPr lang="sv-SE" sz="1700" i="1" dirty="0"/>
          </a:p>
          <a:p>
            <a:pPr marL="342900" indent="-342900">
              <a:buFont typeface="+mj-lt"/>
              <a:buAutoNum type="arabicPeriod"/>
            </a:pPr>
            <a:r>
              <a:rPr lang="sv-SE" sz="1700" dirty="0"/>
              <a:t>Lägg till ett par företag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300" dirty="0"/>
              <a:t>Högerklicka på </a:t>
            </a:r>
            <a:r>
              <a:rPr lang="sv-SE" sz="1300" i="1" dirty="0" err="1"/>
              <a:t>Companies</a:t>
            </a:r>
            <a:r>
              <a:rPr lang="sv-SE" sz="1300" dirty="0"/>
              <a:t>-tabellen i </a:t>
            </a:r>
            <a:r>
              <a:rPr lang="sv-SE" sz="1300" i="1" dirty="0"/>
              <a:t>SQL Server </a:t>
            </a:r>
            <a:r>
              <a:rPr lang="sv-SE" sz="1300" i="1" dirty="0" err="1"/>
              <a:t>Object</a:t>
            </a:r>
            <a:r>
              <a:rPr lang="sv-SE" sz="1300" i="1" dirty="0"/>
              <a:t> Explorer</a:t>
            </a:r>
            <a:r>
              <a:rPr lang="sv-SE" sz="1300" dirty="0"/>
              <a:t> och välj </a:t>
            </a:r>
            <a:r>
              <a:rPr lang="sv-SE" sz="1300" i="1" dirty="0" err="1"/>
              <a:t>View</a:t>
            </a:r>
            <a:r>
              <a:rPr lang="sv-SE" sz="1300" i="1" dirty="0"/>
              <a:t> Data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300" dirty="0"/>
              <a:t>Lägg manuellt till ett par företag och notera deras </a:t>
            </a:r>
            <a:r>
              <a:rPr lang="sv-SE" sz="1300" dirty="0" err="1"/>
              <a:t>IDn</a:t>
            </a:r>
            <a:endParaRPr lang="sv-SE" sz="1300" i="1" dirty="0"/>
          </a:p>
          <a:p>
            <a:pPr marL="342900" indent="-342900">
              <a:buFont typeface="+mj-lt"/>
              <a:buAutoNum type="arabicPeriod"/>
            </a:pPr>
            <a:r>
              <a:rPr lang="sv-SE" sz="1700" dirty="0"/>
              <a:t>Koppla ihop anställda med företag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300" dirty="0"/>
              <a:t>Högerklicka på </a:t>
            </a:r>
            <a:r>
              <a:rPr lang="sv-SE" sz="1300" i="1" dirty="0" err="1"/>
              <a:t>Employees</a:t>
            </a:r>
            <a:r>
              <a:rPr lang="sv-SE" sz="1300" dirty="0"/>
              <a:t>-tabellen i </a:t>
            </a:r>
            <a:r>
              <a:rPr lang="sv-SE" sz="1300" i="1" dirty="0"/>
              <a:t>SQL Server </a:t>
            </a:r>
            <a:r>
              <a:rPr lang="sv-SE" sz="1300" i="1" dirty="0" err="1"/>
              <a:t>Object</a:t>
            </a:r>
            <a:r>
              <a:rPr lang="sv-SE" sz="1300" i="1" dirty="0"/>
              <a:t> Explorer</a:t>
            </a:r>
            <a:r>
              <a:rPr lang="sv-SE" sz="1300" dirty="0"/>
              <a:t> och välj </a:t>
            </a:r>
            <a:r>
              <a:rPr lang="sv-SE" sz="1300" i="1" dirty="0" err="1"/>
              <a:t>View</a:t>
            </a:r>
            <a:r>
              <a:rPr lang="sv-SE" sz="1300" i="1" dirty="0"/>
              <a:t> Data</a:t>
            </a:r>
          </a:p>
          <a:p>
            <a:pPr marL="800100" lvl="1" indent="-342900">
              <a:buFont typeface="+mj-lt"/>
              <a:buAutoNum type="alphaLcParenR"/>
            </a:pPr>
            <a:r>
              <a:rPr lang="sv-SE" sz="1300" dirty="0"/>
              <a:t>Koppla ihop en anställd med ett företag genom att manuellt uppdatera radens </a:t>
            </a:r>
            <a:r>
              <a:rPr lang="sv-SE" sz="1300" i="1" dirty="0" err="1"/>
              <a:t>CompanyId</a:t>
            </a:r>
            <a:endParaRPr lang="sv-SE" sz="1300" i="1" dirty="0"/>
          </a:p>
          <a:p>
            <a:pPr marL="342900" indent="-342900">
              <a:buFont typeface="+mj-lt"/>
              <a:buAutoNum type="arabicPeriod"/>
            </a:pPr>
            <a:r>
              <a:rPr lang="sv-SE" sz="1700" dirty="0"/>
              <a:t>Sidan i MVC-projektet som visar listan över de anställda ska nu även visa upp namnet på den anställdas ev. företag</a:t>
            </a:r>
            <a:br>
              <a:rPr lang="sv-SE" sz="1700" dirty="0"/>
            </a:br>
            <a:r>
              <a:rPr lang="sv-SE" sz="1700" dirty="0"/>
              <a:t>De anställda och deras ev. företag ska hämtas i en och </a:t>
            </a:r>
            <a:r>
              <a:rPr lang="sv-SE" sz="1700" dirty="0" err="1"/>
              <a:t>och</a:t>
            </a:r>
            <a:r>
              <a:rPr lang="sv-SE" sz="1700" dirty="0"/>
              <a:t> samma </a:t>
            </a:r>
            <a:r>
              <a:rPr lang="sv-SE" sz="1700" dirty="0" err="1"/>
              <a:t>query</a:t>
            </a:r>
            <a:r>
              <a:rPr lang="sv-SE" sz="1700" dirty="0"/>
              <a:t> mot databasen</a:t>
            </a:r>
            <a:br>
              <a:rPr lang="sv-SE" sz="1700" dirty="0"/>
            </a:br>
            <a:br>
              <a:rPr lang="sv-SE" sz="1700" dirty="0"/>
            </a:br>
            <a:r>
              <a:rPr lang="sv-SE" sz="1700" b="1" dirty="0"/>
              <a:t>Om ni hinner:</a:t>
            </a:r>
            <a:endParaRPr lang="sv-SE" sz="1700" dirty="0"/>
          </a:p>
          <a:p>
            <a:pPr marL="342900" indent="-342900">
              <a:buFont typeface="+mj-lt"/>
              <a:buAutoNum type="arabicPeriod"/>
            </a:pPr>
            <a:r>
              <a:rPr lang="sv-SE" sz="1700" dirty="0"/>
              <a:t>I de fall data hämtas som inte behöver uppdateras, uppdatera </a:t>
            </a:r>
            <a:r>
              <a:rPr lang="sv-SE" sz="1700" dirty="0" err="1"/>
              <a:t>repositoryt</a:t>
            </a:r>
            <a:r>
              <a:rPr lang="sv-SE" sz="1700" dirty="0"/>
              <a:t> till att hämta </a:t>
            </a:r>
            <a:r>
              <a:rPr lang="sv-SE" sz="1700" dirty="0" err="1"/>
              <a:t>datan</a:t>
            </a:r>
            <a:r>
              <a:rPr lang="sv-SE" sz="1700" dirty="0"/>
              <a:t> från </a:t>
            </a:r>
            <a:r>
              <a:rPr lang="sv-SE" sz="1700" dirty="0" err="1"/>
              <a:t>context</a:t>
            </a:r>
            <a:r>
              <a:rPr lang="sv-SE" sz="1700" dirty="0"/>
              <a:t>-klassen på ett sätt som undviker </a:t>
            </a:r>
            <a:r>
              <a:rPr lang="sv-SE" sz="1700" dirty="0" err="1"/>
              <a:t>change-tracking</a:t>
            </a:r>
            <a:endParaRPr lang="sv-SE" sz="1700" dirty="0"/>
          </a:p>
        </p:txBody>
      </p:sp>
    </p:spTree>
    <p:extLst>
      <p:ext uri="{BB962C8B-B14F-4D97-AF65-F5344CB8AC3E}">
        <p14:creationId xmlns:p14="http://schemas.microsoft.com/office/powerpoint/2010/main" val="262416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1223</Words>
  <Application>Microsoft Office PowerPoint</Application>
  <PresentationFormat>Widescreen</PresentationFormat>
  <Paragraphs>145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Cascadia Mono</vt:lpstr>
      <vt:lpstr>Segoe UI Light</vt:lpstr>
      <vt:lpstr>Office Theme</vt:lpstr>
      <vt:lpstr>ASP.NET MVC Entity Framework Core 2</vt:lpstr>
      <vt:lpstr>Innehåll</vt:lpstr>
      <vt:lpstr>EFs asynkrona API</vt:lpstr>
      <vt:lpstr>Laddnings-strategier</vt:lpstr>
      <vt:lpstr>Eager Loading</vt:lpstr>
      <vt:lpstr>Explicit Loading</vt:lpstr>
      <vt:lpstr>Lazy Loading</vt:lpstr>
      <vt:lpstr>Hämta data utan change-tracking</vt:lpstr>
      <vt:lpstr>Shadow Properties</vt:lpstr>
      <vt:lpstr>Att ställa frågor direkt mot databasen</vt:lpstr>
      <vt:lpstr>SQL Injection</vt:lpstr>
      <vt:lpstr>SQL Injection</vt:lpstr>
      <vt:lpstr>Diskussion</vt:lpstr>
      <vt:lpstr>Grupparbete: Entity Framework Core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Pontus Wittenmark</dc:creator>
  <cp:lastModifiedBy>Pontus Wittenmark</cp:lastModifiedBy>
  <cp:revision>1</cp:revision>
  <dcterms:created xsi:type="dcterms:W3CDTF">2013-06-05T07:16:43Z</dcterms:created>
  <dcterms:modified xsi:type="dcterms:W3CDTF">2025-06-03T15:48:54Z</dcterms:modified>
</cp:coreProperties>
</file>
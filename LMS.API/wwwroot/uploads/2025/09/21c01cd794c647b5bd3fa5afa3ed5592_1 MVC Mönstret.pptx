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32"/>
  </p:notesMasterIdLst>
  <p:sldIdLst>
    <p:sldId id="355" r:id="rId2"/>
    <p:sldId id="358" r:id="rId3"/>
    <p:sldId id="393" r:id="rId4"/>
    <p:sldId id="304" r:id="rId5"/>
    <p:sldId id="378" r:id="rId6"/>
    <p:sldId id="376" r:id="rId7"/>
    <p:sldId id="379" r:id="rId8"/>
    <p:sldId id="310" r:id="rId9"/>
    <p:sldId id="382" r:id="rId10"/>
    <p:sldId id="384" r:id="rId11"/>
    <p:sldId id="411" r:id="rId12"/>
    <p:sldId id="372" r:id="rId13"/>
    <p:sldId id="390" r:id="rId14"/>
    <p:sldId id="412" r:id="rId15"/>
    <p:sldId id="370" r:id="rId16"/>
    <p:sldId id="389" r:id="rId17"/>
    <p:sldId id="321" r:id="rId18"/>
    <p:sldId id="329" r:id="rId19"/>
    <p:sldId id="338" r:id="rId20"/>
    <p:sldId id="374" r:id="rId21"/>
    <p:sldId id="385" r:id="rId22"/>
    <p:sldId id="391" r:id="rId23"/>
    <p:sldId id="387" r:id="rId24"/>
    <p:sldId id="371" r:id="rId25"/>
    <p:sldId id="367" r:id="rId26"/>
    <p:sldId id="392" r:id="rId27"/>
    <p:sldId id="409" r:id="rId28"/>
    <p:sldId id="273" r:id="rId29"/>
    <p:sldId id="410" r:id="rId30"/>
    <p:sldId id="35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EA6147-66BB-4A90-7414-CCBEA14DE163}" v="4" dt="2025-05-13T16:32:13.226"/>
    <p1510:client id="{978475A9-2A7C-455B-B887-D8EAEF62DCEF}" v="215" dt="2025-05-14T08:09:39.3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6626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tus Wittenmark" userId="f735600e1fbeff6c" providerId="LiveId" clId="{DB20D3E3-6A85-4E6A-893D-6E22B23F2230}"/>
    <pc:docChg chg="custSel delSld modSld">
      <pc:chgData name="Pontus Wittenmark" userId="f735600e1fbeff6c" providerId="LiveId" clId="{DB20D3E3-6A85-4E6A-893D-6E22B23F2230}" dt="2021-03-05T15:24:37.419" v="110"/>
      <pc:docMkLst>
        <pc:docMk/>
      </pc:docMkLst>
      <pc:sldChg chg="modSp mod">
        <pc:chgData name="Pontus Wittenmark" userId="f735600e1fbeff6c" providerId="LiveId" clId="{DB20D3E3-6A85-4E6A-893D-6E22B23F2230}" dt="2021-03-05T14:04:21.082" v="46" actId="20577"/>
        <pc:sldMkLst>
          <pc:docMk/>
          <pc:sldMk cId="2863309433" sldId="273"/>
        </pc:sldMkLst>
      </pc:sldChg>
      <pc:sldChg chg="modSp mod">
        <pc:chgData name="Pontus Wittenmark" userId="f735600e1fbeff6c" providerId="LiveId" clId="{DB20D3E3-6A85-4E6A-893D-6E22B23F2230}" dt="2021-03-05T15:24:37.419" v="110"/>
        <pc:sldMkLst>
          <pc:docMk/>
          <pc:sldMk cId="3691362410" sldId="356"/>
        </pc:sldMkLst>
      </pc:sldChg>
      <pc:sldChg chg="del">
        <pc:chgData name="Pontus Wittenmark" userId="f735600e1fbeff6c" providerId="LiveId" clId="{DB20D3E3-6A85-4E6A-893D-6E22B23F2230}" dt="2021-03-05T14:05:32.041" v="47" actId="47"/>
        <pc:sldMkLst>
          <pc:docMk/>
          <pc:sldMk cId="1860928091" sldId="371"/>
        </pc:sldMkLst>
      </pc:sldChg>
    </pc:docChg>
  </pc:docChgLst>
  <pc:docChgLst>
    <pc:chgData name="Pontus Wittenmark" userId="f735600e1fbeff6c" providerId="LiveId" clId="{C7518424-F52A-497E-B461-7DE71D67CB3D}"/>
    <pc:docChg chg="undo custSel modSld">
      <pc:chgData name="Pontus Wittenmark" userId="f735600e1fbeff6c" providerId="LiveId" clId="{C7518424-F52A-497E-B461-7DE71D67CB3D}" dt="2024-10-29T07:38:01.814" v="13" actId="20577"/>
      <pc:docMkLst>
        <pc:docMk/>
      </pc:docMkLst>
      <pc:sldChg chg="modSp mod">
        <pc:chgData name="Pontus Wittenmark" userId="f735600e1fbeff6c" providerId="LiveId" clId="{C7518424-F52A-497E-B461-7DE71D67CB3D}" dt="2024-10-29T07:37:17.029" v="7" actId="20577"/>
        <pc:sldMkLst>
          <pc:docMk/>
          <pc:sldMk cId="3131394288" sldId="373"/>
        </pc:sldMkLst>
      </pc:sldChg>
      <pc:sldChg chg="modSp mod">
        <pc:chgData name="Pontus Wittenmark" userId="f735600e1fbeff6c" providerId="LiveId" clId="{C7518424-F52A-497E-B461-7DE71D67CB3D}" dt="2024-10-29T07:38:01.814" v="13" actId="20577"/>
        <pc:sldMkLst>
          <pc:docMk/>
          <pc:sldMk cId="3793026633" sldId="375"/>
        </pc:sldMkLst>
      </pc:sldChg>
    </pc:docChg>
  </pc:docChgLst>
  <pc:docChgLst>
    <pc:chgData name="Pontus Wittenmark" userId="f735600e1fbeff6c" providerId="LiveId" clId="{FAB052EA-C863-49B3-AE49-6B0D38111CB2}"/>
    <pc:docChg chg="custSel modSld">
      <pc:chgData name="Pontus Wittenmark" userId="f735600e1fbeff6c" providerId="LiveId" clId="{FAB052EA-C863-49B3-AE49-6B0D38111CB2}" dt="2022-09-13T11:58:19.562" v="106" actId="20577"/>
      <pc:docMkLst>
        <pc:docMk/>
      </pc:docMkLst>
      <pc:sldChg chg="modSp mod">
        <pc:chgData name="Pontus Wittenmark" userId="f735600e1fbeff6c" providerId="LiveId" clId="{FAB052EA-C863-49B3-AE49-6B0D38111CB2}" dt="2022-09-13T11:58:19.562" v="106" actId="20577"/>
        <pc:sldMkLst>
          <pc:docMk/>
          <pc:sldMk cId="2614147681" sldId="374"/>
        </pc:sldMkLst>
      </pc:sldChg>
    </pc:docChg>
  </pc:docChgLst>
  <pc:docChgLst>
    <pc:chgData name="Pontus Wittenmark" userId="f735600e1fbeff6c" providerId="LiveId" clId="{9DF644FE-A441-4E0F-940B-65419BA6F3DD}"/>
    <pc:docChg chg="custSel modSld">
      <pc:chgData name="Pontus Wittenmark" userId="f735600e1fbeff6c" providerId="LiveId" clId="{9DF644FE-A441-4E0F-940B-65419BA6F3DD}" dt="2023-08-09T07:53:53.515" v="255" actId="20577"/>
      <pc:docMkLst>
        <pc:docMk/>
      </pc:docMkLst>
      <pc:sldChg chg="modSp mod">
        <pc:chgData name="Pontus Wittenmark" userId="f735600e1fbeff6c" providerId="LiveId" clId="{9DF644FE-A441-4E0F-940B-65419BA6F3DD}" dt="2023-08-09T07:48:54.765" v="244" actId="20577"/>
        <pc:sldMkLst>
          <pc:docMk/>
          <pc:sldMk cId="2863309433" sldId="273"/>
        </pc:sldMkLst>
      </pc:sldChg>
      <pc:sldChg chg="modSp mod">
        <pc:chgData name="Pontus Wittenmark" userId="f735600e1fbeff6c" providerId="LiveId" clId="{9DF644FE-A441-4E0F-940B-65419BA6F3DD}" dt="2023-08-09T07:53:53.515" v="255" actId="20577"/>
        <pc:sldMkLst>
          <pc:docMk/>
          <pc:sldMk cId="3691362410" sldId="356"/>
        </pc:sldMkLst>
      </pc:sldChg>
    </pc:docChg>
  </pc:docChgLst>
  <pc:docChgLst>
    <pc:chgData name="Pontus Wittenmark" userId="f735600e1fbeff6c" providerId="LiveId" clId="{1F77FC86-4F41-45C6-9616-33EEC42CD873}"/>
    <pc:docChg chg="undo redo custSel addSld delSld modSld sldOrd">
      <pc:chgData name="Pontus Wittenmark" userId="f735600e1fbeff6c" providerId="LiveId" clId="{1F77FC86-4F41-45C6-9616-33EEC42CD873}" dt="2022-01-13T14:03:09.524" v="850" actId="20577"/>
      <pc:docMkLst>
        <pc:docMk/>
      </pc:docMkLst>
      <pc:sldChg chg="modSp mod">
        <pc:chgData name="Pontus Wittenmark" userId="f735600e1fbeff6c" providerId="LiveId" clId="{1F77FC86-4F41-45C6-9616-33EEC42CD873}" dt="2021-12-20T13:00:10.169" v="156" actId="790"/>
        <pc:sldMkLst>
          <pc:docMk/>
          <pc:sldMk cId="2863309433" sldId="273"/>
        </pc:sldMkLst>
      </pc:sldChg>
      <pc:sldChg chg="modSp">
        <pc:chgData name="Pontus Wittenmark" userId="f735600e1fbeff6c" providerId="LiveId" clId="{1F77FC86-4F41-45C6-9616-33EEC42CD873}" dt="2021-12-20T12:53:20.232" v="123" actId="20577"/>
        <pc:sldMkLst>
          <pc:docMk/>
          <pc:sldMk cId="156111242" sldId="302"/>
        </pc:sldMkLst>
      </pc:sldChg>
      <pc:sldChg chg="modSp mod">
        <pc:chgData name="Pontus Wittenmark" userId="f735600e1fbeff6c" providerId="LiveId" clId="{1F77FC86-4F41-45C6-9616-33EEC42CD873}" dt="2021-12-20T12:51:12.048" v="70" actId="20577"/>
        <pc:sldMkLst>
          <pc:docMk/>
          <pc:sldMk cId="2371158586" sldId="304"/>
        </pc:sldMkLst>
      </pc:sldChg>
      <pc:sldChg chg="ord">
        <pc:chgData name="Pontus Wittenmark" userId="f735600e1fbeff6c" providerId="LiveId" clId="{1F77FC86-4F41-45C6-9616-33EEC42CD873}" dt="2021-12-20T12:55:52.977" v="147"/>
        <pc:sldMkLst>
          <pc:docMk/>
          <pc:sldMk cId="1638983548" sldId="321"/>
        </pc:sldMkLst>
      </pc:sldChg>
      <pc:sldChg chg="ord">
        <pc:chgData name="Pontus Wittenmark" userId="f735600e1fbeff6c" providerId="LiveId" clId="{1F77FC86-4F41-45C6-9616-33EEC42CD873}" dt="2021-12-20T12:56:00.604" v="149"/>
        <pc:sldMkLst>
          <pc:docMk/>
          <pc:sldMk cId="1596048161" sldId="329"/>
        </pc:sldMkLst>
      </pc:sldChg>
      <pc:sldChg chg="ord">
        <pc:chgData name="Pontus Wittenmark" userId="f735600e1fbeff6c" providerId="LiveId" clId="{1F77FC86-4F41-45C6-9616-33EEC42CD873}" dt="2021-12-20T12:54:21.388" v="127"/>
        <pc:sldMkLst>
          <pc:docMk/>
          <pc:sldMk cId="3477764966" sldId="332"/>
        </pc:sldMkLst>
      </pc:sldChg>
      <pc:sldChg chg="ord">
        <pc:chgData name="Pontus Wittenmark" userId="f735600e1fbeff6c" providerId="LiveId" clId="{1F77FC86-4F41-45C6-9616-33EEC42CD873}" dt="2021-12-20T12:54:57.420" v="132"/>
        <pc:sldMkLst>
          <pc:docMk/>
          <pc:sldMk cId="3026097246" sldId="337"/>
        </pc:sldMkLst>
      </pc:sldChg>
      <pc:sldChg chg="ord">
        <pc:chgData name="Pontus Wittenmark" userId="f735600e1fbeff6c" providerId="LiveId" clId="{1F77FC86-4F41-45C6-9616-33EEC42CD873}" dt="2021-12-20T12:56:09.263" v="151"/>
        <pc:sldMkLst>
          <pc:docMk/>
          <pc:sldMk cId="2470442989" sldId="338"/>
        </pc:sldMkLst>
      </pc:sldChg>
      <pc:sldChg chg="modSp mod">
        <pc:chgData name="Pontus Wittenmark" userId="f735600e1fbeff6c" providerId="LiveId" clId="{1F77FC86-4F41-45C6-9616-33EEC42CD873}" dt="2022-01-13T14:02:21.351" v="842" actId="20577"/>
        <pc:sldMkLst>
          <pc:docMk/>
          <pc:sldMk cId="972327182" sldId="351"/>
        </pc:sldMkLst>
      </pc:sldChg>
      <pc:sldChg chg="modSp mod">
        <pc:chgData name="Pontus Wittenmark" userId="f735600e1fbeff6c" providerId="LiveId" clId="{1F77FC86-4F41-45C6-9616-33EEC42CD873}" dt="2021-12-20T13:01:45.018" v="170" actId="20577"/>
        <pc:sldMkLst>
          <pc:docMk/>
          <pc:sldMk cId="599475062" sldId="355"/>
        </pc:sldMkLst>
      </pc:sldChg>
      <pc:sldChg chg="modSp del mod">
        <pc:chgData name="Pontus Wittenmark" userId="f735600e1fbeff6c" providerId="LiveId" clId="{1F77FC86-4F41-45C6-9616-33EEC42CD873}" dt="2022-01-12T09:51:55.648" v="601" actId="47"/>
        <pc:sldMkLst>
          <pc:docMk/>
          <pc:sldMk cId="3409982914" sldId="362"/>
        </pc:sldMkLst>
      </pc:sldChg>
      <pc:sldChg chg="modSp mod">
        <pc:chgData name="Pontus Wittenmark" userId="f735600e1fbeff6c" providerId="LiveId" clId="{1F77FC86-4F41-45C6-9616-33EEC42CD873}" dt="2021-11-29T21:52:19.965" v="17" actId="1076"/>
        <pc:sldMkLst>
          <pc:docMk/>
          <pc:sldMk cId="4254729657" sldId="364"/>
        </pc:sldMkLst>
      </pc:sldChg>
      <pc:sldChg chg="modSp del mod">
        <pc:chgData name="Pontus Wittenmark" userId="f735600e1fbeff6c" providerId="LiveId" clId="{1F77FC86-4F41-45C6-9616-33EEC42CD873}" dt="2022-01-13T13:56:44.230" v="679" actId="47"/>
        <pc:sldMkLst>
          <pc:docMk/>
          <pc:sldMk cId="42287445" sldId="365"/>
        </pc:sldMkLst>
      </pc:sldChg>
      <pc:sldChg chg="modSp mod">
        <pc:chgData name="Pontus Wittenmark" userId="f735600e1fbeff6c" providerId="LiveId" clId="{1F77FC86-4F41-45C6-9616-33EEC42CD873}" dt="2022-01-12T09:48:36.294" v="381" actId="14100"/>
        <pc:sldMkLst>
          <pc:docMk/>
          <pc:sldMk cId="4226874424" sldId="367"/>
        </pc:sldMkLst>
      </pc:sldChg>
      <pc:sldChg chg="modSp add del mod ord">
        <pc:chgData name="Pontus Wittenmark" userId="f735600e1fbeff6c" providerId="LiveId" clId="{1F77FC86-4F41-45C6-9616-33EEC42CD873}" dt="2021-12-20T12:57:27.570" v="155"/>
        <pc:sldMkLst>
          <pc:docMk/>
          <pc:sldMk cId="4134686657" sldId="368"/>
        </pc:sldMkLst>
      </pc:sldChg>
      <pc:sldChg chg="modSp mod ord modShow">
        <pc:chgData name="Pontus Wittenmark" userId="f735600e1fbeff6c" providerId="LiveId" clId="{1F77FC86-4F41-45C6-9616-33EEC42CD873}" dt="2021-12-20T13:01:21.453" v="168" actId="404"/>
        <pc:sldMkLst>
          <pc:docMk/>
          <pc:sldMk cId="3025551865" sldId="369"/>
        </pc:sldMkLst>
      </pc:sldChg>
      <pc:sldChg chg="modSp mod ord">
        <pc:chgData name="Pontus Wittenmark" userId="f735600e1fbeff6c" providerId="LiveId" clId="{1F77FC86-4F41-45C6-9616-33EEC42CD873}" dt="2021-12-20T12:55:36.517" v="145" actId="20577"/>
        <pc:sldMkLst>
          <pc:docMk/>
          <pc:sldMk cId="4084019155" sldId="370"/>
        </pc:sldMkLst>
      </pc:sldChg>
      <pc:sldChg chg="modSp add mod">
        <pc:chgData name="Pontus Wittenmark" userId="f735600e1fbeff6c" providerId="LiveId" clId="{1F77FC86-4F41-45C6-9616-33EEC42CD873}" dt="2022-01-13T14:03:09.524" v="850" actId="20577"/>
        <pc:sldMkLst>
          <pc:docMk/>
          <pc:sldMk cId="2614147681" sldId="374"/>
        </pc:sldMkLst>
      </pc:sldChg>
      <pc:sldChg chg="modSp add mod">
        <pc:chgData name="Pontus Wittenmark" userId="f735600e1fbeff6c" providerId="LiveId" clId="{1F77FC86-4F41-45C6-9616-33EEC42CD873}" dt="2022-01-13T13:56:51.504" v="680" actId="114"/>
        <pc:sldMkLst>
          <pc:docMk/>
          <pc:sldMk cId="3793026633" sldId="375"/>
        </pc:sldMkLst>
      </pc:sldChg>
    </pc:docChg>
  </pc:docChgLst>
  <pc:docChgLst>
    <pc:chgData name="Håkan Johansson" userId="5643825a9f286b75" providerId="Windows Live" clId="Web-{57EA6147-66BB-4A90-7414-CCBEA14DE163}"/>
    <pc:docChg chg="modSld">
      <pc:chgData name="Håkan Johansson" userId="5643825a9f286b75" providerId="Windows Live" clId="Web-{57EA6147-66BB-4A90-7414-CCBEA14DE163}" dt="2025-05-13T16:32:13.226" v="3" actId="20577"/>
      <pc:docMkLst>
        <pc:docMk/>
      </pc:docMkLst>
      <pc:sldChg chg="modSp">
        <pc:chgData name="Håkan Johansson" userId="5643825a9f286b75" providerId="Windows Live" clId="Web-{57EA6147-66BB-4A90-7414-CCBEA14DE163}" dt="2025-05-13T16:32:13.226" v="3" actId="20577"/>
        <pc:sldMkLst>
          <pc:docMk/>
          <pc:sldMk cId="3691362410" sldId="356"/>
        </pc:sldMkLst>
        <pc:spChg chg="mod">
          <ac:chgData name="Håkan Johansson" userId="5643825a9f286b75" providerId="Windows Live" clId="Web-{57EA6147-66BB-4A90-7414-CCBEA14DE163}" dt="2025-05-13T16:32:13.226" v="3" actId="20577"/>
          <ac:spMkLst>
            <pc:docMk/>
            <pc:sldMk cId="3691362410" sldId="356"/>
            <ac:spMk id="3" creationId="{00000000-0000-0000-0000-000000000000}"/>
          </ac:spMkLst>
        </pc:spChg>
      </pc:sldChg>
    </pc:docChg>
  </pc:docChgLst>
  <pc:docChgLst>
    <pc:chgData name="Pontus Wittenmark" userId="f735600e1fbeff6c" providerId="LiveId" clId="{B96F8F6C-CAEA-4E39-9C5B-638C47AFC7EA}"/>
    <pc:docChg chg="undo custSel addSld delSld modSld sldOrd">
      <pc:chgData name="Pontus Wittenmark" userId="f735600e1fbeff6c" providerId="LiveId" clId="{B96F8F6C-CAEA-4E39-9C5B-638C47AFC7EA}" dt="2022-12-07T15:08:11.099" v="655" actId="20577"/>
      <pc:docMkLst>
        <pc:docMk/>
      </pc:docMkLst>
      <pc:sldChg chg="ord">
        <pc:chgData name="Pontus Wittenmark" userId="f735600e1fbeff6c" providerId="LiveId" clId="{B96F8F6C-CAEA-4E39-9C5B-638C47AFC7EA}" dt="2022-12-07T11:05:09.414" v="3"/>
        <pc:sldMkLst>
          <pc:docMk/>
          <pc:sldMk cId="156111242" sldId="302"/>
        </pc:sldMkLst>
      </pc:sldChg>
      <pc:sldChg chg="modSp mod">
        <pc:chgData name="Pontus Wittenmark" userId="f735600e1fbeff6c" providerId="LiveId" clId="{B96F8F6C-CAEA-4E39-9C5B-638C47AFC7EA}" dt="2022-12-07T11:13:36.978" v="366" actId="20577"/>
        <pc:sldMkLst>
          <pc:docMk/>
          <pc:sldMk cId="2371158586" sldId="304"/>
        </pc:sldMkLst>
      </pc:sldChg>
      <pc:sldChg chg="ord">
        <pc:chgData name="Pontus Wittenmark" userId="f735600e1fbeff6c" providerId="LiveId" clId="{B96F8F6C-CAEA-4E39-9C5B-638C47AFC7EA}" dt="2022-12-07T11:05:35.789" v="11"/>
        <pc:sldMkLst>
          <pc:docMk/>
          <pc:sldMk cId="3835490343" sldId="310"/>
        </pc:sldMkLst>
      </pc:sldChg>
      <pc:sldChg chg="modSp mod">
        <pc:chgData name="Pontus Wittenmark" userId="f735600e1fbeff6c" providerId="LiveId" clId="{B96F8F6C-CAEA-4E39-9C5B-638C47AFC7EA}" dt="2022-12-07T11:12:09.776" v="336" actId="20577"/>
        <pc:sldMkLst>
          <pc:docMk/>
          <pc:sldMk cId="1638983548" sldId="321"/>
        </pc:sldMkLst>
      </pc:sldChg>
      <pc:sldChg chg="modSp mod">
        <pc:chgData name="Pontus Wittenmark" userId="f735600e1fbeff6c" providerId="LiveId" clId="{B96F8F6C-CAEA-4E39-9C5B-638C47AFC7EA}" dt="2022-12-07T11:13:26.228" v="364"/>
        <pc:sldMkLst>
          <pc:docMk/>
          <pc:sldMk cId="1596048161" sldId="329"/>
        </pc:sldMkLst>
      </pc:sldChg>
      <pc:sldChg chg="del">
        <pc:chgData name="Pontus Wittenmark" userId="f735600e1fbeff6c" providerId="LiveId" clId="{B96F8F6C-CAEA-4E39-9C5B-638C47AFC7EA}" dt="2022-12-07T11:10:40.909" v="249" actId="47"/>
        <pc:sldMkLst>
          <pc:docMk/>
          <pc:sldMk cId="3026097246" sldId="337"/>
        </pc:sldMkLst>
      </pc:sldChg>
      <pc:sldChg chg="modSp mod">
        <pc:chgData name="Pontus Wittenmark" userId="f735600e1fbeff6c" providerId="LiveId" clId="{B96F8F6C-CAEA-4E39-9C5B-638C47AFC7EA}" dt="2022-12-07T11:13:20.860" v="363" actId="20577"/>
        <pc:sldMkLst>
          <pc:docMk/>
          <pc:sldMk cId="2470442989" sldId="338"/>
        </pc:sldMkLst>
      </pc:sldChg>
      <pc:sldChg chg="addSp modSp mod ord">
        <pc:chgData name="Pontus Wittenmark" userId="f735600e1fbeff6c" providerId="LiveId" clId="{B96F8F6C-CAEA-4E39-9C5B-638C47AFC7EA}" dt="2022-12-07T11:09:01.035" v="236" actId="20577"/>
        <pc:sldMkLst>
          <pc:docMk/>
          <pc:sldMk cId="3545048980" sldId="358"/>
        </pc:sldMkLst>
      </pc:sldChg>
      <pc:sldChg chg="modSp mod">
        <pc:chgData name="Pontus Wittenmark" userId="f735600e1fbeff6c" providerId="LiveId" clId="{B96F8F6C-CAEA-4E39-9C5B-638C47AFC7EA}" dt="2022-12-07T12:50:59.839" v="533" actId="20577"/>
        <pc:sldMkLst>
          <pc:docMk/>
          <pc:sldMk cId="4084019155" sldId="370"/>
        </pc:sldMkLst>
      </pc:sldChg>
      <pc:sldChg chg="modSp mod">
        <pc:chgData name="Pontus Wittenmark" userId="f735600e1fbeff6c" providerId="LiveId" clId="{B96F8F6C-CAEA-4E39-9C5B-638C47AFC7EA}" dt="2022-12-07T15:08:11.099" v="655" actId="20577"/>
        <pc:sldMkLst>
          <pc:docMk/>
          <pc:sldMk cId="3793026633" sldId="375"/>
        </pc:sldMkLst>
      </pc:sldChg>
      <pc:sldChg chg="delSp modSp add mod">
        <pc:chgData name="Pontus Wittenmark" userId="f735600e1fbeff6c" providerId="LiveId" clId="{B96F8F6C-CAEA-4E39-9C5B-638C47AFC7EA}" dt="2022-12-07T11:07:39.829" v="133" actId="6549"/>
        <pc:sldMkLst>
          <pc:docMk/>
          <pc:sldMk cId="352800670" sldId="376"/>
        </pc:sldMkLst>
      </pc:sldChg>
      <pc:sldChg chg="del">
        <pc:chgData name="Pontus Wittenmark" userId="f735600e1fbeff6c" providerId="LiveId" clId="{B96F8F6C-CAEA-4E39-9C5B-638C47AFC7EA}" dt="2022-12-07T12:34:07.510" v="420" actId="47"/>
        <pc:sldMkLst>
          <pc:docMk/>
          <pc:sldMk cId="1230050616" sldId="377"/>
        </pc:sldMkLst>
      </pc:sldChg>
    </pc:docChg>
  </pc:docChgLst>
  <pc:docChgLst>
    <pc:chgData name="Pontus Wittenmark" userId="f735600e1fbeff6c" providerId="LiveId" clId="{0D1CD42D-6B89-4AF7-8920-0F89F5727827}"/>
    <pc:docChg chg="undo custSel addSld delSld modSld sldOrd">
      <pc:chgData name="Pontus Wittenmark" userId="f735600e1fbeff6c" providerId="LiveId" clId="{0D1CD42D-6B89-4AF7-8920-0F89F5727827}" dt="2023-03-06T08:26:18.927" v="1397" actId="47"/>
      <pc:docMkLst>
        <pc:docMk/>
      </pc:docMkLst>
      <pc:sldChg chg="del">
        <pc:chgData name="Pontus Wittenmark" userId="f735600e1fbeff6c" providerId="LiveId" clId="{0D1CD42D-6B89-4AF7-8920-0F89F5727827}" dt="2023-03-03T07:19:39.370" v="252" actId="47"/>
        <pc:sldMkLst>
          <pc:docMk/>
          <pc:sldMk cId="156111242" sldId="302"/>
        </pc:sldMkLst>
      </pc:sldChg>
      <pc:sldChg chg="del">
        <pc:chgData name="Pontus Wittenmark" userId="f735600e1fbeff6c" providerId="LiveId" clId="{0D1CD42D-6B89-4AF7-8920-0F89F5727827}" dt="2023-03-06T08:26:18.927" v="1397" actId="47"/>
        <pc:sldMkLst>
          <pc:docMk/>
          <pc:sldMk cId="3477764966" sldId="332"/>
        </pc:sldMkLst>
      </pc:sldChg>
      <pc:sldChg chg="modSp mod ord">
        <pc:chgData name="Pontus Wittenmark" userId="f735600e1fbeff6c" providerId="LiveId" clId="{0D1CD42D-6B89-4AF7-8920-0F89F5727827}" dt="2023-03-03T08:17:36.964" v="1378" actId="20577"/>
        <pc:sldMkLst>
          <pc:docMk/>
          <pc:sldMk cId="3545048980" sldId="358"/>
        </pc:sldMkLst>
      </pc:sldChg>
      <pc:sldChg chg="modSp mod">
        <pc:chgData name="Pontus Wittenmark" userId="f735600e1fbeff6c" providerId="LiveId" clId="{0D1CD42D-6B89-4AF7-8920-0F89F5727827}" dt="2023-03-03T15:46:59.815" v="1395" actId="20577"/>
        <pc:sldMkLst>
          <pc:docMk/>
          <pc:sldMk cId="3793026633" sldId="375"/>
        </pc:sldMkLst>
      </pc:sldChg>
      <pc:sldChg chg="modSp mod">
        <pc:chgData name="Pontus Wittenmark" userId="f735600e1fbeff6c" providerId="LiveId" clId="{0D1CD42D-6B89-4AF7-8920-0F89F5727827}" dt="2023-03-03T07:37:42.329" v="1137" actId="20577"/>
        <pc:sldMkLst>
          <pc:docMk/>
          <pc:sldMk cId="352800670" sldId="376"/>
        </pc:sldMkLst>
      </pc:sldChg>
      <pc:sldChg chg="modSp add mod ord">
        <pc:chgData name="Pontus Wittenmark" userId="f735600e1fbeff6c" providerId="LiveId" clId="{0D1CD42D-6B89-4AF7-8920-0F89F5727827}" dt="2023-03-03T07:42:50.302" v="1203"/>
        <pc:sldMkLst>
          <pc:docMk/>
          <pc:sldMk cId="1502067700" sldId="378"/>
        </pc:sldMkLst>
      </pc:sldChg>
      <pc:sldChg chg="modSp add mod">
        <pc:chgData name="Pontus Wittenmark" userId="f735600e1fbeff6c" providerId="LiveId" clId="{0D1CD42D-6B89-4AF7-8920-0F89F5727827}" dt="2023-03-03T07:36:37.261" v="1114" actId="790"/>
        <pc:sldMkLst>
          <pc:docMk/>
          <pc:sldMk cId="3324600731" sldId="379"/>
        </pc:sldMkLst>
      </pc:sldChg>
      <pc:sldChg chg="add">
        <pc:chgData name="Pontus Wittenmark" userId="f735600e1fbeff6c" providerId="LiveId" clId="{0D1CD42D-6B89-4AF7-8920-0F89F5727827}" dt="2023-03-06T08:26:17.407" v="1396"/>
        <pc:sldMkLst>
          <pc:docMk/>
          <pc:sldMk cId="3843696743" sldId="380"/>
        </pc:sldMkLst>
      </pc:sldChg>
    </pc:docChg>
  </pc:docChgLst>
  <pc:docChgLst>
    <pc:chgData name="Nima Dadgaranfar" userId="b453c67f2c479a21" providerId="Windows Live" clId="Web-{BC90A893-5FE0-435A-BAE5-61B2C13CFACF}"/>
    <pc:docChg chg="addSld">
      <pc:chgData name="Nima Dadgaranfar" userId="b453c67f2c479a21" providerId="Windows Live" clId="Web-{BC90A893-5FE0-435A-BAE5-61B2C13CFACF}" dt="2022-12-07T12:04:37.591" v="0"/>
      <pc:docMkLst>
        <pc:docMk/>
      </pc:docMkLst>
      <pc:sldChg chg="new">
        <pc:chgData name="Nima Dadgaranfar" userId="b453c67f2c479a21" providerId="Windows Live" clId="Web-{BC90A893-5FE0-435A-BAE5-61B2C13CFACF}" dt="2022-12-07T12:04:37.591" v="0"/>
        <pc:sldMkLst>
          <pc:docMk/>
          <pc:sldMk cId="1230050616" sldId="377"/>
        </pc:sldMkLst>
      </pc:sldChg>
    </pc:docChg>
  </pc:docChgLst>
  <pc:docChgLst>
    <pc:chgData name="Pontus Wittenmark" userId="f735600e1fbeff6c" providerId="LiveId" clId="{F01BFFFC-56E6-4F8F-9281-B805C1BB904E}"/>
    <pc:docChg chg="undo custSel modSld">
      <pc:chgData name="Pontus Wittenmark" userId="f735600e1fbeff6c" providerId="LiveId" clId="{F01BFFFC-56E6-4F8F-9281-B805C1BB904E}" dt="2022-12-08T09:40:40.554" v="127" actId="20577"/>
      <pc:docMkLst>
        <pc:docMk/>
      </pc:docMkLst>
      <pc:sldChg chg="modSp mod">
        <pc:chgData name="Pontus Wittenmark" userId="f735600e1fbeff6c" providerId="LiveId" clId="{F01BFFFC-56E6-4F8F-9281-B805C1BB904E}" dt="2022-12-08T09:24:29.708" v="121" actId="20577"/>
        <pc:sldMkLst>
          <pc:docMk/>
          <pc:sldMk cId="972327182" sldId="351"/>
        </pc:sldMkLst>
      </pc:sldChg>
      <pc:sldChg chg="modSp mod">
        <pc:chgData name="Pontus Wittenmark" userId="f735600e1fbeff6c" providerId="LiveId" clId="{F01BFFFC-56E6-4F8F-9281-B805C1BB904E}" dt="2022-12-08T09:40:40.554" v="127" actId="20577"/>
        <pc:sldMkLst>
          <pc:docMk/>
          <pc:sldMk cId="3691362410" sldId="356"/>
        </pc:sldMkLst>
      </pc:sldChg>
    </pc:docChg>
  </pc:docChgLst>
  <pc:docChgLst>
    <pc:chgData name="Pontus Wittenmark" userId="f735600e1fbeff6c" providerId="LiveId" clId="{674B7EFD-CEBF-4B16-BB23-C4CD6F6FA514}"/>
    <pc:docChg chg="custSel modSld">
      <pc:chgData name="Pontus Wittenmark" userId="f735600e1fbeff6c" providerId="LiveId" clId="{674B7EFD-CEBF-4B16-BB23-C4CD6F6FA514}" dt="2022-07-25T14:52:41.222" v="632"/>
      <pc:docMkLst>
        <pc:docMk/>
      </pc:docMkLst>
      <pc:sldChg chg="modSp mod">
        <pc:chgData name="Pontus Wittenmark" userId="f735600e1fbeff6c" providerId="LiveId" clId="{674B7EFD-CEBF-4B16-BB23-C4CD6F6FA514}" dt="2022-07-25T14:52:41.222" v="632"/>
        <pc:sldMkLst>
          <pc:docMk/>
          <pc:sldMk cId="4084019155" sldId="370"/>
        </pc:sldMkLst>
      </pc:sldChg>
      <pc:sldChg chg="modSp mod">
        <pc:chgData name="Pontus Wittenmark" userId="f735600e1fbeff6c" providerId="LiveId" clId="{674B7EFD-CEBF-4B16-BB23-C4CD6F6FA514}" dt="2022-07-14T20:26:30.730" v="631" actId="115"/>
        <pc:sldMkLst>
          <pc:docMk/>
          <pc:sldMk cId="3793026633" sldId="375"/>
        </pc:sldMkLst>
      </pc:sldChg>
    </pc:docChg>
  </pc:docChgLst>
  <pc:docChgLst>
    <pc:chgData name="Pontus Wittenmark" userId="f735600e1fbeff6c" providerId="LiveId" clId="{6C482A11-CF31-43DC-B974-937BE7BF799B}"/>
    <pc:docChg chg="custSel modSld">
      <pc:chgData name="Pontus Wittenmark" userId="f735600e1fbeff6c" providerId="LiveId" clId="{6C482A11-CF31-43DC-B974-937BE7BF799B}" dt="2023-08-07T13:22:34.459" v="154" actId="20577"/>
      <pc:docMkLst>
        <pc:docMk/>
      </pc:docMkLst>
      <pc:sldChg chg="modSp mod">
        <pc:chgData name="Pontus Wittenmark" userId="f735600e1fbeff6c" providerId="LiveId" clId="{6C482A11-CF31-43DC-B974-937BE7BF799B}" dt="2023-08-07T10:01:29.790" v="3" actId="1076"/>
        <pc:sldMkLst>
          <pc:docMk/>
          <pc:sldMk cId="2371158586" sldId="304"/>
        </pc:sldMkLst>
      </pc:sldChg>
      <pc:sldChg chg="modSp mod">
        <pc:chgData name="Pontus Wittenmark" userId="f735600e1fbeff6c" providerId="LiveId" clId="{6C482A11-CF31-43DC-B974-937BE7BF799B}" dt="2023-08-07T12:28:50.370" v="140" actId="20577"/>
        <pc:sldMkLst>
          <pc:docMk/>
          <pc:sldMk cId="972327182" sldId="351"/>
        </pc:sldMkLst>
      </pc:sldChg>
      <pc:sldChg chg="modSp mod">
        <pc:chgData name="Pontus Wittenmark" userId="f735600e1fbeff6c" providerId="LiveId" clId="{6C482A11-CF31-43DC-B974-937BE7BF799B}" dt="2023-08-07T13:22:34.459" v="154" actId="20577"/>
        <pc:sldMkLst>
          <pc:docMk/>
          <pc:sldMk cId="3691362410" sldId="356"/>
        </pc:sldMkLst>
      </pc:sldChg>
      <pc:sldChg chg="modSp mod">
        <pc:chgData name="Pontus Wittenmark" userId="f735600e1fbeff6c" providerId="LiveId" clId="{6C482A11-CF31-43DC-B974-937BE7BF799B}" dt="2023-08-07T11:34:12.088" v="133" actId="20577"/>
        <pc:sldMkLst>
          <pc:docMk/>
          <pc:sldMk cId="4084019155" sldId="370"/>
        </pc:sldMkLst>
      </pc:sldChg>
      <pc:sldChg chg="modSp mod">
        <pc:chgData name="Pontus Wittenmark" userId="f735600e1fbeff6c" providerId="LiveId" clId="{6C482A11-CF31-43DC-B974-937BE7BF799B}" dt="2023-08-07T10:02:27.945" v="8" actId="1076"/>
        <pc:sldMkLst>
          <pc:docMk/>
          <pc:sldMk cId="2275669686" sldId="372"/>
        </pc:sldMkLst>
      </pc:sldChg>
      <pc:sldChg chg="modSp mod">
        <pc:chgData name="Pontus Wittenmark" userId="f735600e1fbeff6c" providerId="LiveId" clId="{6C482A11-CF31-43DC-B974-937BE7BF799B}" dt="2023-08-07T10:05:54.972" v="116" actId="20577"/>
        <pc:sldMkLst>
          <pc:docMk/>
          <pc:sldMk cId="3131394288" sldId="373"/>
        </pc:sldMkLst>
      </pc:sldChg>
      <pc:sldChg chg="modSp mod">
        <pc:chgData name="Pontus Wittenmark" userId="f735600e1fbeff6c" providerId="LiveId" clId="{6C482A11-CF31-43DC-B974-937BE7BF799B}" dt="2023-08-07T09:26:35.911" v="2" actId="20577"/>
        <pc:sldMkLst>
          <pc:docMk/>
          <pc:sldMk cId="352800670" sldId="376"/>
        </pc:sldMkLst>
      </pc:sldChg>
      <pc:sldChg chg="modSp mod">
        <pc:chgData name="Pontus Wittenmark" userId="f735600e1fbeff6c" providerId="LiveId" clId="{6C482A11-CF31-43DC-B974-937BE7BF799B}" dt="2023-08-07T10:01:37.856" v="7" actId="27636"/>
        <pc:sldMkLst>
          <pc:docMk/>
          <pc:sldMk cId="1502067700" sldId="378"/>
        </pc:sldMkLst>
      </pc:sldChg>
    </pc:docChg>
  </pc:docChgLst>
  <pc:docChgLst>
    <pc:chgData name="Pontus Wittenmark" userId="f735600e1fbeff6c" providerId="LiveId" clId="{59CD3D15-71FF-48D7-B5BE-17E5829AA760}"/>
    <pc:docChg chg="modSld">
      <pc:chgData name="Pontus Wittenmark" userId="f735600e1fbeff6c" providerId="LiveId" clId="{59CD3D15-71FF-48D7-B5BE-17E5829AA760}" dt="2025-05-05T12:32:43.617" v="30" actId="20577"/>
      <pc:docMkLst>
        <pc:docMk/>
      </pc:docMkLst>
      <pc:sldChg chg="modSp mod">
        <pc:chgData name="Pontus Wittenmark" userId="f735600e1fbeff6c" providerId="LiveId" clId="{59CD3D15-71FF-48D7-B5BE-17E5829AA760}" dt="2025-05-05T12:31:38.267" v="6" actId="20577"/>
        <pc:sldMkLst>
          <pc:docMk/>
          <pc:sldMk cId="2371158586" sldId="304"/>
        </pc:sldMkLst>
        <pc:spChg chg="mod">
          <ac:chgData name="Pontus Wittenmark" userId="f735600e1fbeff6c" providerId="LiveId" clId="{59CD3D15-71FF-48D7-B5BE-17E5829AA760}" dt="2025-05-05T12:31:38.267" v="6" actId="20577"/>
          <ac:spMkLst>
            <pc:docMk/>
            <pc:sldMk cId="2371158586" sldId="304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59CD3D15-71FF-48D7-B5BE-17E5829AA760}" dt="2025-05-05T12:32:09.891" v="7" actId="20577"/>
        <pc:sldMkLst>
          <pc:docMk/>
          <pc:sldMk cId="2614147681" sldId="374"/>
        </pc:sldMkLst>
        <pc:spChg chg="mod">
          <ac:chgData name="Pontus Wittenmark" userId="f735600e1fbeff6c" providerId="LiveId" clId="{59CD3D15-71FF-48D7-B5BE-17E5829AA760}" dt="2025-05-05T12:32:09.891" v="7" actId="20577"/>
          <ac:spMkLst>
            <pc:docMk/>
            <pc:sldMk cId="2614147681" sldId="374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59CD3D15-71FF-48D7-B5BE-17E5829AA760}" dt="2025-05-05T12:32:43.617" v="30" actId="20577"/>
        <pc:sldMkLst>
          <pc:docMk/>
          <pc:sldMk cId="3550422206" sldId="386"/>
        </pc:sldMkLst>
      </pc:sldChg>
    </pc:docChg>
  </pc:docChgLst>
  <pc:docChgLst>
    <pc:chgData name="Pontus Wittenmark" userId="f735600e1fbeff6c" providerId="LiveId" clId="{27D252D4-F3FF-4EA9-BD94-877AE993DEBB}"/>
    <pc:docChg chg="undo redo custSel addSld delSld modSld">
      <pc:chgData name="Pontus Wittenmark" userId="f735600e1fbeff6c" providerId="LiveId" clId="{27D252D4-F3FF-4EA9-BD94-877AE993DEBB}" dt="2025-05-09T13:16:17.433" v="460" actId="729"/>
      <pc:docMkLst>
        <pc:docMk/>
      </pc:docMkLst>
      <pc:sldChg chg="modSp mod">
        <pc:chgData name="Pontus Wittenmark" userId="f735600e1fbeff6c" providerId="LiveId" clId="{27D252D4-F3FF-4EA9-BD94-877AE993DEBB}" dt="2025-04-29T13:52:23.736" v="199" actId="20577"/>
        <pc:sldMkLst>
          <pc:docMk/>
          <pc:sldMk cId="2371158586" sldId="304"/>
        </pc:sldMkLst>
        <pc:spChg chg="mod">
          <ac:chgData name="Pontus Wittenmark" userId="f735600e1fbeff6c" providerId="LiveId" clId="{27D252D4-F3FF-4EA9-BD94-877AE993DEBB}" dt="2025-04-29T13:52:23.736" v="199" actId="20577"/>
          <ac:spMkLst>
            <pc:docMk/>
            <pc:sldMk cId="2371158586" sldId="304"/>
            <ac:spMk id="3" creationId="{00000000-0000-0000-0000-000000000000}"/>
          </ac:spMkLst>
        </pc:spChg>
      </pc:sldChg>
      <pc:sldChg chg="modSp del mod">
        <pc:chgData name="Pontus Wittenmark" userId="f735600e1fbeff6c" providerId="LiveId" clId="{27D252D4-F3FF-4EA9-BD94-877AE993DEBB}" dt="2025-04-29T13:20:26.039" v="22" actId="47"/>
        <pc:sldMkLst>
          <pc:docMk/>
          <pc:sldMk cId="972327182" sldId="351"/>
        </pc:sldMkLst>
      </pc:sldChg>
      <pc:sldChg chg="modSp mod">
        <pc:chgData name="Pontus Wittenmark" userId="f735600e1fbeff6c" providerId="LiveId" clId="{27D252D4-F3FF-4EA9-BD94-877AE993DEBB}" dt="2025-04-29T13:53:01.280" v="242" actId="20577"/>
        <pc:sldMkLst>
          <pc:docMk/>
          <pc:sldMk cId="2614147681" sldId="374"/>
        </pc:sldMkLst>
        <pc:spChg chg="mod">
          <ac:chgData name="Pontus Wittenmark" userId="f735600e1fbeff6c" providerId="LiveId" clId="{27D252D4-F3FF-4EA9-BD94-877AE993DEBB}" dt="2025-04-29T13:53:01.280" v="242" actId="20577"/>
          <ac:spMkLst>
            <pc:docMk/>
            <pc:sldMk cId="2614147681" sldId="374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27D252D4-F3FF-4EA9-BD94-877AE993DEBB}" dt="2025-05-09T12:59:26.118" v="459" actId="1076"/>
        <pc:sldMkLst>
          <pc:docMk/>
          <pc:sldMk cId="1605574439" sldId="385"/>
        </pc:sldMkLst>
        <pc:spChg chg="mod">
          <ac:chgData name="Pontus Wittenmark" userId="f735600e1fbeff6c" providerId="LiveId" clId="{27D252D4-F3FF-4EA9-BD94-877AE993DEBB}" dt="2025-05-09T12:58:56.297" v="446" actId="20577"/>
          <ac:spMkLst>
            <pc:docMk/>
            <pc:sldMk cId="1605574439" sldId="385"/>
            <ac:spMk id="2" creationId="{016882CB-27A8-E938-FA19-98D0B33F72AF}"/>
          </ac:spMkLst>
        </pc:spChg>
        <pc:spChg chg="mod">
          <ac:chgData name="Pontus Wittenmark" userId="f735600e1fbeff6c" providerId="LiveId" clId="{27D252D4-F3FF-4EA9-BD94-877AE993DEBB}" dt="2025-05-09T12:56:11.536" v="373" actId="20577"/>
          <ac:spMkLst>
            <pc:docMk/>
            <pc:sldMk cId="1605574439" sldId="385"/>
            <ac:spMk id="3" creationId="{9718F9D9-7086-54F3-E61B-0AB35C7D1FAE}"/>
          </ac:spMkLst>
        </pc:spChg>
        <pc:spChg chg="mod">
          <ac:chgData name="Pontus Wittenmark" userId="f735600e1fbeff6c" providerId="LiveId" clId="{27D252D4-F3FF-4EA9-BD94-877AE993DEBB}" dt="2025-05-09T12:59:26.118" v="459" actId="1076"/>
          <ac:spMkLst>
            <pc:docMk/>
            <pc:sldMk cId="1605574439" sldId="385"/>
            <ac:spMk id="4" creationId="{D2C1320F-593D-BFF4-FB29-410EE264B19D}"/>
          </ac:spMkLst>
        </pc:spChg>
        <pc:spChg chg="mod">
          <ac:chgData name="Pontus Wittenmark" userId="f735600e1fbeff6c" providerId="LiveId" clId="{27D252D4-F3FF-4EA9-BD94-877AE993DEBB}" dt="2025-05-09T12:59:26.118" v="459" actId="1076"/>
          <ac:spMkLst>
            <pc:docMk/>
            <pc:sldMk cId="1605574439" sldId="385"/>
            <ac:spMk id="5" creationId="{06F689AB-95C9-752A-9754-7F4F0FCEFC3A}"/>
          </ac:spMkLst>
        </pc:spChg>
      </pc:sldChg>
      <pc:sldChg chg="modSp mod modShow">
        <pc:chgData name="Pontus Wittenmark" userId="f735600e1fbeff6c" providerId="LiveId" clId="{27D252D4-F3FF-4EA9-BD94-877AE993DEBB}" dt="2025-04-29T13:54:15.095" v="263" actId="729"/>
        <pc:sldMkLst>
          <pc:docMk/>
          <pc:sldMk cId="3550422206" sldId="386"/>
        </pc:sldMkLst>
      </pc:sldChg>
      <pc:sldChg chg="add">
        <pc:chgData name="Pontus Wittenmark" userId="f735600e1fbeff6c" providerId="LiveId" clId="{27D252D4-F3FF-4EA9-BD94-877AE993DEBB}" dt="2025-04-29T13:18:46.199" v="19" actId="2890"/>
        <pc:sldMkLst>
          <pc:docMk/>
          <pc:sldMk cId="3150133363" sldId="387"/>
        </pc:sldMkLst>
      </pc:sldChg>
      <pc:sldChg chg="add mod modShow">
        <pc:chgData name="Pontus Wittenmark" userId="f735600e1fbeff6c" providerId="LiveId" clId="{27D252D4-F3FF-4EA9-BD94-877AE993DEBB}" dt="2025-05-09T13:16:17.433" v="460" actId="729"/>
        <pc:sldMkLst>
          <pc:docMk/>
          <pc:sldMk cId="2397416763" sldId="391"/>
        </pc:sldMkLst>
      </pc:sldChg>
    </pc:docChg>
  </pc:docChgLst>
  <pc:docChgLst>
    <pc:chgData name="Pontus Wittenmark" userId="f735600e1fbeff6c" providerId="LiveId" clId="{978475A9-2A7C-455B-B887-D8EAEF62DCEF}"/>
    <pc:docChg chg="undo custSel addSld delSld modSld sldOrd">
      <pc:chgData name="Pontus Wittenmark" userId="f735600e1fbeff6c" providerId="LiveId" clId="{978475A9-2A7C-455B-B887-D8EAEF62DCEF}" dt="2025-05-14T09:42:34.396" v="1459" actId="20577"/>
      <pc:docMkLst>
        <pc:docMk/>
      </pc:docMkLst>
      <pc:sldChg chg="modSp mod">
        <pc:chgData name="Pontus Wittenmark" userId="f735600e1fbeff6c" providerId="LiveId" clId="{978475A9-2A7C-455B-B887-D8EAEF62DCEF}" dt="2025-05-12T13:22:13.418" v="1381" actId="20577"/>
        <pc:sldMkLst>
          <pc:docMk/>
          <pc:sldMk cId="2863309433" sldId="273"/>
        </pc:sldMkLst>
        <pc:spChg chg="mod">
          <ac:chgData name="Pontus Wittenmark" userId="f735600e1fbeff6c" providerId="LiveId" clId="{978475A9-2A7C-455B-B887-D8EAEF62DCEF}" dt="2025-05-12T13:22:13.418" v="1381" actId="20577"/>
          <ac:spMkLst>
            <pc:docMk/>
            <pc:sldMk cId="2863309433" sldId="273"/>
            <ac:spMk id="3" creationId="{00000000-0000-0000-0000-000000000000}"/>
          </ac:spMkLst>
        </pc:spChg>
      </pc:sldChg>
      <pc:sldChg chg="modSp">
        <pc:chgData name="Pontus Wittenmark" userId="f735600e1fbeff6c" providerId="LiveId" clId="{978475A9-2A7C-455B-B887-D8EAEF62DCEF}" dt="2025-05-12T13:55:36.550" v="1444"/>
        <pc:sldMkLst>
          <pc:docMk/>
          <pc:sldMk cId="3835490343" sldId="310"/>
        </pc:sldMkLst>
        <pc:graphicFrameChg chg="mod">
          <ac:chgData name="Pontus Wittenmark" userId="f735600e1fbeff6c" providerId="LiveId" clId="{978475A9-2A7C-455B-B887-D8EAEF62DCEF}" dt="2025-05-12T13:55:36.550" v="1444"/>
          <ac:graphicFrameMkLst>
            <pc:docMk/>
            <pc:sldMk cId="3835490343" sldId="310"/>
            <ac:graphicFrameMk id="5" creationId="{00000000-0000-0000-0000-000000000000}"/>
          </ac:graphicFrameMkLst>
        </pc:graphicFrameChg>
      </pc:sldChg>
      <pc:sldChg chg="modSp mod">
        <pc:chgData name="Pontus Wittenmark" userId="f735600e1fbeff6c" providerId="LiveId" clId="{978475A9-2A7C-455B-B887-D8EAEF62DCEF}" dt="2025-05-12T12:02:03.048" v="1294" actId="1076"/>
        <pc:sldMkLst>
          <pc:docMk/>
          <pc:sldMk cId="1596048161" sldId="329"/>
        </pc:sldMkLst>
        <pc:picChg chg="mod">
          <ac:chgData name="Pontus Wittenmark" userId="f735600e1fbeff6c" providerId="LiveId" clId="{978475A9-2A7C-455B-B887-D8EAEF62DCEF}" dt="2025-05-12T12:02:03.048" v="1294" actId="1076"/>
          <ac:picMkLst>
            <pc:docMk/>
            <pc:sldMk cId="1596048161" sldId="329"/>
            <ac:picMk id="11" creationId="{00000000-0000-0000-0000-000000000000}"/>
          </ac:picMkLst>
        </pc:picChg>
        <pc:picChg chg="mod">
          <ac:chgData name="Pontus Wittenmark" userId="f735600e1fbeff6c" providerId="LiveId" clId="{978475A9-2A7C-455B-B887-D8EAEF62DCEF}" dt="2025-05-12T12:02:03.048" v="1294" actId="1076"/>
          <ac:picMkLst>
            <pc:docMk/>
            <pc:sldMk cId="1596048161" sldId="329"/>
            <ac:picMk id="14" creationId="{00000000-0000-0000-0000-000000000000}"/>
          </ac:picMkLst>
        </pc:picChg>
        <pc:cxnChg chg="mod">
          <ac:chgData name="Pontus Wittenmark" userId="f735600e1fbeff6c" providerId="LiveId" clId="{978475A9-2A7C-455B-B887-D8EAEF62DCEF}" dt="2025-05-12T12:02:03.048" v="1294" actId="1076"/>
          <ac:cxnSpMkLst>
            <pc:docMk/>
            <pc:sldMk cId="1596048161" sldId="329"/>
            <ac:cxnSpMk id="16" creationId="{00000000-0000-0000-0000-000000000000}"/>
          </ac:cxnSpMkLst>
        </pc:cxnChg>
        <pc:cxnChg chg="mod">
          <ac:chgData name="Pontus Wittenmark" userId="f735600e1fbeff6c" providerId="LiveId" clId="{978475A9-2A7C-455B-B887-D8EAEF62DCEF}" dt="2025-05-12T12:02:03.048" v="1294" actId="1076"/>
          <ac:cxnSpMkLst>
            <pc:docMk/>
            <pc:sldMk cId="1596048161" sldId="329"/>
            <ac:cxnSpMk id="18" creationId="{00000000-0000-0000-0000-000000000000}"/>
          </ac:cxnSpMkLst>
        </pc:cxnChg>
        <pc:cxnChg chg="mod">
          <ac:chgData name="Pontus Wittenmark" userId="f735600e1fbeff6c" providerId="LiveId" clId="{978475A9-2A7C-455B-B887-D8EAEF62DCEF}" dt="2025-05-12T12:02:03.048" v="1294" actId="1076"/>
          <ac:cxnSpMkLst>
            <pc:docMk/>
            <pc:sldMk cId="1596048161" sldId="329"/>
            <ac:cxnSpMk id="20" creationId="{00000000-0000-0000-0000-000000000000}"/>
          </ac:cxnSpMkLst>
        </pc:cxnChg>
      </pc:sldChg>
      <pc:sldChg chg="add del">
        <pc:chgData name="Pontus Wittenmark" userId="f735600e1fbeff6c" providerId="LiveId" clId="{978475A9-2A7C-455B-B887-D8EAEF62DCEF}" dt="2025-05-14T08:09:41.296" v="1458" actId="47"/>
        <pc:sldMkLst>
          <pc:docMk/>
          <pc:sldMk cId="3477764966" sldId="332"/>
        </pc:sldMkLst>
      </pc:sldChg>
      <pc:sldChg chg="modSp mod">
        <pc:chgData name="Pontus Wittenmark" userId="f735600e1fbeff6c" providerId="LiveId" clId="{978475A9-2A7C-455B-B887-D8EAEF62DCEF}" dt="2025-05-12T12:01:46.578" v="1293" actId="20577"/>
        <pc:sldMkLst>
          <pc:docMk/>
          <pc:sldMk cId="2470442989" sldId="338"/>
        </pc:sldMkLst>
        <pc:spChg chg="mod">
          <ac:chgData name="Pontus Wittenmark" userId="f735600e1fbeff6c" providerId="LiveId" clId="{978475A9-2A7C-455B-B887-D8EAEF62DCEF}" dt="2025-05-12T12:01:46.578" v="1293" actId="20577"/>
          <ac:spMkLst>
            <pc:docMk/>
            <pc:sldMk cId="2470442989" sldId="338"/>
            <ac:spMk id="3" creationId="{00000000-0000-0000-0000-000000000000}"/>
          </ac:spMkLst>
        </pc:spChg>
      </pc:sldChg>
      <pc:sldChg chg="addSp modSp mod">
        <pc:chgData name="Pontus Wittenmark" userId="f735600e1fbeff6c" providerId="LiveId" clId="{978475A9-2A7C-455B-B887-D8EAEF62DCEF}" dt="2025-05-12T11:04:20.144" v="1281" actId="20577"/>
        <pc:sldMkLst>
          <pc:docMk/>
          <pc:sldMk cId="2275669686" sldId="372"/>
        </pc:sldMkLst>
        <pc:spChg chg="mod">
          <ac:chgData name="Pontus Wittenmark" userId="f735600e1fbeff6c" providerId="LiveId" clId="{978475A9-2A7C-455B-B887-D8EAEF62DCEF}" dt="2025-05-12T11:04:20.144" v="1281" actId="20577"/>
          <ac:spMkLst>
            <pc:docMk/>
            <pc:sldMk cId="2275669686" sldId="372"/>
            <ac:spMk id="3" creationId="{1D19CCF8-DB9C-BA79-EB94-8FE1964532B7}"/>
          </ac:spMkLst>
        </pc:spChg>
        <pc:spChg chg="mod">
          <ac:chgData name="Pontus Wittenmark" userId="f735600e1fbeff6c" providerId="LiveId" clId="{978475A9-2A7C-455B-B887-D8EAEF62DCEF}" dt="2025-05-12T10:30:28.848" v="1275" actId="1076"/>
          <ac:spMkLst>
            <pc:docMk/>
            <pc:sldMk cId="2275669686" sldId="372"/>
            <ac:spMk id="4" creationId="{7A86D54C-F266-4807-8E6A-79A532FAA6FD}"/>
          </ac:spMkLst>
        </pc:spChg>
        <pc:spChg chg="add mod">
          <ac:chgData name="Pontus Wittenmark" userId="f735600e1fbeff6c" providerId="LiveId" clId="{978475A9-2A7C-455B-B887-D8EAEF62DCEF}" dt="2025-05-12T10:30:20.712" v="1274" actId="14100"/>
          <ac:spMkLst>
            <pc:docMk/>
            <pc:sldMk cId="2275669686" sldId="372"/>
            <ac:spMk id="6" creationId="{1344B20F-050E-A0EA-E1F4-54A9E1155DC1}"/>
          </ac:spMkLst>
        </pc:spChg>
        <pc:cxnChg chg="add mod">
          <ac:chgData name="Pontus Wittenmark" userId="f735600e1fbeff6c" providerId="LiveId" clId="{978475A9-2A7C-455B-B887-D8EAEF62DCEF}" dt="2025-05-12T10:30:32.523" v="1276" actId="14100"/>
          <ac:cxnSpMkLst>
            <pc:docMk/>
            <pc:sldMk cId="2275669686" sldId="372"/>
            <ac:cxnSpMk id="8" creationId="{58BD6A48-0C87-90AA-63BA-5EE877A128DC}"/>
          </ac:cxnSpMkLst>
        </pc:cxnChg>
        <pc:cxnChg chg="add mod">
          <ac:chgData name="Pontus Wittenmark" userId="f735600e1fbeff6c" providerId="LiveId" clId="{978475A9-2A7C-455B-B887-D8EAEF62DCEF}" dt="2025-05-12T10:30:35.482" v="1277" actId="14100"/>
          <ac:cxnSpMkLst>
            <pc:docMk/>
            <pc:sldMk cId="2275669686" sldId="372"/>
            <ac:cxnSpMk id="10" creationId="{DFB2C2CE-B25C-2326-94E2-DC351A9401D2}"/>
          </ac:cxnSpMkLst>
        </pc:cxnChg>
        <pc:cxnChg chg="add mod">
          <ac:chgData name="Pontus Wittenmark" userId="f735600e1fbeff6c" providerId="LiveId" clId="{978475A9-2A7C-455B-B887-D8EAEF62DCEF}" dt="2025-05-12T10:30:39.478" v="1278" actId="14100"/>
          <ac:cxnSpMkLst>
            <pc:docMk/>
            <pc:sldMk cId="2275669686" sldId="372"/>
            <ac:cxnSpMk id="12" creationId="{A966B5EC-D202-C80A-15BC-BD43B344EA83}"/>
          </ac:cxnSpMkLst>
        </pc:cxnChg>
        <pc:cxnChg chg="add mod">
          <ac:chgData name="Pontus Wittenmark" userId="f735600e1fbeff6c" providerId="LiveId" clId="{978475A9-2A7C-455B-B887-D8EAEF62DCEF}" dt="2025-05-12T10:30:42.173" v="1279" actId="14100"/>
          <ac:cxnSpMkLst>
            <pc:docMk/>
            <pc:sldMk cId="2275669686" sldId="372"/>
            <ac:cxnSpMk id="14" creationId="{CFE7F7E5-851A-3DF8-243F-DECF067CA626}"/>
          </ac:cxnSpMkLst>
        </pc:cxnChg>
      </pc:sldChg>
      <pc:sldChg chg="modSp mod">
        <pc:chgData name="Pontus Wittenmark" userId="f735600e1fbeff6c" providerId="LiveId" clId="{978475A9-2A7C-455B-B887-D8EAEF62DCEF}" dt="2025-05-12T12:08:11.824" v="1323" actId="20577"/>
        <pc:sldMkLst>
          <pc:docMk/>
          <pc:sldMk cId="2614147681" sldId="374"/>
        </pc:sldMkLst>
        <pc:spChg chg="mod">
          <ac:chgData name="Pontus Wittenmark" userId="f735600e1fbeff6c" providerId="LiveId" clId="{978475A9-2A7C-455B-B887-D8EAEF62DCEF}" dt="2025-05-12T12:08:11.824" v="1323" actId="20577"/>
          <ac:spMkLst>
            <pc:docMk/>
            <pc:sldMk cId="2614147681" sldId="374"/>
            <ac:spMk id="3" creationId="{00000000-0000-0000-0000-000000000000}"/>
          </ac:spMkLst>
        </pc:spChg>
      </pc:sldChg>
      <pc:sldChg chg="modSp del mod">
        <pc:chgData name="Pontus Wittenmark" userId="f735600e1fbeff6c" providerId="LiveId" clId="{978475A9-2A7C-455B-B887-D8EAEF62DCEF}" dt="2025-05-14T06:59:35.611" v="1456" actId="47"/>
        <pc:sldMkLst>
          <pc:docMk/>
          <pc:sldMk cId="3843696743" sldId="380"/>
        </pc:sldMkLst>
      </pc:sldChg>
      <pc:sldChg chg="modSp mod modShow">
        <pc:chgData name="Pontus Wittenmark" userId="f735600e1fbeff6c" providerId="LiveId" clId="{978475A9-2A7C-455B-B887-D8EAEF62DCEF}" dt="2025-05-12T09:35:36.244" v="652" actId="20577"/>
        <pc:sldMkLst>
          <pc:docMk/>
          <pc:sldMk cId="195544801" sldId="382"/>
        </pc:sldMkLst>
        <pc:graphicFrameChg chg="mod">
          <ac:chgData name="Pontus Wittenmark" userId="f735600e1fbeff6c" providerId="LiveId" clId="{978475A9-2A7C-455B-B887-D8EAEF62DCEF}" dt="2025-05-12T09:35:36.244" v="652" actId="20577"/>
          <ac:graphicFrameMkLst>
            <pc:docMk/>
            <pc:sldMk cId="195544801" sldId="382"/>
            <ac:graphicFrameMk id="7" creationId="{993B62B7-2F3E-BF8E-9E09-C56BE737FD0C}"/>
          </ac:graphicFrameMkLst>
        </pc:graphicFrameChg>
      </pc:sldChg>
      <pc:sldChg chg="addSp delSp modSp mod">
        <pc:chgData name="Pontus Wittenmark" userId="f735600e1fbeff6c" providerId="LiveId" clId="{978475A9-2A7C-455B-B887-D8EAEF62DCEF}" dt="2025-05-12T10:28:07.462" v="1238" actId="20577"/>
        <pc:sldMkLst>
          <pc:docMk/>
          <pc:sldMk cId="2280513453" sldId="384"/>
        </pc:sldMkLst>
        <pc:spChg chg="mod">
          <ac:chgData name="Pontus Wittenmark" userId="f735600e1fbeff6c" providerId="LiveId" clId="{978475A9-2A7C-455B-B887-D8EAEF62DCEF}" dt="2025-05-12T10:24:45.687" v="1049" actId="20577"/>
          <ac:spMkLst>
            <pc:docMk/>
            <pc:sldMk cId="2280513453" sldId="384"/>
            <ac:spMk id="2" creationId="{A7AC1EB8-E8F0-E261-B9C3-D494D1E6AAE8}"/>
          </ac:spMkLst>
        </pc:spChg>
        <pc:spChg chg="mod">
          <ac:chgData name="Pontus Wittenmark" userId="f735600e1fbeff6c" providerId="LiveId" clId="{978475A9-2A7C-455B-B887-D8EAEF62DCEF}" dt="2025-05-12T10:28:07.462" v="1238" actId="20577"/>
          <ac:spMkLst>
            <pc:docMk/>
            <pc:sldMk cId="2280513453" sldId="384"/>
            <ac:spMk id="3" creationId="{5294C520-CA65-FB70-ECE0-96B7479E1191}"/>
          </ac:spMkLst>
        </pc:spChg>
      </pc:sldChg>
      <pc:sldChg chg="modSp mod">
        <pc:chgData name="Pontus Wittenmark" userId="f735600e1fbeff6c" providerId="LiveId" clId="{978475A9-2A7C-455B-B887-D8EAEF62DCEF}" dt="2025-05-12T13:56:11.426" v="1454" actId="20577"/>
        <pc:sldMkLst>
          <pc:docMk/>
          <pc:sldMk cId="3150133363" sldId="387"/>
        </pc:sldMkLst>
        <pc:spChg chg="mod">
          <ac:chgData name="Pontus Wittenmark" userId="f735600e1fbeff6c" providerId="LiveId" clId="{978475A9-2A7C-455B-B887-D8EAEF62DCEF}" dt="2025-05-12T13:03:40.013" v="1356"/>
          <ac:spMkLst>
            <pc:docMk/>
            <pc:sldMk cId="3150133363" sldId="387"/>
            <ac:spMk id="3" creationId="{1A6A28FC-95E9-6646-94F4-1D0A4B4C1542}"/>
          </ac:spMkLst>
        </pc:spChg>
        <pc:spChg chg="mod">
          <ac:chgData name="Pontus Wittenmark" userId="f735600e1fbeff6c" providerId="LiveId" clId="{978475A9-2A7C-455B-B887-D8EAEF62DCEF}" dt="2025-05-12T13:56:11.426" v="1454" actId="20577"/>
          <ac:spMkLst>
            <pc:docMk/>
            <pc:sldMk cId="3150133363" sldId="387"/>
            <ac:spMk id="12" creationId="{0BEA60CD-5DB2-7684-2B7E-CB797C4379A7}"/>
          </ac:spMkLst>
        </pc:spChg>
      </pc:sldChg>
      <pc:sldChg chg="modSp mod">
        <pc:chgData name="Pontus Wittenmark" userId="f735600e1fbeff6c" providerId="LiveId" clId="{978475A9-2A7C-455B-B887-D8EAEF62DCEF}" dt="2025-05-11T18:39:22.344" v="16" actId="20577"/>
        <pc:sldMkLst>
          <pc:docMk/>
          <pc:sldMk cId="2397416763" sldId="391"/>
        </pc:sldMkLst>
        <pc:spChg chg="mod">
          <ac:chgData name="Pontus Wittenmark" userId="f735600e1fbeff6c" providerId="LiveId" clId="{978475A9-2A7C-455B-B887-D8EAEF62DCEF}" dt="2025-05-11T18:39:22.344" v="16" actId="20577"/>
          <ac:spMkLst>
            <pc:docMk/>
            <pc:sldMk cId="2397416763" sldId="391"/>
            <ac:spMk id="3" creationId="{CCE8F47E-CCE9-5BF8-ACDB-1B7344D2F77A}"/>
          </ac:spMkLst>
        </pc:spChg>
      </pc:sldChg>
      <pc:sldChg chg="modSp mod">
        <pc:chgData name="Pontus Wittenmark" userId="f735600e1fbeff6c" providerId="LiveId" clId="{978475A9-2A7C-455B-B887-D8EAEF62DCEF}" dt="2025-05-12T13:03:29.758" v="1353" actId="14100"/>
        <pc:sldMkLst>
          <pc:docMk/>
          <pc:sldMk cId="3052013440" sldId="392"/>
        </pc:sldMkLst>
        <pc:spChg chg="mod">
          <ac:chgData name="Pontus Wittenmark" userId="f735600e1fbeff6c" providerId="LiveId" clId="{978475A9-2A7C-455B-B887-D8EAEF62DCEF}" dt="2025-05-12T13:03:29.758" v="1353" actId="14100"/>
          <ac:spMkLst>
            <pc:docMk/>
            <pc:sldMk cId="3052013440" sldId="392"/>
            <ac:spMk id="4" creationId="{70F4E2D3-C728-3507-AA4A-8F10A4AF5498}"/>
          </ac:spMkLst>
        </pc:spChg>
      </pc:sldChg>
      <pc:sldChg chg="modSp mod ord">
        <pc:chgData name="Pontus Wittenmark" userId="f735600e1fbeff6c" providerId="LiveId" clId="{978475A9-2A7C-455B-B887-D8EAEF62DCEF}" dt="2025-05-12T09:03:41.589" v="126" actId="20577"/>
        <pc:sldMkLst>
          <pc:docMk/>
          <pc:sldMk cId="480162726" sldId="393"/>
        </pc:sldMkLst>
        <pc:spChg chg="mod">
          <ac:chgData name="Pontus Wittenmark" userId="f735600e1fbeff6c" providerId="LiveId" clId="{978475A9-2A7C-455B-B887-D8EAEF62DCEF}" dt="2025-05-12T09:02:45.401" v="65" actId="20577"/>
          <ac:spMkLst>
            <pc:docMk/>
            <pc:sldMk cId="480162726" sldId="393"/>
            <ac:spMk id="2" creationId="{2B79C161-92B4-76CB-0434-E74872AB2C4F}"/>
          </ac:spMkLst>
        </pc:spChg>
        <pc:spChg chg="mod">
          <ac:chgData name="Pontus Wittenmark" userId="f735600e1fbeff6c" providerId="LiveId" clId="{978475A9-2A7C-455B-B887-D8EAEF62DCEF}" dt="2025-05-12T09:03:41.589" v="126" actId="20577"/>
          <ac:spMkLst>
            <pc:docMk/>
            <pc:sldMk cId="480162726" sldId="393"/>
            <ac:spMk id="3" creationId="{81DBB5D6-5C6E-20DA-299C-F91A903CD677}"/>
          </ac:spMkLst>
        </pc:spChg>
      </pc:sldChg>
      <pc:sldChg chg="modSp add mod ord">
        <pc:chgData name="Pontus Wittenmark" userId="f735600e1fbeff6c" providerId="LiveId" clId="{978475A9-2A7C-455B-B887-D8EAEF62DCEF}" dt="2025-05-12T13:27:58.957" v="1405" actId="20577"/>
        <pc:sldMkLst>
          <pc:docMk/>
          <pc:sldMk cId="534520562" sldId="410"/>
        </pc:sldMkLst>
        <pc:spChg chg="mod">
          <ac:chgData name="Pontus Wittenmark" userId="f735600e1fbeff6c" providerId="LiveId" clId="{978475A9-2A7C-455B-B887-D8EAEF62DCEF}" dt="2025-05-12T09:03:00.507" v="80" actId="20577"/>
          <ac:spMkLst>
            <pc:docMk/>
            <pc:sldMk cId="534520562" sldId="410"/>
            <ac:spMk id="2" creationId="{FD210DA5-9C50-4F76-669C-5F0F0E0D3B83}"/>
          </ac:spMkLst>
        </pc:spChg>
        <pc:spChg chg="mod">
          <ac:chgData name="Pontus Wittenmark" userId="f735600e1fbeff6c" providerId="LiveId" clId="{978475A9-2A7C-455B-B887-D8EAEF62DCEF}" dt="2025-05-12T13:27:58.957" v="1405" actId="20577"/>
          <ac:spMkLst>
            <pc:docMk/>
            <pc:sldMk cId="534520562" sldId="410"/>
            <ac:spMk id="3" creationId="{8627F319-028B-616D-A6BF-4721E4C4D103}"/>
          </ac:spMkLst>
        </pc:spChg>
      </pc:sldChg>
      <pc:sldChg chg="add">
        <pc:chgData name="Pontus Wittenmark" userId="f735600e1fbeff6c" providerId="LiveId" clId="{978475A9-2A7C-455B-B887-D8EAEF62DCEF}" dt="2025-05-12T10:24:38.029" v="1030" actId="2890"/>
        <pc:sldMkLst>
          <pc:docMk/>
          <pc:sldMk cId="1703753005" sldId="411"/>
        </pc:sldMkLst>
      </pc:sldChg>
      <pc:sldChg chg="add">
        <pc:chgData name="Pontus Wittenmark" userId="f735600e1fbeff6c" providerId="LiveId" clId="{978475A9-2A7C-455B-B887-D8EAEF62DCEF}" dt="2025-05-14T08:09:39.317" v="1457"/>
        <pc:sldMkLst>
          <pc:docMk/>
          <pc:sldMk cId="2839777526" sldId="412"/>
        </pc:sldMkLst>
      </pc:sldChg>
    </pc:docChg>
  </pc:docChgLst>
  <pc:docChgLst>
    <pc:chgData name="Pontus Wittenmark" userId="f735600e1fbeff6c" providerId="LiveId" clId="{784E6CC2-35DD-4DDD-BBC2-F70AAF1C78ED}"/>
    <pc:docChg chg="undo custSel modSld">
      <pc:chgData name="Pontus Wittenmark" userId="f735600e1fbeff6c" providerId="LiveId" clId="{784E6CC2-35DD-4DDD-BBC2-F70AAF1C78ED}" dt="2022-12-23T11:59:47.266" v="780" actId="20577"/>
      <pc:docMkLst>
        <pc:docMk/>
      </pc:docMkLst>
      <pc:sldChg chg="modSp mod">
        <pc:chgData name="Pontus Wittenmark" userId="f735600e1fbeff6c" providerId="LiveId" clId="{784E6CC2-35DD-4DDD-BBC2-F70AAF1C78ED}" dt="2022-12-23T11:59:47.266" v="780" actId="20577"/>
        <pc:sldMkLst>
          <pc:docMk/>
          <pc:sldMk cId="2863309433" sldId="273"/>
        </pc:sldMkLst>
      </pc:sldChg>
    </pc:docChg>
  </pc:docChgLst>
  <pc:docChgLst>
    <pc:chgData name="Pontus Wittenmark" userId="f735600e1fbeff6c" providerId="LiveId" clId="{366674EC-A3DF-47B2-9735-F79116450CB9}"/>
    <pc:docChg chg="undo custSel modSld sldOrd">
      <pc:chgData name="Pontus Wittenmark" userId="f735600e1fbeff6c" providerId="LiveId" clId="{366674EC-A3DF-47B2-9735-F79116450CB9}" dt="2021-09-07T09:03:43.371" v="90" actId="27636"/>
      <pc:docMkLst>
        <pc:docMk/>
      </pc:docMkLst>
      <pc:sldChg chg="ord">
        <pc:chgData name="Pontus Wittenmark" userId="f735600e1fbeff6c" providerId="LiveId" clId="{366674EC-A3DF-47B2-9735-F79116450CB9}" dt="2021-09-06T10:07:53.086" v="3"/>
        <pc:sldMkLst>
          <pc:docMk/>
          <pc:sldMk cId="3545048980" sldId="358"/>
        </pc:sldMkLst>
      </pc:sldChg>
    </pc:docChg>
  </pc:docChgLst>
  <pc:docChgLst>
    <pc:chgData name="Pontus Wittenmark" userId="f735600e1fbeff6c" providerId="LiveId" clId="{34B9A227-B9A1-4304-B91B-A97794CAA208}"/>
    <pc:docChg chg="undo custSel addSld delSld modSld sldOrd">
      <pc:chgData name="Pontus Wittenmark" userId="f735600e1fbeff6c" providerId="LiveId" clId="{34B9A227-B9A1-4304-B91B-A97794CAA208}" dt="2024-10-29T14:40:26.508" v="1055" actId="114"/>
      <pc:docMkLst>
        <pc:docMk/>
      </pc:docMkLst>
      <pc:sldChg chg="modSp mod">
        <pc:chgData name="Pontus Wittenmark" userId="f735600e1fbeff6c" providerId="LiveId" clId="{34B9A227-B9A1-4304-B91B-A97794CAA208}" dt="2024-10-29T13:32:02.130" v="860" actId="20577"/>
        <pc:sldMkLst>
          <pc:docMk/>
          <pc:sldMk cId="2863309433" sldId="273"/>
        </pc:sldMkLst>
      </pc:sldChg>
      <pc:sldChg chg="modSp mod">
        <pc:chgData name="Pontus Wittenmark" userId="f735600e1fbeff6c" providerId="LiveId" clId="{34B9A227-B9A1-4304-B91B-A97794CAA208}" dt="2024-10-29T14:38:51.163" v="980"/>
        <pc:sldMkLst>
          <pc:docMk/>
          <pc:sldMk cId="2371158586" sldId="304"/>
        </pc:sldMkLst>
      </pc:sldChg>
      <pc:sldChg chg="modSp mod">
        <pc:chgData name="Pontus Wittenmark" userId="f735600e1fbeff6c" providerId="LiveId" clId="{34B9A227-B9A1-4304-B91B-A97794CAA208}" dt="2024-10-29T13:33:28.733" v="866" actId="1076"/>
        <pc:sldMkLst>
          <pc:docMk/>
          <pc:sldMk cId="599475062" sldId="355"/>
        </pc:sldMkLst>
      </pc:sldChg>
      <pc:sldChg chg="modSp mod ord">
        <pc:chgData name="Pontus Wittenmark" userId="f735600e1fbeff6c" providerId="LiveId" clId="{34B9A227-B9A1-4304-B91B-A97794CAA208}" dt="2024-10-29T09:14:55.062" v="529" actId="20577"/>
        <pc:sldMkLst>
          <pc:docMk/>
          <pc:sldMk cId="3545048980" sldId="358"/>
        </pc:sldMkLst>
      </pc:sldChg>
      <pc:sldChg chg="modSp mod">
        <pc:chgData name="Pontus Wittenmark" userId="f735600e1fbeff6c" providerId="LiveId" clId="{34B9A227-B9A1-4304-B91B-A97794CAA208}" dt="2024-10-29T12:50:44.762" v="614" actId="20577"/>
        <pc:sldMkLst>
          <pc:docMk/>
          <pc:sldMk cId="4226874424" sldId="367"/>
        </pc:sldMkLst>
      </pc:sldChg>
      <pc:sldChg chg="modSp mod">
        <pc:chgData name="Pontus Wittenmark" userId="f735600e1fbeff6c" providerId="LiveId" clId="{34B9A227-B9A1-4304-B91B-A97794CAA208}" dt="2024-10-29T13:44:59.590" v="873" actId="404"/>
        <pc:sldMkLst>
          <pc:docMk/>
          <pc:sldMk cId="2275669686" sldId="372"/>
        </pc:sldMkLst>
      </pc:sldChg>
      <pc:sldChg chg="modSp del mod">
        <pc:chgData name="Pontus Wittenmark" userId="f735600e1fbeff6c" providerId="LiveId" clId="{34B9A227-B9A1-4304-B91B-A97794CAA208}" dt="2024-10-29T07:41:29.626" v="55" actId="47"/>
        <pc:sldMkLst>
          <pc:docMk/>
          <pc:sldMk cId="3131394288" sldId="373"/>
        </pc:sldMkLst>
      </pc:sldChg>
      <pc:sldChg chg="modSp mod">
        <pc:chgData name="Pontus Wittenmark" userId="f735600e1fbeff6c" providerId="LiveId" clId="{34B9A227-B9A1-4304-B91B-A97794CAA208}" dt="2024-10-29T13:24:10.355" v="847" actId="114"/>
        <pc:sldMkLst>
          <pc:docMk/>
          <pc:sldMk cId="3793026633" sldId="375"/>
        </pc:sldMkLst>
      </pc:sldChg>
      <pc:sldChg chg="modSp mod">
        <pc:chgData name="Pontus Wittenmark" userId="f735600e1fbeff6c" providerId="LiveId" clId="{34B9A227-B9A1-4304-B91B-A97794CAA208}" dt="2024-10-29T14:40:26.508" v="1055" actId="114"/>
        <pc:sldMkLst>
          <pc:docMk/>
          <pc:sldMk cId="1502067700" sldId="378"/>
        </pc:sldMkLst>
      </pc:sldChg>
      <pc:sldChg chg="modSp mod">
        <pc:chgData name="Pontus Wittenmark" userId="f735600e1fbeff6c" providerId="LiveId" clId="{34B9A227-B9A1-4304-B91B-A97794CAA208}" dt="2024-10-29T13:50:41.998" v="942" actId="20577"/>
        <pc:sldMkLst>
          <pc:docMk/>
          <pc:sldMk cId="3843696743" sldId="380"/>
        </pc:sldMkLst>
      </pc:sldChg>
      <pc:sldChg chg="modSp add mod">
        <pc:chgData name="Pontus Wittenmark" userId="f735600e1fbeff6c" providerId="LiveId" clId="{34B9A227-B9A1-4304-B91B-A97794CAA208}" dt="2024-10-29T10:09:49.475" v="601" actId="20577"/>
        <pc:sldMkLst>
          <pc:docMk/>
          <pc:sldMk cId="195544801" sldId="382"/>
        </pc:sldMkLst>
      </pc:sldChg>
      <pc:sldChg chg="addSp delSp modSp new del mod modClrScheme chgLayout">
        <pc:chgData name="Pontus Wittenmark" userId="f735600e1fbeff6c" providerId="LiveId" clId="{34B9A227-B9A1-4304-B91B-A97794CAA208}" dt="2024-10-29T07:41:34.031" v="56" actId="47"/>
        <pc:sldMkLst>
          <pc:docMk/>
          <pc:sldMk cId="3053734103" sldId="383"/>
        </pc:sldMkLst>
      </pc:sldChg>
    </pc:docChg>
  </pc:docChgLst>
  <pc:docChgLst>
    <pc:chgData name="Pontus Wittenmark" userId="f735600e1fbeff6c" providerId="LiveId" clId="{F9452079-CF1D-4E7F-B67C-F1182FC36F27}"/>
    <pc:docChg chg="modSld sldOrd">
      <pc:chgData name="Pontus Wittenmark" userId="f735600e1fbeff6c" providerId="LiveId" clId="{F9452079-CF1D-4E7F-B67C-F1182FC36F27}" dt="2022-07-07T09:30:26.116" v="40" actId="20577"/>
      <pc:docMkLst>
        <pc:docMk/>
      </pc:docMkLst>
      <pc:sldChg chg="ord">
        <pc:chgData name="Pontus Wittenmark" userId="f735600e1fbeff6c" providerId="LiveId" clId="{F9452079-CF1D-4E7F-B67C-F1182FC36F27}" dt="2022-07-07T08:05:26.025" v="16"/>
        <pc:sldMkLst>
          <pc:docMk/>
          <pc:sldMk cId="3835490343" sldId="310"/>
        </pc:sldMkLst>
      </pc:sldChg>
      <pc:sldChg chg="modSp mod">
        <pc:chgData name="Pontus Wittenmark" userId="f735600e1fbeff6c" providerId="LiveId" clId="{F9452079-CF1D-4E7F-B67C-F1182FC36F27}" dt="2022-07-07T08:05:36.053" v="17" actId="20577"/>
        <pc:sldMkLst>
          <pc:docMk/>
          <pc:sldMk cId="3545048980" sldId="358"/>
        </pc:sldMkLst>
      </pc:sldChg>
      <pc:sldChg chg="modSp mod ord">
        <pc:chgData name="Pontus Wittenmark" userId="f735600e1fbeff6c" providerId="LiveId" clId="{F9452079-CF1D-4E7F-B67C-F1182FC36F27}" dt="2022-07-07T08:27:12.149" v="37"/>
        <pc:sldMkLst>
          <pc:docMk/>
          <pc:sldMk cId="3131394288" sldId="373"/>
        </pc:sldMkLst>
      </pc:sldChg>
      <pc:sldChg chg="modSp mod">
        <pc:chgData name="Pontus Wittenmark" userId="f735600e1fbeff6c" providerId="LiveId" clId="{F9452079-CF1D-4E7F-B67C-F1182FC36F27}" dt="2022-07-07T09:30:26.116" v="40" actId="20577"/>
        <pc:sldMkLst>
          <pc:docMk/>
          <pc:sldMk cId="2614147681" sldId="374"/>
        </pc:sldMkLst>
      </pc:sldChg>
    </pc:docChg>
  </pc:docChgLst>
  <pc:docChgLst>
    <pc:chgData name="Pontus Wittenmark" userId="f735600e1fbeff6c" providerId="LiveId" clId="{87DCD8A1-38EB-4509-8CBA-4A688C083A9E}"/>
    <pc:docChg chg="undo redo custSel addSld delSld modSld sldOrd">
      <pc:chgData name="Pontus Wittenmark" userId="f735600e1fbeff6c" providerId="LiveId" clId="{87DCD8A1-38EB-4509-8CBA-4A688C083A9E}" dt="2025-05-10T09:39:36.956" v="8015" actId="20577"/>
      <pc:docMkLst>
        <pc:docMk/>
      </pc:docMkLst>
      <pc:sldChg chg="modSp mod ord">
        <pc:chgData name="Pontus Wittenmark" userId="f735600e1fbeff6c" providerId="LiveId" clId="{87DCD8A1-38EB-4509-8CBA-4A688C083A9E}" dt="2025-05-10T09:21:03.279" v="7526"/>
        <pc:sldMkLst>
          <pc:docMk/>
          <pc:sldMk cId="2863309433" sldId="273"/>
        </pc:sldMkLst>
        <pc:spChg chg="mod">
          <ac:chgData name="Pontus Wittenmark" userId="f735600e1fbeff6c" providerId="LiveId" clId="{87DCD8A1-38EB-4509-8CBA-4A688C083A9E}" dt="2025-05-10T09:20:45.343" v="7524" actId="20577"/>
          <ac:spMkLst>
            <pc:docMk/>
            <pc:sldMk cId="2863309433" sldId="273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87DCD8A1-38EB-4509-8CBA-4A688C083A9E}" dt="2025-05-05T12:39:31.657" v="3066" actId="27636"/>
        <pc:sldMkLst>
          <pc:docMk/>
          <pc:sldMk cId="2371158586" sldId="304"/>
        </pc:sldMkLst>
        <pc:spChg chg="mod">
          <ac:chgData name="Pontus Wittenmark" userId="f735600e1fbeff6c" providerId="LiveId" clId="{87DCD8A1-38EB-4509-8CBA-4A688C083A9E}" dt="2025-05-05T12:39:31.657" v="3066" actId="27636"/>
          <ac:spMkLst>
            <pc:docMk/>
            <pc:sldMk cId="2371158586" sldId="304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87DCD8A1-38EB-4509-8CBA-4A688C083A9E}" dt="2025-04-29T09:09:35.704" v="827" actId="1076"/>
        <pc:sldMkLst>
          <pc:docMk/>
          <pc:sldMk cId="972327182" sldId="351"/>
        </pc:sldMkLst>
      </pc:sldChg>
      <pc:sldChg chg="modSp mod">
        <pc:chgData name="Pontus Wittenmark" userId="f735600e1fbeff6c" providerId="LiveId" clId="{87DCD8A1-38EB-4509-8CBA-4A688C083A9E}" dt="2025-05-10T09:19:52.637" v="7511" actId="20577"/>
        <pc:sldMkLst>
          <pc:docMk/>
          <pc:sldMk cId="3691362410" sldId="356"/>
        </pc:sldMkLst>
        <pc:spChg chg="mod">
          <ac:chgData name="Pontus Wittenmark" userId="f735600e1fbeff6c" providerId="LiveId" clId="{87DCD8A1-38EB-4509-8CBA-4A688C083A9E}" dt="2025-05-10T09:17:06.935" v="7463" actId="1076"/>
          <ac:spMkLst>
            <pc:docMk/>
            <pc:sldMk cId="3691362410" sldId="356"/>
            <ac:spMk id="2" creationId="{00000000-0000-0000-0000-000000000000}"/>
          </ac:spMkLst>
        </pc:spChg>
        <pc:spChg chg="mod">
          <ac:chgData name="Pontus Wittenmark" userId="f735600e1fbeff6c" providerId="LiveId" clId="{87DCD8A1-38EB-4509-8CBA-4A688C083A9E}" dt="2025-05-10T09:19:52.637" v="7511" actId="20577"/>
          <ac:spMkLst>
            <pc:docMk/>
            <pc:sldMk cId="3691362410" sldId="356"/>
            <ac:spMk id="3" creationId="{00000000-0000-0000-0000-000000000000}"/>
          </ac:spMkLst>
        </pc:spChg>
      </pc:sldChg>
      <pc:sldChg chg="ord">
        <pc:chgData name="Pontus Wittenmark" userId="f735600e1fbeff6c" providerId="LiveId" clId="{87DCD8A1-38EB-4509-8CBA-4A688C083A9E}" dt="2025-04-29T08:56:01.277" v="1"/>
        <pc:sldMkLst>
          <pc:docMk/>
          <pc:sldMk cId="3545048980" sldId="358"/>
        </pc:sldMkLst>
      </pc:sldChg>
      <pc:sldChg chg="del">
        <pc:chgData name="Pontus Wittenmark" userId="f735600e1fbeff6c" providerId="LiveId" clId="{87DCD8A1-38EB-4509-8CBA-4A688C083A9E}" dt="2025-05-05T11:41:49.439" v="2810" actId="47"/>
        <pc:sldMkLst>
          <pc:docMk/>
          <pc:sldMk cId="3025551865" sldId="369"/>
        </pc:sldMkLst>
      </pc:sldChg>
      <pc:sldChg chg="modSp add del mod">
        <pc:chgData name="Pontus Wittenmark" userId="f735600e1fbeff6c" providerId="LiveId" clId="{87DCD8A1-38EB-4509-8CBA-4A688C083A9E}" dt="2025-05-05T12:47:18.464" v="3373" actId="20577"/>
        <pc:sldMkLst>
          <pc:docMk/>
          <pc:sldMk cId="4084019155" sldId="370"/>
        </pc:sldMkLst>
        <pc:spChg chg="mod">
          <ac:chgData name="Pontus Wittenmark" userId="f735600e1fbeff6c" providerId="LiveId" clId="{87DCD8A1-38EB-4509-8CBA-4A688C083A9E}" dt="2025-05-05T12:47:18.464" v="3373" actId="20577"/>
          <ac:spMkLst>
            <pc:docMk/>
            <pc:sldMk cId="4084019155" sldId="370"/>
            <ac:spMk id="3" creationId="{00000000-0000-0000-0000-000000000000}"/>
          </ac:spMkLst>
        </pc:spChg>
      </pc:sldChg>
      <pc:sldChg chg="modSp mod">
        <pc:chgData name="Pontus Wittenmark" userId="f735600e1fbeff6c" providerId="LiveId" clId="{87DCD8A1-38EB-4509-8CBA-4A688C083A9E}" dt="2025-04-29T09:02:56.664" v="270" actId="1076"/>
        <pc:sldMkLst>
          <pc:docMk/>
          <pc:sldMk cId="448705889" sldId="371"/>
        </pc:sldMkLst>
        <pc:picChg chg="mod">
          <ac:chgData name="Pontus Wittenmark" userId="f735600e1fbeff6c" providerId="LiveId" clId="{87DCD8A1-38EB-4509-8CBA-4A688C083A9E}" dt="2025-04-29T09:02:56.664" v="270" actId="1076"/>
          <ac:picMkLst>
            <pc:docMk/>
            <pc:sldMk cId="448705889" sldId="371"/>
            <ac:picMk id="4" creationId="{00000000-0000-0000-0000-000000000000}"/>
          </ac:picMkLst>
        </pc:picChg>
      </pc:sldChg>
      <pc:sldChg chg="addSp modSp mod">
        <pc:chgData name="Pontus Wittenmark" userId="f735600e1fbeff6c" providerId="LiveId" clId="{87DCD8A1-38EB-4509-8CBA-4A688C083A9E}" dt="2025-05-06T11:32:15.985" v="4056" actId="20577"/>
        <pc:sldMkLst>
          <pc:docMk/>
          <pc:sldMk cId="2275669686" sldId="372"/>
        </pc:sldMkLst>
        <pc:spChg chg="add mod">
          <ac:chgData name="Pontus Wittenmark" userId="f735600e1fbeff6c" providerId="LiveId" clId="{87DCD8A1-38EB-4509-8CBA-4A688C083A9E}" dt="2025-05-06T11:32:15.985" v="4056" actId="20577"/>
          <ac:spMkLst>
            <pc:docMk/>
            <pc:sldMk cId="2275669686" sldId="372"/>
            <ac:spMk id="3" creationId="{1D19CCF8-DB9C-BA79-EB94-8FE1964532B7}"/>
          </ac:spMkLst>
        </pc:spChg>
        <pc:spChg chg="mod">
          <ac:chgData name="Pontus Wittenmark" userId="f735600e1fbeff6c" providerId="LiveId" clId="{87DCD8A1-38EB-4509-8CBA-4A688C083A9E}" dt="2025-05-06T10:22:46.781" v="4049" actId="20577"/>
          <ac:spMkLst>
            <pc:docMk/>
            <pc:sldMk cId="2275669686" sldId="372"/>
            <ac:spMk id="4" creationId="{7A86D54C-F266-4807-8E6A-79A532FAA6FD}"/>
          </ac:spMkLst>
        </pc:spChg>
      </pc:sldChg>
      <pc:sldChg chg="modSp mod">
        <pc:chgData name="Pontus Wittenmark" userId="f735600e1fbeff6c" providerId="LiveId" clId="{87DCD8A1-38EB-4509-8CBA-4A688C083A9E}" dt="2025-05-06T12:18:31.145" v="4464" actId="20577"/>
        <pc:sldMkLst>
          <pc:docMk/>
          <pc:sldMk cId="2614147681" sldId="374"/>
        </pc:sldMkLst>
        <pc:spChg chg="mod">
          <ac:chgData name="Pontus Wittenmark" userId="f735600e1fbeff6c" providerId="LiveId" clId="{87DCD8A1-38EB-4509-8CBA-4A688C083A9E}" dt="2025-05-06T12:18:31.145" v="4464" actId="20577"/>
          <ac:spMkLst>
            <pc:docMk/>
            <pc:sldMk cId="2614147681" sldId="374"/>
            <ac:spMk id="3" creationId="{00000000-0000-0000-0000-000000000000}"/>
          </ac:spMkLst>
        </pc:spChg>
      </pc:sldChg>
      <pc:sldChg chg="modSp add del mod ord">
        <pc:chgData name="Pontus Wittenmark" userId="f735600e1fbeff6c" providerId="LiveId" clId="{87DCD8A1-38EB-4509-8CBA-4A688C083A9E}" dt="2025-05-10T09:14:52.979" v="7434" actId="47"/>
        <pc:sldMkLst>
          <pc:docMk/>
          <pc:sldMk cId="3793026633" sldId="375"/>
        </pc:sldMkLst>
      </pc:sldChg>
      <pc:sldChg chg="add del">
        <pc:chgData name="Pontus Wittenmark" userId="f735600e1fbeff6c" providerId="LiveId" clId="{87DCD8A1-38EB-4509-8CBA-4A688C083A9E}" dt="2025-05-10T09:14:52.979" v="7434" actId="47"/>
        <pc:sldMkLst>
          <pc:docMk/>
          <pc:sldMk cId="1112201194" sldId="381"/>
        </pc:sldMkLst>
      </pc:sldChg>
      <pc:sldChg chg="mod modShow">
        <pc:chgData name="Pontus Wittenmark" userId="f735600e1fbeff6c" providerId="LiveId" clId="{87DCD8A1-38EB-4509-8CBA-4A688C083A9E}" dt="2025-04-29T08:56:46.444" v="2" actId="729"/>
        <pc:sldMkLst>
          <pc:docMk/>
          <pc:sldMk cId="195544801" sldId="382"/>
        </pc:sldMkLst>
      </pc:sldChg>
      <pc:sldChg chg="addSp modSp add mod modShow">
        <pc:chgData name="Pontus Wittenmark" userId="f735600e1fbeff6c" providerId="LiveId" clId="{87DCD8A1-38EB-4509-8CBA-4A688C083A9E}" dt="2025-05-10T08:12:12.630" v="6524" actId="729"/>
        <pc:sldMkLst>
          <pc:docMk/>
          <pc:sldMk cId="1605574439" sldId="385"/>
        </pc:sldMkLst>
        <pc:spChg chg="mod">
          <ac:chgData name="Pontus Wittenmark" userId="f735600e1fbeff6c" providerId="LiveId" clId="{87DCD8A1-38EB-4509-8CBA-4A688C083A9E}" dt="2025-05-06T12:30:33.194" v="5141" actId="20577"/>
          <ac:spMkLst>
            <pc:docMk/>
            <pc:sldMk cId="1605574439" sldId="385"/>
            <ac:spMk id="2" creationId="{016882CB-27A8-E938-FA19-98D0B33F72AF}"/>
          </ac:spMkLst>
        </pc:spChg>
        <pc:spChg chg="mod">
          <ac:chgData name="Pontus Wittenmark" userId="f735600e1fbeff6c" providerId="LiveId" clId="{87DCD8A1-38EB-4509-8CBA-4A688C083A9E}" dt="2025-05-06T13:57:47.878" v="6522" actId="21"/>
          <ac:spMkLst>
            <pc:docMk/>
            <pc:sldMk cId="1605574439" sldId="385"/>
            <ac:spMk id="3" creationId="{9718F9D9-7086-54F3-E61B-0AB35C7D1FAE}"/>
          </ac:spMkLst>
        </pc:spChg>
        <pc:spChg chg="add mod">
          <ac:chgData name="Pontus Wittenmark" userId="f735600e1fbeff6c" providerId="LiveId" clId="{87DCD8A1-38EB-4509-8CBA-4A688C083A9E}" dt="2025-05-06T13:08:37.567" v="6326" actId="114"/>
          <ac:spMkLst>
            <pc:docMk/>
            <pc:sldMk cId="1605574439" sldId="385"/>
            <ac:spMk id="4" creationId="{D2C1320F-593D-BFF4-FB29-410EE264B19D}"/>
          </ac:spMkLst>
        </pc:spChg>
        <pc:spChg chg="add mod">
          <ac:chgData name="Pontus Wittenmark" userId="f735600e1fbeff6c" providerId="LiveId" clId="{87DCD8A1-38EB-4509-8CBA-4A688C083A9E}" dt="2025-05-06T13:08:42.898" v="6327" actId="14100"/>
          <ac:spMkLst>
            <pc:docMk/>
            <pc:sldMk cId="1605574439" sldId="385"/>
            <ac:spMk id="5" creationId="{06F689AB-95C9-752A-9754-7F4F0FCEFC3A}"/>
          </ac:spMkLst>
        </pc:spChg>
      </pc:sldChg>
      <pc:sldChg chg="modSp add del mod">
        <pc:chgData name="Pontus Wittenmark" userId="f735600e1fbeff6c" providerId="LiveId" clId="{87DCD8A1-38EB-4509-8CBA-4A688C083A9E}" dt="2025-05-06T13:06:19.570" v="6196" actId="2696"/>
        <pc:sldMkLst>
          <pc:docMk/>
          <pc:sldMk cId="3550422206" sldId="386"/>
        </pc:sldMkLst>
      </pc:sldChg>
      <pc:sldChg chg="addSp delSp modSp add del mod">
        <pc:chgData name="Pontus Wittenmark" userId="f735600e1fbeff6c" providerId="LiveId" clId="{87DCD8A1-38EB-4509-8CBA-4A688C083A9E}" dt="2025-05-05T12:12:47.530" v="3062" actId="47"/>
        <pc:sldMkLst>
          <pc:docMk/>
          <pc:sldMk cId="516534455" sldId="388"/>
        </pc:sldMkLst>
      </pc:sldChg>
      <pc:sldChg chg="modSp add mod">
        <pc:chgData name="Pontus Wittenmark" userId="f735600e1fbeff6c" providerId="LiveId" clId="{87DCD8A1-38EB-4509-8CBA-4A688C083A9E}" dt="2025-05-06T11:33:32.593" v="4071" actId="20577"/>
        <pc:sldMkLst>
          <pc:docMk/>
          <pc:sldMk cId="538104850" sldId="389"/>
        </pc:sldMkLst>
        <pc:spChg chg="mod">
          <ac:chgData name="Pontus Wittenmark" userId="f735600e1fbeff6c" providerId="LiveId" clId="{87DCD8A1-38EB-4509-8CBA-4A688C083A9E}" dt="2025-05-06T11:33:32.593" v="4071" actId="20577"/>
          <ac:spMkLst>
            <pc:docMk/>
            <pc:sldMk cId="538104850" sldId="389"/>
            <ac:spMk id="4" creationId="{9CECD663-8B32-88C0-84B7-56C464A7578F}"/>
          </ac:spMkLst>
        </pc:spChg>
      </pc:sldChg>
      <pc:sldChg chg="addSp modSp add mod">
        <pc:chgData name="Pontus Wittenmark" userId="f735600e1fbeff6c" providerId="LiveId" clId="{87DCD8A1-38EB-4509-8CBA-4A688C083A9E}" dt="2025-05-06T10:18:46.501" v="3925" actId="20577"/>
        <pc:sldMkLst>
          <pc:docMk/>
          <pc:sldMk cId="2913458215" sldId="390"/>
        </pc:sldMkLst>
        <pc:spChg chg="mod">
          <ac:chgData name="Pontus Wittenmark" userId="f735600e1fbeff6c" providerId="LiveId" clId="{87DCD8A1-38EB-4509-8CBA-4A688C083A9E}" dt="2025-05-06T09:59:09.266" v="3401" actId="20577"/>
          <ac:spMkLst>
            <pc:docMk/>
            <pc:sldMk cId="2913458215" sldId="390"/>
            <ac:spMk id="2" creationId="{41EBAA57-6A4E-EF9A-6038-EE93A8204BB5}"/>
          </ac:spMkLst>
        </pc:spChg>
        <pc:spChg chg="mod">
          <ac:chgData name="Pontus Wittenmark" userId="f735600e1fbeff6c" providerId="LiveId" clId="{87DCD8A1-38EB-4509-8CBA-4A688C083A9E}" dt="2025-05-06T10:18:46.501" v="3925" actId="20577"/>
          <ac:spMkLst>
            <pc:docMk/>
            <pc:sldMk cId="2913458215" sldId="390"/>
            <ac:spMk id="4" creationId="{A0808EFE-1529-F576-C304-78A0A2C6D0F1}"/>
          </ac:spMkLst>
        </pc:spChg>
      </pc:sldChg>
      <pc:sldChg chg="modSp mod modShow">
        <pc:chgData name="Pontus Wittenmark" userId="f735600e1fbeff6c" providerId="LiveId" clId="{87DCD8A1-38EB-4509-8CBA-4A688C083A9E}" dt="2025-05-10T08:29:38.524" v="6907" actId="20577"/>
        <pc:sldMkLst>
          <pc:docMk/>
          <pc:sldMk cId="2397416763" sldId="391"/>
        </pc:sldMkLst>
        <pc:spChg chg="mod">
          <ac:chgData name="Pontus Wittenmark" userId="f735600e1fbeff6c" providerId="LiveId" clId="{87DCD8A1-38EB-4509-8CBA-4A688C083A9E}" dt="2025-05-10T08:29:38.524" v="6907" actId="20577"/>
          <ac:spMkLst>
            <pc:docMk/>
            <pc:sldMk cId="2397416763" sldId="391"/>
            <ac:spMk id="3" creationId="{CCE8F47E-CCE9-5BF8-ACDB-1B7344D2F77A}"/>
          </ac:spMkLst>
        </pc:spChg>
        <pc:spChg chg="mod">
          <ac:chgData name="Pontus Wittenmark" userId="f735600e1fbeff6c" providerId="LiveId" clId="{87DCD8A1-38EB-4509-8CBA-4A688C083A9E}" dt="2025-05-10T08:24:54.406" v="6756" actId="20577"/>
          <ac:spMkLst>
            <pc:docMk/>
            <pc:sldMk cId="2397416763" sldId="391"/>
            <ac:spMk id="4" creationId="{64CC180E-33E9-0BC4-4025-3F5F2B18E37F}"/>
          </ac:spMkLst>
        </pc:spChg>
        <pc:spChg chg="mod">
          <ac:chgData name="Pontus Wittenmark" userId="f735600e1fbeff6c" providerId="LiveId" clId="{87DCD8A1-38EB-4509-8CBA-4A688C083A9E}" dt="2025-05-10T08:25:00.520" v="6757" actId="14100"/>
          <ac:spMkLst>
            <pc:docMk/>
            <pc:sldMk cId="2397416763" sldId="391"/>
            <ac:spMk id="5" creationId="{206C6638-B432-325F-D6B7-B86EDD3DC278}"/>
          </ac:spMkLst>
        </pc:spChg>
      </pc:sldChg>
      <pc:sldChg chg="add del">
        <pc:chgData name="Pontus Wittenmark" userId="f735600e1fbeff6c" providerId="LiveId" clId="{87DCD8A1-38EB-4509-8CBA-4A688C083A9E}" dt="2025-05-06T13:47:00.974" v="6329" actId="2890"/>
        <pc:sldMkLst>
          <pc:docMk/>
          <pc:sldMk cId="3202939709" sldId="391"/>
        </pc:sldMkLst>
      </pc:sldChg>
      <pc:sldChg chg="addSp modSp add mod">
        <pc:chgData name="Pontus Wittenmark" userId="f735600e1fbeff6c" providerId="LiveId" clId="{87DCD8A1-38EB-4509-8CBA-4A688C083A9E}" dt="2025-05-10T09:14:52.950" v="7433" actId="404"/>
        <pc:sldMkLst>
          <pc:docMk/>
          <pc:sldMk cId="3052013440" sldId="392"/>
        </pc:sldMkLst>
        <pc:spChg chg="mod">
          <ac:chgData name="Pontus Wittenmark" userId="f735600e1fbeff6c" providerId="LiveId" clId="{87DCD8A1-38EB-4509-8CBA-4A688C083A9E}" dt="2025-05-10T09:14:52.841" v="7431" actId="15"/>
          <ac:spMkLst>
            <pc:docMk/>
            <pc:sldMk cId="3052013440" sldId="392"/>
            <ac:spMk id="3" creationId="{E7AE3B01-8D26-67AB-F013-7F6C5B632CDB}"/>
          </ac:spMkLst>
        </pc:spChg>
        <pc:spChg chg="add mod">
          <ac:chgData name="Pontus Wittenmark" userId="f735600e1fbeff6c" providerId="LiveId" clId="{87DCD8A1-38EB-4509-8CBA-4A688C083A9E}" dt="2025-05-10T09:14:52.950" v="7433" actId="404"/>
          <ac:spMkLst>
            <pc:docMk/>
            <pc:sldMk cId="3052013440" sldId="392"/>
            <ac:spMk id="4" creationId="{70F4E2D3-C728-3507-AA4A-8F10A4AF5498}"/>
          </ac:spMkLst>
        </pc:spChg>
      </pc:sldChg>
      <pc:sldChg chg="delSp modSp add mod ord">
        <pc:chgData name="Pontus Wittenmark" userId="f735600e1fbeff6c" providerId="LiveId" clId="{87DCD8A1-38EB-4509-8CBA-4A688C083A9E}" dt="2025-05-10T09:39:36.956" v="8015" actId="20577"/>
        <pc:sldMkLst>
          <pc:docMk/>
          <pc:sldMk cId="480162726" sldId="393"/>
        </pc:sldMkLst>
        <pc:spChg chg="mod">
          <ac:chgData name="Pontus Wittenmark" userId="f735600e1fbeff6c" providerId="LiveId" clId="{87DCD8A1-38EB-4509-8CBA-4A688C083A9E}" dt="2025-05-10T09:15:06.438" v="7437"/>
          <ac:spMkLst>
            <pc:docMk/>
            <pc:sldMk cId="480162726" sldId="393"/>
            <ac:spMk id="2" creationId="{2B79C161-92B4-76CB-0434-E74872AB2C4F}"/>
          </ac:spMkLst>
        </pc:spChg>
        <pc:spChg chg="mod">
          <ac:chgData name="Pontus Wittenmark" userId="f735600e1fbeff6c" providerId="LiveId" clId="{87DCD8A1-38EB-4509-8CBA-4A688C083A9E}" dt="2025-05-10T09:39:36.956" v="8015" actId="20577"/>
          <ac:spMkLst>
            <pc:docMk/>
            <pc:sldMk cId="480162726" sldId="393"/>
            <ac:spMk id="3" creationId="{81DBB5D6-5C6E-20DA-299C-F91A903CD677}"/>
          </ac:spMkLst>
        </pc:spChg>
      </pc:sldChg>
      <pc:sldChg chg="addSp delSp modSp add del mod">
        <pc:chgData name="Pontus Wittenmark" userId="f735600e1fbeff6c" providerId="LiveId" clId="{87DCD8A1-38EB-4509-8CBA-4A688C083A9E}" dt="2025-05-10T09:28:13.675" v="7539" actId="47"/>
        <pc:sldMkLst>
          <pc:docMk/>
          <pc:sldMk cId="2837353640" sldId="408"/>
        </pc:sldMkLst>
      </pc:sldChg>
      <pc:sldChg chg="addSp delSp modSp add mod ord">
        <pc:chgData name="Pontus Wittenmark" userId="f735600e1fbeff6c" providerId="LiveId" clId="{87DCD8A1-38EB-4509-8CBA-4A688C083A9E}" dt="2025-05-10T09:28:05.954" v="7538"/>
        <pc:sldMkLst>
          <pc:docMk/>
          <pc:sldMk cId="3645364672" sldId="409"/>
        </pc:sldMkLst>
        <pc:spChg chg="mod">
          <ac:chgData name="Pontus Wittenmark" userId="f735600e1fbeff6c" providerId="LiveId" clId="{87DCD8A1-38EB-4509-8CBA-4A688C083A9E}" dt="2025-05-10T09:27:42.967" v="7532"/>
          <ac:spMkLst>
            <pc:docMk/>
            <pc:sldMk cId="3645364672" sldId="409"/>
            <ac:spMk id="2" creationId="{38B7F147-A0D7-C484-FDAA-B338B1AB7384}"/>
          </ac:spMkLst>
        </pc:spChg>
        <pc:spChg chg="add mod">
          <ac:chgData name="Pontus Wittenmark" userId="f735600e1fbeff6c" providerId="LiveId" clId="{87DCD8A1-38EB-4509-8CBA-4A688C083A9E}" dt="2025-05-10T09:27:53.315" v="7535"/>
          <ac:spMkLst>
            <pc:docMk/>
            <pc:sldMk cId="3645364672" sldId="409"/>
            <ac:spMk id="7" creationId="{FECAF3A5-23E4-F313-8DBA-C5CF914507AD}"/>
          </ac:spMkLst>
        </pc:spChg>
        <pc:spChg chg="add mod">
          <ac:chgData name="Pontus Wittenmark" userId="f735600e1fbeff6c" providerId="LiveId" clId="{87DCD8A1-38EB-4509-8CBA-4A688C083A9E}" dt="2025-05-10T09:27:53.315" v="7535"/>
          <ac:spMkLst>
            <pc:docMk/>
            <pc:sldMk cId="3645364672" sldId="409"/>
            <ac:spMk id="8" creationId="{F73DC593-3948-6DB9-3A93-BE1B0681FD56}"/>
          </ac:spMkLst>
        </pc:spChg>
        <pc:spChg chg="add mod">
          <ac:chgData name="Pontus Wittenmark" userId="f735600e1fbeff6c" providerId="LiveId" clId="{87DCD8A1-38EB-4509-8CBA-4A688C083A9E}" dt="2025-05-10T09:27:53.315" v="7535"/>
          <ac:spMkLst>
            <pc:docMk/>
            <pc:sldMk cId="3645364672" sldId="409"/>
            <ac:spMk id="9" creationId="{406F4E8E-9B35-A5AF-31EF-1055860D28E0}"/>
          </ac:spMkLst>
        </pc:spChg>
        <pc:spChg chg="add mod">
          <ac:chgData name="Pontus Wittenmark" userId="f735600e1fbeff6c" providerId="LiveId" clId="{87DCD8A1-38EB-4509-8CBA-4A688C083A9E}" dt="2025-05-10T09:27:53.315" v="7535"/>
          <ac:spMkLst>
            <pc:docMk/>
            <pc:sldMk cId="3645364672" sldId="409"/>
            <ac:spMk id="10" creationId="{F2FD69D1-55E4-3FE9-B066-1586DB4EB3DA}"/>
          </ac:spMkLst>
        </pc:spChg>
        <pc:picChg chg="add mod">
          <ac:chgData name="Pontus Wittenmark" userId="f735600e1fbeff6c" providerId="LiveId" clId="{87DCD8A1-38EB-4509-8CBA-4A688C083A9E}" dt="2025-05-10T09:27:53.315" v="7535"/>
          <ac:picMkLst>
            <pc:docMk/>
            <pc:sldMk cId="3645364672" sldId="409"/>
            <ac:picMk id="6" creationId="{CCB5D7DD-6080-7E2A-207B-7783C1A6770A}"/>
          </ac:picMkLst>
        </pc:picChg>
        <pc:cxnChg chg="add mod">
          <ac:chgData name="Pontus Wittenmark" userId="f735600e1fbeff6c" providerId="LiveId" clId="{87DCD8A1-38EB-4509-8CBA-4A688C083A9E}" dt="2025-05-10T09:27:53.315" v="7535"/>
          <ac:cxnSpMkLst>
            <pc:docMk/>
            <pc:sldMk cId="3645364672" sldId="409"/>
            <ac:cxnSpMk id="11" creationId="{7AA23C6F-0F66-4424-92C1-38A812B2DF71}"/>
          </ac:cxnSpMkLst>
        </pc:cxnChg>
        <pc:cxnChg chg="add mod">
          <ac:chgData name="Pontus Wittenmark" userId="f735600e1fbeff6c" providerId="LiveId" clId="{87DCD8A1-38EB-4509-8CBA-4A688C083A9E}" dt="2025-05-10T09:27:53.315" v="7535"/>
          <ac:cxnSpMkLst>
            <pc:docMk/>
            <pc:sldMk cId="3645364672" sldId="409"/>
            <ac:cxnSpMk id="12" creationId="{F3C11FEE-3D4A-4E48-2077-7D3E98EE4401}"/>
          </ac:cxnSpMkLst>
        </pc:cxnChg>
        <pc:cxnChg chg="add mod">
          <ac:chgData name="Pontus Wittenmark" userId="f735600e1fbeff6c" providerId="LiveId" clId="{87DCD8A1-38EB-4509-8CBA-4A688C083A9E}" dt="2025-05-10T09:27:53.315" v="7535"/>
          <ac:cxnSpMkLst>
            <pc:docMk/>
            <pc:sldMk cId="3645364672" sldId="409"/>
            <ac:cxnSpMk id="13" creationId="{6C5E4C5D-47F5-3E22-51CA-B5E7391C9660}"/>
          </ac:cxnSpMkLst>
        </pc:cxnChg>
        <pc:cxnChg chg="add mod">
          <ac:chgData name="Pontus Wittenmark" userId="f735600e1fbeff6c" providerId="LiveId" clId="{87DCD8A1-38EB-4509-8CBA-4A688C083A9E}" dt="2025-05-10T09:27:53.315" v="7535"/>
          <ac:cxnSpMkLst>
            <pc:docMk/>
            <pc:sldMk cId="3645364672" sldId="409"/>
            <ac:cxnSpMk id="15" creationId="{186497D0-A099-D9AF-63E1-7D59D4389743}"/>
          </ac:cxnSpMkLst>
        </pc:cxnChg>
      </pc:sldChg>
    </pc:docChg>
  </pc:docChgLst>
  <pc:docChgLst>
    <pc:chgData name="Pontus Wittenmark" userId="f735600e1fbeff6c" providerId="LiveId" clId="{7D82C15E-FD12-4258-A44B-D13E5145B707}"/>
    <pc:docChg chg="addSld delSld modSld">
      <pc:chgData name="Pontus Wittenmark" userId="f735600e1fbeff6c" providerId="LiveId" clId="{7D82C15E-FD12-4258-A44B-D13E5145B707}" dt="2023-02-08T12:28:00.915" v="2"/>
      <pc:docMkLst>
        <pc:docMk/>
      </pc:docMkLst>
      <pc:sldChg chg="del">
        <pc:chgData name="Pontus Wittenmark" userId="f735600e1fbeff6c" providerId="LiveId" clId="{7D82C15E-FD12-4258-A44B-D13E5145B707}" dt="2023-02-08T09:29:36.160" v="1" actId="47"/>
        <pc:sldMkLst>
          <pc:docMk/>
          <pc:sldMk cId="4254729657" sldId="364"/>
        </pc:sldMkLst>
      </pc:sldChg>
      <pc:sldChg chg="modSp add mod">
        <pc:chgData name="Pontus Wittenmark" userId="f735600e1fbeff6c" providerId="LiveId" clId="{7D82C15E-FD12-4258-A44B-D13E5145B707}" dt="2023-02-08T12:28:00.915" v="2"/>
        <pc:sldMkLst>
          <pc:docMk/>
          <pc:sldMk cId="911077324" sldId="377"/>
        </pc:sldMkLst>
      </pc:sldChg>
    </pc:docChg>
  </pc:docChgLst>
  <pc:docChgLst>
    <pc:chgData name="Pontus Wittenmark" userId="f735600e1fbeff6c" providerId="LiveId" clId="{4D0D4DF5-DAB4-4647-B4F7-EDCA7C625ED3}"/>
    <pc:docChg chg="undo custSel addSld delSld modSld sldOrd">
      <pc:chgData name="Pontus Wittenmark" userId="f735600e1fbeff6c" providerId="LiveId" clId="{4D0D4DF5-DAB4-4647-B4F7-EDCA7C625ED3}" dt="2021-12-22T12:17:06.413" v="451" actId="20577"/>
      <pc:docMkLst>
        <pc:docMk/>
      </pc:docMkLst>
      <pc:sldChg chg="modSp mod">
        <pc:chgData name="Pontus Wittenmark" userId="f735600e1fbeff6c" providerId="LiveId" clId="{4D0D4DF5-DAB4-4647-B4F7-EDCA7C625ED3}" dt="2021-12-22T12:12:45.214" v="423" actId="6549"/>
        <pc:sldMkLst>
          <pc:docMk/>
          <pc:sldMk cId="2863309433" sldId="273"/>
        </pc:sldMkLst>
      </pc:sldChg>
      <pc:sldChg chg="modSp">
        <pc:chgData name="Pontus Wittenmark" userId="f735600e1fbeff6c" providerId="LiveId" clId="{4D0D4DF5-DAB4-4647-B4F7-EDCA7C625ED3}" dt="2021-12-22T07:38:19.194" v="1" actId="20577"/>
        <pc:sldMkLst>
          <pc:docMk/>
          <pc:sldMk cId="156111242" sldId="302"/>
        </pc:sldMkLst>
      </pc:sldChg>
      <pc:sldChg chg="modSp mod">
        <pc:chgData name="Pontus Wittenmark" userId="f735600e1fbeff6c" providerId="LiveId" clId="{4D0D4DF5-DAB4-4647-B4F7-EDCA7C625ED3}" dt="2021-12-22T11:18:22.112" v="5" actId="20577"/>
        <pc:sldMkLst>
          <pc:docMk/>
          <pc:sldMk cId="2371158586" sldId="304"/>
        </pc:sldMkLst>
      </pc:sldChg>
      <pc:sldChg chg="ord">
        <pc:chgData name="Pontus Wittenmark" userId="f735600e1fbeff6c" providerId="LiveId" clId="{4D0D4DF5-DAB4-4647-B4F7-EDCA7C625ED3}" dt="2021-12-22T08:54:54.935" v="3"/>
        <pc:sldMkLst>
          <pc:docMk/>
          <pc:sldMk cId="3835490343" sldId="310"/>
        </pc:sldMkLst>
      </pc:sldChg>
      <pc:sldChg chg="modSp mod">
        <pc:chgData name="Pontus Wittenmark" userId="f735600e1fbeff6c" providerId="LiveId" clId="{4D0D4DF5-DAB4-4647-B4F7-EDCA7C625ED3}" dt="2021-12-22T12:17:06.413" v="451" actId="20577"/>
        <pc:sldMkLst>
          <pc:docMk/>
          <pc:sldMk cId="3691362410" sldId="356"/>
        </pc:sldMkLst>
      </pc:sldChg>
      <pc:sldChg chg="modSp mod">
        <pc:chgData name="Pontus Wittenmark" userId="f735600e1fbeff6c" providerId="LiveId" clId="{4D0D4DF5-DAB4-4647-B4F7-EDCA7C625ED3}" dt="2021-12-22T12:08:29.987" v="422" actId="27636"/>
        <pc:sldMkLst>
          <pc:docMk/>
          <pc:sldMk cId="42287445" sldId="365"/>
        </pc:sldMkLst>
      </pc:sldChg>
      <pc:sldChg chg="modSp del mod">
        <pc:chgData name="Pontus Wittenmark" userId="f735600e1fbeff6c" providerId="LiveId" clId="{4D0D4DF5-DAB4-4647-B4F7-EDCA7C625ED3}" dt="2021-12-22T11:19:03.616" v="33" actId="47"/>
        <pc:sldMkLst>
          <pc:docMk/>
          <pc:sldMk cId="4134686657" sldId="368"/>
        </pc:sldMkLst>
      </pc:sldChg>
      <pc:sldChg chg="add">
        <pc:chgData name="Pontus Wittenmark" userId="f735600e1fbeff6c" providerId="LiveId" clId="{4D0D4DF5-DAB4-4647-B4F7-EDCA7C625ED3}" dt="2021-12-22T11:18:41.186" v="6" actId="2890"/>
        <pc:sldMkLst>
          <pc:docMk/>
          <pc:sldMk cId="2275669686" sldId="372"/>
        </pc:sldMkLst>
      </pc:sldChg>
      <pc:sldChg chg="modSp add mod ord">
        <pc:chgData name="Pontus Wittenmark" userId="f735600e1fbeff6c" providerId="LiveId" clId="{4D0D4DF5-DAB4-4647-B4F7-EDCA7C625ED3}" dt="2021-12-22T11:20:43.170" v="261"/>
        <pc:sldMkLst>
          <pc:docMk/>
          <pc:sldMk cId="3131394288" sldId="373"/>
        </pc:sldMkLst>
      </pc:sldChg>
    </pc:docChg>
  </pc:docChgLst>
  <pc:docChgLst>
    <pc:chgData name="Pontus Wittenmark" userId="f735600e1fbeff6c" providerId="LiveId" clId="{A21BDFFD-6A74-4F2B-AF2F-EFF4AF3FEF33}"/>
    <pc:docChg chg="undo custSel addSld delSld modSld">
      <pc:chgData name="Pontus Wittenmark" userId="f735600e1fbeff6c" providerId="LiveId" clId="{A21BDFFD-6A74-4F2B-AF2F-EFF4AF3FEF33}" dt="2024-12-09T11:38:20.227" v="926" actId="47"/>
      <pc:docMkLst>
        <pc:docMk/>
      </pc:docMkLst>
      <pc:sldChg chg="modSp mod">
        <pc:chgData name="Pontus Wittenmark" userId="f735600e1fbeff6c" providerId="LiveId" clId="{A21BDFFD-6A74-4F2B-AF2F-EFF4AF3FEF33}" dt="2024-12-09T11:22:31.750" v="300" actId="20577"/>
        <pc:sldMkLst>
          <pc:docMk/>
          <pc:sldMk cId="2614147681" sldId="374"/>
        </pc:sldMkLst>
      </pc:sldChg>
      <pc:sldChg chg="addSp delSp modSp mod">
        <pc:chgData name="Pontus Wittenmark" userId="f735600e1fbeff6c" providerId="LiveId" clId="{A21BDFFD-6A74-4F2B-AF2F-EFF4AF3FEF33}" dt="2024-12-09T11:37:47.961" v="925" actId="20577"/>
        <pc:sldMkLst>
          <pc:docMk/>
          <pc:sldMk cId="195544801" sldId="382"/>
        </pc:sldMkLst>
      </pc:sldChg>
      <pc:sldChg chg="add del">
        <pc:chgData name="Pontus Wittenmark" userId="f735600e1fbeff6c" providerId="LiveId" clId="{A21BDFFD-6A74-4F2B-AF2F-EFF4AF3FEF33}" dt="2024-12-09T11:38:20.227" v="926" actId="47"/>
        <pc:sldMkLst>
          <pc:docMk/>
          <pc:sldMk cId="1078377196" sldId="383"/>
        </pc:sldMkLst>
      </pc:sldChg>
      <pc:sldChg chg="modSp add mod">
        <pc:chgData name="Pontus Wittenmark" userId="f735600e1fbeff6c" providerId="LiveId" clId="{A21BDFFD-6A74-4F2B-AF2F-EFF4AF3FEF33}" dt="2024-12-09T11:31:43.816" v="779" actId="14100"/>
        <pc:sldMkLst>
          <pc:docMk/>
          <pc:sldMk cId="2280513453" sldId="384"/>
        </pc:sldMkLst>
      </pc:sldChg>
    </pc:docChg>
  </pc:docChgLst>
  <pc:docChgLst>
    <pc:chgData name="Pontus Wittenmark" userId="f735600e1fbeff6c" providerId="LiveId" clId="{3D95903D-8D7B-47C3-AAC4-7C617164BE9B}"/>
    <pc:docChg chg="custSel modSld">
      <pc:chgData name="Pontus Wittenmark" userId="f735600e1fbeff6c" providerId="LiveId" clId="{3D95903D-8D7B-47C3-AAC4-7C617164BE9B}" dt="2023-03-03T13:13:18.508" v="40" actId="20577"/>
      <pc:docMkLst>
        <pc:docMk/>
      </pc:docMkLst>
      <pc:sldChg chg="modSp mod">
        <pc:chgData name="Pontus Wittenmark" userId="f735600e1fbeff6c" providerId="LiveId" clId="{3D95903D-8D7B-47C3-AAC4-7C617164BE9B}" dt="2023-03-03T09:26:36.965" v="4" actId="6549"/>
        <pc:sldMkLst>
          <pc:docMk/>
          <pc:sldMk cId="3477764966" sldId="332"/>
        </pc:sldMkLst>
      </pc:sldChg>
      <pc:sldChg chg="modSp mod">
        <pc:chgData name="Pontus Wittenmark" userId="f735600e1fbeff6c" providerId="LiveId" clId="{3D95903D-8D7B-47C3-AAC4-7C617164BE9B}" dt="2023-03-03T13:13:18.508" v="40" actId="20577"/>
        <pc:sldMkLst>
          <pc:docMk/>
          <pc:sldMk cId="3691362410" sldId="356"/>
        </pc:sldMkLst>
      </pc:sldChg>
      <pc:sldChg chg="modSp mod">
        <pc:chgData name="Pontus Wittenmark" userId="f735600e1fbeff6c" providerId="LiveId" clId="{3D95903D-8D7B-47C3-AAC4-7C617164BE9B}" dt="2023-03-03T12:20:03.933" v="6" actId="27636"/>
        <pc:sldMkLst>
          <pc:docMk/>
          <pc:sldMk cId="3793026633" sldId="375"/>
        </pc:sldMkLst>
      </pc:sldChg>
    </pc:docChg>
  </pc:docChgLst>
  <pc:docChgLst>
    <pc:chgData name="Pontus Wittenmark" userId="f735600e1fbeff6c" providerId="LiveId" clId="{C0D6AF5D-00F2-460C-9E54-A242EFCCCE78}"/>
    <pc:docChg chg="undo redo custSel addSld delSld modSld modMainMaster modNotesMaster">
      <pc:chgData name="Pontus Wittenmark" userId="f735600e1fbeff6c" providerId="LiveId" clId="{C0D6AF5D-00F2-460C-9E54-A242EFCCCE78}" dt="2022-11-17T10:09:01.735" v="45" actId="2890"/>
      <pc:docMkLst>
        <pc:docMk/>
      </pc:docMkLst>
      <pc:sldChg chg="modSp">
        <pc:chgData name="Pontus Wittenmark" userId="f735600e1fbeff6c" providerId="LiveId" clId="{C0D6AF5D-00F2-460C-9E54-A242EFCCCE78}" dt="2022-11-17T09:16:55.203" v="0"/>
        <pc:sldMkLst>
          <pc:docMk/>
          <pc:sldMk cId="2863309433" sldId="273"/>
        </pc:sldMkLst>
      </pc:sldChg>
      <pc:sldChg chg="modSp modNotes">
        <pc:chgData name="Pontus Wittenmark" userId="f735600e1fbeff6c" providerId="LiveId" clId="{C0D6AF5D-00F2-460C-9E54-A242EFCCCE78}" dt="2022-11-17T09:16:55.203" v="0"/>
        <pc:sldMkLst>
          <pc:docMk/>
          <pc:sldMk cId="156111242" sldId="302"/>
        </pc:sldMkLst>
      </pc:sldChg>
      <pc:sldChg chg="modSp">
        <pc:chgData name="Pontus Wittenmark" userId="f735600e1fbeff6c" providerId="LiveId" clId="{C0D6AF5D-00F2-460C-9E54-A242EFCCCE78}" dt="2022-11-17T09:16:55.203" v="0"/>
        <pc:sldMkLst>
          <pc:docMk/>
          <pc:sldMk cId="2371158586" sldId="304"/>
        </pc:sldMkLst>
      </pc:sldChg>
      <pc:sldChg chg="modSp">
        <pc:chgData name="Pontus Wittenmark" userId="f735600e1fbeff6c" providerId="LiveId" clId="{C0D6AF5D-00F2-460C-9E54-A242EFCCCE78}" dt="2022-11-17T09:16:55.203" v="0"/>
        <pc:sldMkLst>
          <pc:docMk/>
          <pc:sldMk cId="3835490343" sldId="310"/>
        </pc:sldMkLst>
      </pc:sldChg>
      <pc:sldChg chg="modSp">
        <pc:chgData name="Pontus Wittenmark" userId="f735600e1fbeff6c" providerId="LiveId" clId="{C0D6AF5D-00F2-460C-9E54-A242EFCCCE78}" dt="2022-11-17T09:16:55.203" v="0"/>
        <pc:sldMkLst>
          <pc:docMk/>
          <pc:sldMk cId="1638983548" sldId="321"/>
        </pc:sldMkLst>
      </pc:sldChg>
      <pc:sldChg chg="modSp modNotes">
        <pc:chgData name="Pontus Wittenmark" userId="f735600e1fbeff6c" providerId="LiveId" clId="{C0D6AF5D-00F2-460C-9E54-A242EFCCCE78}" dt="2022-11-17T09:16:55.203" v="0"/>
        <pc:sldMkLst>
          <pc:docMk/>
          <pc:sldMk cId="1596048161" sldId="329"/>
        </pc:sldMkLst>
      </pc:sldChg>
      <pc:sldChg chg="modSp">
        <pc:chgData name="Pontus Wittenmark" userId="f735600e1fbeff6c" providerId="LiveId" clId="{C0D6AF5D-00F2-460C-9E54-A242EFCCCE78}" dt="2022-11-17T09:16:55.203" v="0"/>
        <pc:sldMkLst>
          <pc:docMk/>
          <pc:sldMk cId="3477764966" sldId="332"/>
        </pc:sldMkLst>
      </pc:sldChg>
      <pc:sldChg chg="modSp">
        <pc:chgData name="Pontus Wittenmark" userId="f735600e1fbeff6c" providerId="LiveId" clId="{C0D6AF5D-00F2-460C-9E54-A242EFCCCE78}" dt="2022-11-17T09:16:55.203" v="0"/>
        <pc:sldMkLst>
          <pc:docMk/>
          <pc:sldMk cId="3026097246" sldId="337"/>
        </pc:sldMkLst>
      </pc:sldChg>
      <pc:sldChg chg="modSp">
        <pc:chgData name="Pontus Wittenmark" userId="f735600e1fbeff6c" providerId="LiveId" clId="{C0D6AF5D-00F2-460C-9E54-A242EFCCCE78}" dt="2022-11-17T09:16:55.203" v="0"/>
        <pc:sldMkLst>
          <pc:docMk/>
          <pc:sldMk cId="2470442989" sldId="338"/>
        </pc:sldMkLst>
      </pc:sldChg>
      <pc:sldChg chg="modSp">
        <pc:chgData name="Pontus Wittenmark" userId="f735600e1fbeff6c" providerId="LiveId" clId="{C0D6AF5D-00F2-460C-9E54-A242EFCCCE78}" dt="2022-11-17T09:16:55.203" v="0"/>
        <pc:sldMkLst>
          <pc:docMk/>
          <pc:sldMk cId="972327182" sldId="351"/>
        </pc:sldMkLst>
      </pc:sldChg>
      <pc:sldChg chg="addSp delSp modSp mod modNotes">
        <pc:chgData name="Pontus Wittenmark" userId="f735600e1fbeff6c" providerId="LiveId" clId="{C0D6AF5D-00F2-460C-9E54-A242EFCCCE78}" dt="2022-11-17T09:54:03.235" v="6"/>
        <pc:sldMkLst>
          <pc:docMk/>
          <pc:sldMk cId="599475062" sldId="355"/>
        </pc:sldMkLst>
      </pc:sldChg>
      <pc:sldChg chg="modSp">
        <pc:chgData name="Pontus Wittenmark" userId="f735600e1fbeff6c" providerId="LiveId" clId="{C0D6AF5D-00F2-460C-9E54-A242EFCCCE78}" dt="2022-11-17T09:16:55.203" v="0"/>
        <pc:sldMkLst>
          <pc:docMk/>
          <pc:sldMk cId="3691362410" sldId="356"/>
        </pc:sldMkLst>
      </pc:sldChg>
      <pc:sldChg chg="modSp">
        <pc:chgData name="Pontus Wittenmark" userId="f735600e1fbeff6c" providerId="LiveId" clId="{C0D6AF5D-00F2-460C-9E54-A242EFCCCE78}" dt="2022-11-17T09:16:55.203" v="0"/>
        <pc:sldMkLst>
          <pc:docMk/>
          <pc:sldMk cId="3545048980" sldId="358"/>
        </pc:sldMkLst>
      </pc:sldChg>
      <pc:sldChg chg="modSp">
        <pc:chgData name="Pontus Wittenmark" userId="f735600e1fbeff6c" providerId="LiveId" clId="{C0D6AF5D-00F2-460C-9E54-A242EFCCCE78}" dt="2022-11-17T09:16:55.203" v="0"/>
        <pc:sldMkLst>
          <pc:docMk/>
          <pc:sldMk cId="4254729657" sldId="364"/>
        </pc:sldMkLst>
      </pc:sldChg>
      <pc:sldChg chg="modSp">
        <pc:chgData name="Pontus Wittenmark" userId="f735600e1fbeff6c" providerId="LiveId" clId="{C0D6AF5D-00F2-460C-9E54-A242EFCCCE78}" dt="2022-11-17T09:16:55.203" v="0"/>
        <pc:sldMkLst>
          <pc:docMk/>
          <pc:sldMk cId="4226874424" sldId="367"/>
        </pc:sldMkLst>
      </pc:sldChg>
      <pc:sldChg chg="modSp">
        <pc:chgData name="Pontus Wittenmark" userId="f735600e1fbeff6c" providerId="LiveId" clId="{C0D6AF5D-00F2-460C-9E54-A242EFCCCE78}" dt="2022-11-17T09:16:55.203" v="0"/>
        <pc:sldMkLst>
          <pc:docMk/>
          <pc:sldMk cId="3025551865" sldId="369"/>
        </pc:sldMkLst>
      </pc:sldChg>
      <pc:sldChg chg="modSp">
        <pc:chgData name="Pontus Wittenmark" userId="f735600e1fbeff6c" providerId="LiveId" clId="{C0D6AF5D-00F2-460C-9E54-A242EFCCCE78}" dt="2022-11-17T09:16:55.203" v="0"/>
        <pc:sldMkLst>
          <pc:docMk/>
          <pc:sldMk cId="4084019155" sldId="370"/>
        </pc:sldMkLst>
      </pc:sldChg>
      <pc:sldChg chg="modSp">
        <pc:chgData name="Pontus Wittenmark" userId="f735600e1fbeff6c" providerId="LiveId" clId="{C0D6AF5D-00F2-460C-9E54-A242EFCCCE78}" dt="2022-11-17T09:16:55.203" v="0"/>
        <pc:sldMkLst>
          <pc:docMk/>
          <pc:sldMk cId="448705889" sldId="371"/>
        </pc:sldMkLst>
      </pc:sldChg>
      <pc:sldChg chg="modSp">
        <pc:chgData name="Pontus Wittenmark" userId="f735600e1fbeff6c" providerId="LiveId" clId="{C0D6AF5D-00F2-460C-9E54-A242EFCCCE78}" dt="2022-11-17T09:16:55.203" v="0"/>
        <pc:sldMkLst>
          <pc:docMk/>
          <pc:sldMk cId="2275669686" sldId="372"/>
        </pc:sldMkLst>
      </pc:sldChg>
      <pc:sldChg chg="modSp">
        <pc:chgData name="Pontus Wittenmark" userId="f735600e1fbeff6c" providerId="LiveId" clId="{C0D6AF5D-00F2-460C-9E54-A242EFCCCE78}" dt="2022-11-17T09:16:55.203" v="0"/>
        <pc:sldMkLst>
          <pc:docMk/>
          <pc:sldMk cId="3131394288" sldId="373"/>
        </pc:sldMkLst>
      </pc:sldChg>
      <pc:sldChg chg="modSp">
        <pc:chgData name="Pontus Wittenmark" userId="f735600e1fbeff6c" providerId="LiveId" clId="{C0D6AF5D-00F2-460C-9E54-A242EFCCCE78}" dt="2022-11-17T09:16:55.203" v="0"/>
        <pc:sldMkLst>
          <pc:docMk/>
          <pc:sldMk cId="2614147681" sldId="374"/>
        </pc:sldMkLst>
      </pc:sldChg>
      <pc:sldChg chg="modSp mod">
        <pc:chgData name="Pontus Wittenmark" userId="f735600e1fbeff6c" providerId="LiveId" clId="{C0D6AF5D-00F2-460C-9E54-A242EFCCCE78}" dt="2022-11-17T09:16:55.767" v="1" actId="27636"/>
        <pc:sldMkLst>
          <pc:docMk/>
          <pc:sldMk cId="3793026633" sldId="375"/>
        </pc:sldMkLst>
      </pc:sldChg>
      <pc:sldChg chg="addSp delSp modSp add del mod">
        <pc:chgData name="Pontus Wittenmark" userId="f735600e1fbeff6c" providerId="LiveId" clId="{C0D6AF5D-00F2-460C-9E54-A242EFCCCE78}" dt="2022-11-17T10:09:01.735" v="45" actId="2890"/>
        <pc:sldMkLst>
          <pc:docMk/>
          <pc:sldMk cId="2097887071" sldId="376"/>
        </pc:sldMkLst>
      </pc:sldChg>
      <pc:sldMasterChg chg="modSp modSldLayout">
        <pc:chgData name="Pontus Wittenmark" userId="f735600e1fbeff6c" providerId="LiveId" clId="{C0D6AF5D-00F2-460C-9E54-A242EFCCCE78}" dt="2022-11-17T09:16:55.203" v="0"/>
        <pc:sldMasterMkLst>
          <pc:docMk/>
          <pc:sldMasterMk cId="3812827582" sldId="2147483688"/>
        </pc:sldMasterMkLst>
        <pc:sldLayoutChg chg="modSp">
          <pc:chgData name="Pontus Wittenmark" userId="f735600e1fbeff6c" providerId="LiveId" clId="{C0D6AF5D-00F2-460C-9E54-A242EFCCCE78}" dt="2022-11-17T09:16:55.203" v="0"/>
          <pc:sldLayoutMkLst>
            <pc:docMk/>
            <pc:sldMasterMk cId="3812827582" sldId="2147483688"/>
            <pc:sldLayoutMk cId="3783018637" sldId="2147483689"/>
          </pc:sldLayoutMkLst>
        </pc:sldLayoutChg>
        <pc:sldLayoutChg chg="modSp">
          <pc:chgData name="Pontus Wittenmark" userId="f735600e1fbeff6c" providerId="LiveId" clId="{C0D6AF5D-00F2-460C-9E54-A242EFCCCE78}" dt="2022-11-17T09:16:55.203" v="0"/>
          <pc:sldLayoutMkLst>
            <pc:docMk/>
            <pc:sldMasterMk cId="3812827582" sldId="2147483688"/>
            <pc:sldLayoutMk cId="1108038743" sldId="2147483691"/>
          </pc:sldLayoutMkLst>
        </pc:sldLayoutChg>
        <pc:sldLayoutChg chg="modSp">
          <pc:chgData name="Pontus Wittenmark" userId="f735600e1fbeff6c" providerId="LiveId" clId="{C0D6AF5D-00F2-460C-9E54-A242EFCCCE78}" dt="2022-11-17T09:16:55.203" v="0"/>
          <pc:sldLayoutMkLst>
            <pc:docMk/>
            <pc:sldMasterMk cId="3812827582" sldId="2147483688"/>
            <pc:sldLayoutMk cId="1306321488" sldId="2147483692"/>
          </pc:sldLayoutMkLst>
        </pc:sldLayoutChg>
        <pc:sldLayoutChg chg="modSp">
          <pc:chgData name="Pontus Wittenmark" userId="f735600e1fbeff6c" providerId="LiveId" clId="{C0D6AF5D-00F2-460C-9E54-A242EFCCCE78}" dt="2022-11-17T09:16:55.203" v="0"/>
          <pc:sldLayoutMkLst>
            <pc:docMk/>
            <pc:sldMasterMk cId="3812827582" sldId="2147483688"/>
            <pc:sldLayoutMk cId="2641049001" sldId="2147483693"/>
          </pc:sldLayoutMkLst>
        </pc:sldLayoutChg>
        <pc:sldLayoutChg chg="modSp">
          <pc:chgData name="Pontus Wittenmark" userId="f735600e1fbeff6c" providerId="LiveId" clId="{C0D6AF5D-00F2-460C-9E54-A242EFCCCE78}" dt="2022-11-17T09:16:55.203" v="0"/>
          <pc:sldLayoutMkLst>
            <pc:docMk/>
            <pc:sldMasterMk cId="3812827582" sldId="2147483688"/>
            <pc:sldLayoutMk cId="2558926847" sldId="2147483696"/>
          </pc:sldLayoutMkLst>
        </pc:sldLayoutChg>
        <pc:sldLayoutChg chg="modSp">
          <pc:chgData name="Pontus Wittenmark" userId="f735600e1fbeff6c" providerId="LiveId" clId="{C0D6AF5D-00F2-460C-9E54-A242EFCCCE78}" dt="2022-11-17T09:16:55.203" v="0"/>
          <pc:sldLayoutMkLst>
            <pc:docMk/>
            <pc:sldMasterMk cId="3812827582" sldId="2147483688"/>
            <pc:sldLayoutMk cId="1601046315" sldId="2147483697"/>
          </pc:sldLayoutMkLst>
        </pc:sldLayoutChg>
        <pc:sldLayoutChg chg="modSp">
          <pc:chgData name="Pontus Wittenmark" userId="f735600e1fbeff6c" providerId="LiveId" clId="{C0D6AF5D-00F2-460C-9E54-A242EFCCCE78}" dt="2022-11-17T09:16:55.203" v="0"/>
          <pc:sldLayoutMkLst>
            <pc:docMk/>
            <pc:sldMasterMk cId="3812827582" sldId="2147483688"/>
            <pc:sldLayoutMk cId="739998197" sldId="2147483699"/>
          </pc:sldLayoutMkLst>
        </pc:sldLayoutChg>
      </pc:sldMasterChg>
    </pc:docChg>
  </pc:docChgLst>
  <pc:docChgLst>
    <pc:chgData name="Pontus Wittenmark" userId="f735600e1fbeff6c" providerId="LiveId" clId="{81F4B5D2-2795-4351-BDEC-D40826A2C8B0}"/>
    <pc:docChg chg="undo redo custSel addSld modSld sldOrd">
      <pc:chgData name="Pontus Wittenmark" userId="f735600e1fbeff6c" providerId="LiveId" clId="{81F4B5D2-2795-4351-BDEC-D40826A2C8B0}" dt="2021-03-06T15:56:53.608" v="440" actId="20577"/>
      <pc:docMkLst>
        <pc:docMk/>
      </pc:docMkLst>
      <pc:sldChg chg="delSp modSp mod">
        <pc:chgData name="Pontus Wittenmark" userId="f735600e1fbeff6c" providerId="LiveId" clId="{81F4B5D2-2795-4351-BDEC-D40826A2C8B0}" dt="2021-03-06T15:53:21.345" v="303" actId="20577"/>
        <pc:sldMkLst>
          <pc:docMk/>
          <pc:sldMk cId="972327182" sldId="351"/>
        </pc:sldMkLst>
      </pc:sldChg>
      <pc:sldChg chg="modSp mod">
        <pc:chgData name="Pontus Wittenmark" userId="f735600e1fbeff6c" providerId="LiveId" clId="{81F4B5D2-2795-4351-BDEC-D40826A2C8B0}" dt="2021-03-06T15:56:53.608" v="440" actId="20577"/>
        <pc:sldMkLst>
          <pc:docMk/>
          <pc:sldMk cId="4226874424" sldId="367"/>
        </pc:sldMkLst>
      </pc:sldChg>
      <pc:sldChg chg="modSp add mod ord">
        <pc:chgData name="Pontus Wittenmark" userId="f735600e1fbeff6c" providerId="LiveId" clId="{81F4B5D2-2795-4351-BDEC-D40826A2C8B0}" dt="2021-03-06T15:56:10.537" v="431" actId="790"/>
        <pc:sldMkLst>
          <pc:docMk/>
          <pc:sldMk cId="448705889" sldId="371"/>
        </pc:sldMkLst>
      </pc:sldChg>
    </pc:docChg>
  </pc:docChgLst>
  <pc:docChgLst>
    <pc:chgData name="Pontus Wittenmark" userId="f735600e1fbeff6c" providerId="LiveId" clId="{44B0971E-E450-488F-B134-F73A4943D1B6}"/>
    <pc:docChg chg="undo custSel addSld delSld modSld">
      <pc:chgData name="Pontus Wittenmark" userId="f735600e1fbeff6c" providerId="LiveId" clId="{44B0971E-E450-488F-B134-F73A4943D1B6}" dt="2023-03-29T15:03:46.715" v="105" actId="47"/>
      <pc:docMkLst>
        <pc:docMk/>
      </pc:docMkLst>
      <pc:sldChg chg="modSp del mod">
        <pc:chgData name="Pontus Wittenmark" userId="f735600e1fbeff6c" providerId="LiveId" clId="{44B0971E-E450-488F-B134-F73A4943D1B6}" dt="2023-03-29T15:03:46.715" v="105" actId="47"/>
        <pc:sldMkLst>
          <pc:docMk/>
          <pc:sldMk cId="911077324" sldId="377"/>
        </pc:sldMkLst>
      </pc:sldChg>
      <pc:sldChg chg="add">
        <pc:chgData name="Pontus Wittenmark" userId="f735600e1fbeff6c" providerId="LiveId" clId="{44B0971E-E450-488F-B134-F73A4943D1B6}" dt="2023-03-29T15:03:45.452" v="104"/>
        <pc:sldMkLst>
          <pc:docMk/>
          <pc:sldMk cId="1112201194" sldId="38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D7BC5E-BF3D-48BB-8386-2E1E88C192E6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sv-SE"/>
        </a:p>
      </dgm:t>
    </dgm:pt>
    <dgm:pt modelId="{EB19ADE4-163B-49F1-9B0F-D4A86E28D60F}">
      <dgm:prSet/>
      <dgm:spPr/>
      <dgm:t>
        <a:bodyPr/>
        <a:lstStyle/>
        <a:p>
          <a:pPr algn="ctr" rtl="0"/>
          <a:r>
            <a:rPr lang="sv-SE" dirty="0" err="1"/>
            <a:t>Model</a:t>
          </a:r>
          <a:endParaRPr lang="sv-SE" dirty="0"/>
        </a:p>
      </dgm:t>
    </dgm:pt>
    <dgm:pt modelId="{92ABBB98-2CC2-4430-AAAC-8A5952520A16}" type="parTrans" cxnId="{B3716DBE-5DA2-4F06-94E3-238DCD289DD8}">
      <dgm:prSet/>
      <dgm:spPr/>
      <dgm:t>
        <a:bodyPr/>
        <a:lstStyle/>
        <a:p>
          <a:endParaRPr lang="sv-SE"/>
        </a:p>
      </dgm:t>
    </dgm:pt>
    <dgm:pt modelId="{FF4C2EF4-9DBD-43DC-A81A-E6338FDB2EDE}" type="sibTrans" cxnId="{B3716DBE-5DA2-4F06-94E3-238DCD289DD8}">
      <dgm:prSet/>
      <dgm:spPr>
        <a:solidFill>
          <a:schemeClr val="bg1"/>
        </a:solidFill>
      </dgm:spPr>
      <dgm:t>
        <a:bodyPr/>
        <a:lstStyle/>
        <a:p>
          <a:endParaRPr lang="sv-SE"/>
        </a:p>
      </dgm:t>
    </dgm:pt>
    <dgm:pt modelId="{68A652A7-C002-4CDB-AEAC-D53593286656}">
      <dgm:prSet/>
      <dgm:spPr/>
      <dgm:t>
        <a:bodyPr/>
        <a:lstStyle/>
        <a:p>
          <a:pPr algn="ctr" rtl="0"/>
          <a:r>
            <a:rPr lang="sv-SE" dirty="0" err="1"/>
            <a:t>View</a:t>
          </a:r>
          <a:endParaRPr lang="sv-SE" dirty="0"/>
        </a:p>
      </dgm:t>
    </dgm:pt>
    <dgm:pt modelId="{F705A2D2-7AB3-48F6-8295-3CC20024CA15}" type="parTrans" cxnId="{38FB6A9E-155A-406C-8259-10B3B3E1D970}">
      <dgm:prSet/>
      <dgm:spPr/>
      <dgm:t>
        <a:bodyPr/>
        <a:lstStyle/>
        <a:p>
          <a:endParaRPr lang="sv-SE"/>
        </a:p>
      </dgm:t>
    </dgm:pt>
    <dgm:pt modelId="{B764858F-7526-4734-AE23-83D98558317A}" type="sibTrans" cxnId="{38FB6A9E-155A-406C-8259-10B3B3E1D970}">
      <dgm:prSet/>
      <dgm:spPr/>
      <dgm:t>
        <a:bodyPr/>
        <a:lstStyle/>
        <a:p>
          <a:endParaRPr lang="sv-SE"/>
        </a:p>
      </dgm:t>
    </dgm:pt>
    <dgm:pt modelId="{88AA3939-6CBA-407F-AB64-4615192CE68F}">
      <dgm:prSet/>
      <dgm:spPr/>
      <dgm:t>
        <a:bodyPr/>
        <a:lstStyle/>
        <a:p>
          <a:pPr algn="l" rtl="0"/>
          <a:r>
            <a:rPr lang="sv-SE" dirty="0"/>
            <a:t>Presentation</a:t>
          </a:r>
        </a:p>
      </dgm:t>
    </dgm:pt>
    <dgm:pt modelId="{00D2D7B1-D202-4F74-BB98-8260E44823F6}" type="parTrans" cxnId="{2A06F7B2-D5CB-427C-8AEC-CA7777A7E7B3}">
      <dgm:prSet/>
      <dgm:spPr/>
      <dgm:t>
        <a:bodyPr/>
        <a:lstStyle/>
        <a:p>
          <a:endParaRPr lang="sv-SE"/>
        </a:p>
      </dgm:t>
    </dgm:pt>
    <dgm:pt modelId="{AC44C18D-A4ED-4B0D-8208-D9B82BFDCAE9}" type="sibTrans" cxnId="{2A06F7B2-D5CB-427C-8AEC-CA7777A7E7B3}">
      <dgm:prSet/>
      <dgm:spPr/>
      <dgm:t>
        <a:bodyPr/>
        <a:lstStyle/>
        <a:p>
          <a:endParaRPr lang="sv-SE"/>
        </a:p>
      </dgm:t>
    </dgm:pt>
    <dgm:pt modelId="{8031212E-7019-4782-A2A0-0DDB910B9182}">
      <dgm:prSet/>
      <dgm:spPr/>
      <dgm:t>
        <a:bodyPr/>
        <a:lstStyle/>
        <a:p>
          <a:pPr algn="ctr" rtl="0"/>
          <a:r>
            <a:rPr lang="sv-SE" dirty="0"/>
            <a:t>Controller</a:t>
          </a:r>
        </a:p>
      </dgm:t>
    </dgm:pt>
    <dgm:pt modelId="{EA9FEAC4-1F67-4BD0-971B-DF4CCF460B46}" type="parTrans" cxnId="{65116BAA-78EA-4BFC-99FE-59F25347299F}">
      <dgm:prSet/>
      <dgm:spPr/>
      <dgm:t>
        <a:bodyPr/>
        <a:lstStyle/>
        <a:p>
          <a:endParaRPr lang="sv-SE"/>
        </a:p>
      </dgm:t>
    </dgm:pt>
    <dgm:pt modelId="{7A854E55-DB51-411B-9711-E8FA20A02531}" type="sibTrans" cxnId="{65116BAA-78EA-4BFC-99FE-59F25347299F}">
      <dgm:prSet/>
      <dgm:spPr/>
      <dgm:t>
        <a:bodyPr/>
        <a:lstStyle/>
        <a:p>
          <a:endParaRPr lang="sv-SE"/>
        </a:p>
      </dgm:t>
    </dgm:pt>
    <dgm:pt modelId="{92F7FF16-7C6C-47E9-B8D1-5C48101E086E}">
      <dgm:prSet/>
      <dgm:spPr/>
      <dgm:t>
        <a:bodyPr/>
        <a:lstStyle/>
        <a:p>
          <a:pPr algn="l" rtl="0"/>
          <a:r>
            <a:rPr lang="sv-SE" dirty="0"/>
            <a:t>Kommunikation mellan </a:t>
          </a:r>
          <a:r>
            <a:rPr lang="sv-SE" dirty="0" err="1"/>
            <a:t>Model</a:t>
          </a:r>
          <a:r>
            <a:rPr lang="sv-SE" dirty="0"/>
            <a:t> och </a:t>
          </a:r>
          <a:r>
            <a:rPr lang="sv-SE" dirty="0" err="1"/>
            <a:t>View</a:t>
          </a:r>
          <a:endParaRPr lang="sv-SE" dirty="0"/>
        </a:p>
      </dgm:t>
    </dgm:pt>
    <dgm:pt modelId="{593407D2-7F65-4C81-9898-45FB73116F31}" type="parTrans" cxnId="{EACA9FE4-811D-4746-8390-D9948BBE4BF0}">
      <dgm:prSet/>
      <dgm:spPr/>
      <dgm:t>
        <a:bodyPr/>
        <a:lstStyle/>
        <a:p>
          <a:endParaRPr lang="sv-SE"/>
        </a:p>
      </dgm:t>
    </dgm:pt>
    <dgm:pt modelId="{182E9783-FBFF-49A4-976C-66422802F99B}" type="sibTrans" cxnId="{EACA9FE4-811D-4746-8390-D9948BBE4BF0}">
      <dgm:prSet/>
      <dgm:spPr/>
      <dgm:t>
        <a:bodyPr/>
        <a:lstStyle/>
        <a:p>
          <a:endParaRPr lang="sv-SE"/>
        </a:p>
      </dgm:t>
    </dgm:pt>
    <dgm:pt modelId="{744A26B9-1B5D-4A55-ACF9-3C42E803AEA9}">
      <dgm:prSet/>
      <dgm:spPr/>
      <dgm:t>
        <a:bodyPr/>
        <a:lstStyle/>
        <a:p>
          <a:pPr algn="l" rtl="0"/>
          <a:r>
            <a:rPr lang="sv-SE" dirty="0"/>
            <a:t>Data</a:t>
          </a:r>
        </a:p>
      </dgm:t>
    </dgm:pt>
    <dgm:pt modelId="{6F2BD3C9-90AB-4058-B839-1D60A8A5256F}" type="sibTrans" cxnId="{448D8619-19A7-4523-A562-85956B779BC0}">
      <dgm:prSet/>
      <dgm:spPr/>
      <dgm:t>
        <a:bodyPr/>
        <a:lstStyle/>
        <a:p>
          <a:endParaRPr lang="sv-SE"/>
        </a:p>
      </dgm:t>
    </dgm:pt>
    <dgm:pt modelId="{EC0BFEB0-6CD5-4000-9C8A-4C6E55BA0630}" type="parTrans" cxnId="{448D8619-19A7-4523-A562-85956B779BC0}">
      <dgm:prSet/>
      <dgm:spPr/>
      <dgm:t>
        <a:bodyPr/>
        <a:lstStyle/>
        <a:p>
          <a:endParaRPr lang="sv-SE"/>
        </a:p>
      </dgm:t>
    </dgm:pt>
    <dgm:pt modelId="{59E8B1D3-09CE-4F62-8A6E-7185034DB372}" type="pres">
      <dgm:prSet presAssocID="{F3D7BC5E-BF3D-48BB-8386-2E1E88C192E6}" presName="cycle" presStyleCnt="0">
        <dgm:presLayoutVars>
          <dgm:dir/>
          <dgm:resizeHandles val="exact"/>
        </dgm:presLayoutVars>
      </dgm:prSet>
      <dgm:spPr/>
    </dgm:pt>
    <dgm:pt modelId="{EBD45A51-C43B-4E52-B436-F09A5E5A9562}" type="pres">
      <dgm:prSet presAssocID="{EB19ADE4-163B-49F1-9B0F-D4A86E28D60F}" presName="node" presStyleLbl="node1" presStyleIdx="0" presStyleCnt="3" custRadScaleRad="150482" custRadScaleInc="-82609">
        <dgm:presLayoutVars>
          <dgm:bulletEnabled val="1"/>
        </dgm:presLayoutVars>
      </dgm:prSet>
      <dgm:spPr/>
    </dgm:pt>
    <dgm:pt modelId="{70A17E3D-7371-45C4-BB1E-6E402D83866E}" type="pres">
      <dgm:prSet presAssocID="{FF4C2EF4-9DBD-43DC-A81A-E6338FDB2EDE}" presName="sibTrans" presStyleLbl="sibTrans2D1" presStyleIdx="0" presStyleCnt="3" custFlipVert="1" custFlipHor="1" custScaleX="109741" custScaleY="108294"/>
      <dgm:spPr/>
    </dgm:pt>
    <dgm:pt modelId="{0B9C362D-157E-43AC-8373-90C0B52AD6A5}" type="pres">
      <dgm:prSet presAssocID="{FF4C2EF4-9DBD-43DC-A81A-E6338FDB2EDE}" presName="connectorText" presStyleLbl="sibTrans2D1" presStyleIdx="0" presStyleCnt="3"/>
      <dgm:spPr/>
    </dgm:pt>
    <dgm:pt modelId="{393C0778-E4D2-474A-9D3B-6CA443EE77D0}" type="pres">
      <dgm:prSet presAssocID="{68A652A7-C002-4CDB-AEAC-D53593286656}" presName="node" presStyleLbl="node1" presStyleIdx="1" presStyleCnt="3" custRadScaleRad="156130" custRadScaleInc="-110364">
        <dgm:presLayoutVars>
          <dgm:bulletEnabled val="1"/>
        </dgm:presLayoutVars>
      </dgm:prSet>
      <dgm:spPr/>
    </dgm:pt>
    <dgm:pt modelId="{9854EAE6-F063-4BCA-B0DF-F9D43BEA1107}" type="pres">
      <dgm:prSet presAssocID="{B764858F-7526-4734-AE23-83D98558317A}" presName="sibTrans" presStyleLbl="sibTrans2D1" presStyleIdx="1" presStyleCnt="3" custAng="5735247" custFlipHor="1" custScaleX="93388" custScaleY="89303" custLinFactNeighborX="13493" custLinFactNeighborY="1541"/>
      <dgm:spPr/>
    </dgm:pt>
    <dgm:pt modelId="{1261664F-D84D-4229-9AA1-DA704D791205}" type="pres">
      <dgm:prSet presAssocID="{B764858F-7526-4734-AE23-83D98558317A}" presName="connectorText" presStyleLbl="sibTrans2D1" presStyleIdx="1" presStyleCnt="3"/>
      <dgm:spPr/>
    </dgm:pt>
    <dgm:pt modelId="{07E6DA37-A721-40AF-9392-EC5DB5C51B16}" type="pres">
      <dgm:prSet presAssocID="{8031212E-7019-4782-A2A0-0DDB910B9182}" presName="node" presStyleLbl="node1" presStyleIdx="2" presStyleCnt="3" custRadScaleRad="48270" custRadScaleInc="-100000">
        <dgm:presLayoutVars>
          <dgm:bulletEnabled val="1"/>
        </dgm:presLayoutVars>
      </dgm:prSet>
      <dgm:spPr/>
    </dgm:pt>
    <dgm:pt modelId="{C1021B79-2A18-4F10-97D9-C014BB6D2D9E}" type="pres">
      <dgm:prSet presAssocID="{7A854E55-DB51-411B-9711-E8FA20A02531}" presName="sibTrans" presStyleLbl="sibTrans2D1" presStyleIdx="2" presStyleCnt="3" custLinFactNeighborX="-25537" custLinFactNeighborY="1315"/>
      <dgm:spPr/>
    </dgm:pt>
    <dgm:pt modelId="{56EEC7AF-06C9-44E0-89CE-D703999271DC}" type="pres">
      <dgm:prSet presAssocID="{7A854E55-DB51-411B-9711-E8FA20A02531}" presName="connectorText" presStyleLbl="sibTrans2D1" presStyleIdx="2" presStyleCnt="3"/>
      <dgm:spPr/>
    </dgm:pt>
  </dgm:ptLst>
  <dgm:cxnLst>
    <dgm:cxn modelId="{448D8619-19A7-4523-A562-85956B779BC0}" srcId="{EB19ADE4-163B-49F1-9B0F-D4A86E28D60F}" destId="{744A26B9-1B5D-4A55-ACF9-3C42E803AEA9}" srcOrd="0" destOrd="0" parTransId="{EC0BFEB0-6CD5-4000-9C8A-4C6E55BA0630}" sibTransId="{6F2BD3C9-90AB-4058-B839-1D60A8A5256F}"/>
    <dgm:cxn modelId="{30D51C26-A68D-49A6-9215-5F3DB140E998}" type="presOf" srcId="{88AA3939-6CBA-407F-AB64-4615192CE68F}" destId="{393C0778-E4D2-474A-9D3B-6CA443EE77D0}" srcOrd="0" destOrd="1" presId="urn:microsoft.com/office/officeart/2005/8/layout/cycle2"/>
    <dgm:cxn modelId="{78AD812E-F0F2-4595-A3E0-D7989E4638B0}" type="presOf" srcId="{7A854E55-DB51-411B-9711-E8FA20A02531}" destId="{C1021B79-2A18-4F10-97D9-C014BB6D2D9E}" srcOrd="0" destOrd="0" presId="urn:microsoft.com/office/officeart/2005/8/layout/cycle2"/>
    <dgm:cxn modelId="{A011862E-B30B-4C4F-84C9-9AC2D6FC21D8}" type="presOf" srcId="{B764858F-7526-4734-AE23-83D98558317A}" destId="{1261664F-D84D-4229-9AA1-DA704D791205}" srcOrd="1" destOrd="0" presId="urn:microsoft.com/office/officeart/2005/8/layout/cycle2"/>
    <dgm:cxn modelId="{4330353A-A0BC-4DD1-9287-A7705006245B}" type="presOf" srcId="{F3D7BC5E-BF3D-48BB-8386-2E1E88C192E6}" destId="{59E8B1D3-09CE-4F62-8A6E-7185034DB372}" srcOrd="0" destOrd="0" presId="urn:microsoft.com/office/officeart/2005/8/layout/cycle2"/>
    <dgm:cxn modelId="{8BAAD33D-95B7-4BD0-89A3-8AD4BDA7813F}" type="presOf" srcId="{744A26B9-1B5D-4A55-ACF9-3C42E803AEA9}" destId="{EBD45A51-C43B-4E52-B436-F09A5E5A9562}" srcOrd="0" destOrd="1" presId="urn:microsoft.com/office/officeart/2005/8/layout/cycle2"/>
    <dgm:cxn modelId="{3AD88D44-BE08-463D-94EA-A966709FD250}" type="presOf" srcId="{92F7FF16-7C6C-47E9-B8D1-5C48101E086E}" destId="{07E6DA37-A721-40AF-9392-EC5DB5C51B16}" srcOrd="0" destOrd="1" presId="urn:microsoft.com/office/officeart/2005/8/layout/cycle2"/>
    <dgm:cxn modelId="{0080BE45-F4E6-4707-A7D1-1EED40B05DF6}" type="presOf" srcId="{FF4C2EF4-9DBD-43DC-A81A-E6338FDB2EDE}" destId="{70A17E3D-7371-45C4-BB1E-6E402D83866E}" srcOrd="0" destOrd="0" presId="urn:microsoft.com/office/officeart/2005/8/layout/cycle2"/>
    <dgm:cxn modelId="{8E69467A-437F-485B-B10F-2DBAB4DA5959}" type="presOf" srcId="{EB19ADE4-163B-49F1-9B0F-D4A86E28D60F}" destId="{EBD45A51-C43B-4E52-B436-F09A5E5A9562}" srcOrd="0" destOrd="0" presId="urn:microsoft.com/office/officeart/2005/8/layout/cycle2"/>
    <dgm:cxn modelId="{38FB6A9E-155A-406C-8259-10B3B3E1D970}" srcId="{F3D7BC5E-BF3D-48BB-8386-2E1E88C192E6}" destId="{68A652A7-C002-4CDB-AEAC-D53593286656}" srcOrd="1" destOrd="0" parTransId="{F705A2D2-7AB3-48F6-8295-3CC20024CA15}" sibTransId="{B764858F-7526-4734-AE23-83D98558317A}"/>
    <dgm:cxn modelId="{65116BAA-78EA-4BFC-99FE-59F25347299F}" srcId="{F3D7BC5E-BF3D-48BB-8386-2E1E88C192E6}" destId="{8031212E-7019-4782-A2A0-0DDB910B9182}" srcOrd="2" destOrd="0" parTransId="{EA9FEAC4-1F67-4BD0-971B-DF4CCF460B46}" sibTransId="{7A854E55-DB51-411B-9711-E8FA20A02531}"/>
    <dgm:cxn modelId="{2A06F7B2-D5CB-427C-8AEC-CA7777A7E7B3}" srcId="{68A652A7-C002-4CDB-AEAC-D53593286656}" destId="{88AA3939-6CBA-407F-AB64-4615192CE68F}" srcOrd="0" destOrd="0" parTransId="{00D2D7B1-D202-4F74-BB98-8260E44823F6}" sibTransId="{AC44C18D-A4ED-4B0D-8208-D9B82BFDCAE9}"/>
    <dgm:cxn modelId="{B3716DBE-5DA2-4F06-94E3-238DCD289DD8}" srcId="{F3D7BC5E-BF3D-48BB-8386-2E1E88C192E6}" destId="{EB19ADE4-163B-49F1-9B0F-D4A86E28D60F}" srcOrd="0" destOrd="0" parTransId="{92ABBB98-2CC2-4430-AAAC-8A5952520A16}" sibTransId="{FF4C2EF4-9DBD-43DC-A81A-E6338FDB2EDE}"/>
    <dgm:cxn modelId="{6532DFCC-8E50-4E1C-AE2B-68BC580A1DE0}" type="presOf" srcId="{68A652A7-C002-4CDB-AEAC-D53593286656}" destId="{393C0778-E4D2-474A-9D3B-6CA443EE77D0}" srcOrd="0" destOrd="0" presId="urn:microsoft.com/office/officeart/2005/8/layout/cycle2"/>
    <dgm:cxn modelId="{EACA9FE4-811D-4746-8390-D9948BBE4BF0}" srcId="{8031212E-7019-4782-A2A0-0DDB910B9182}" destId="{92F7FF16-7C6C-47E9-B8D1-5C48101E086E}" srcOrd="0" destOrd="0" parTransId="{593407D2-7F65-4C81-9898-45FB73116F31}" sibTransId="{182E9783-FBFF-49A4-976C-66422802F99B}"/>
    <dgm:cxn modelId="{0F61C9EB-D0CC-4982-9F93-139AB8C8490F}" type="presOf" srcId="{7A854E55-DB51-411B-9711-E8FA20A02531}" destId="{56EEC7AF-06C9-44E0-89CE-D703999271DC}" srcOrd="1" destOrd="0" presId="urn:microsoft.com/office/officeart/2005/8/layout/cycle2"/>
    <dgm:cxn modelId="{98CDDAF0-5C65-4CD4-9F17-1694FC128218}" type="presOf" srcId="{8031212E-7019-4782-A2A0-0DDB910B9182}" destId="{07E6DA37-A721-40AF-9392-EC5DB5C51B16}" srcOrd="0" destOrd="0" presId="urn:microsoft.com/office/officeart/2005/8/layout/cycle2"/>
    <dgm:cxn modelId="{D79D04F9-7DB2-40A0-ABA9-7DD5F7CE2004}" type="presOf" srcId="{B764858F-7526-4734-AE23-83D98558317A}" destId="{9854EAE6-F063-4BCA-B0DF-F9D43BEA1107}" srcOrd="0" destOrd="0" presId="urn:microsoft.com/office/officeart/2005/8/layout/cycle2"/>
    <dgm:cxn modelId="{8B35E6FB-0E77-4204-B303-7B7413C18CCB}" type="presOf" srcId="{FF4C2EF4-9DBD-43DC-A81A-E6338FDB2EDE}" destId="{0B9C362D-157E-43AC-8373-90C0B52AD6A5}" srcOrd="1" destOrd="0" presId="urn:microsoft.com/office/officeart/2005/8/layout/cycle2"/>
    <dgm:cxn modelId="{8FBFBF95-F27E-4201-8356-AAF66C2A6C32}" type="presParOf" srcId="{59E8B1D3-09CE-4F62-8A6E-7185034DB372}" destId="{EBD45A51-C43B-4E52-B436-F09A5E5A9562}" srcOrd="0" destOrd="0" presId="urn:microsoft.com/office/officeart/2005/8/layout/cycle2"/>
    <dgm:cxn modelId="{6267C1B6-5D84-4C0F-8405-E4E70AA79255}" type="presParOf" srcId="{59E8B1D3-09CE-4F62-8A6E-7185034DB372}" destId="{70A17E3D-7371-45C4-BB1E-6E402D83866E}" srcOrd="1" destOrd="0" presId="urn:microsoft.com/office/officeart/2005/8/layout/cycle2"/>
    <dgm:cxn modelId="{7040013D-0A4C-4E30-8AD7-599EB4107C64}" type="presParOf" srcId="{70A17E3D-7371-45C4-BB1E-6E402D83866E}" destId="{0B9C362D-157E-43AC-8373-90C0B52AD6A5}" srcOrd="0" destOrd="0" presId="urn:microsoft.com/office/officeart/2005/8/layout/cycle2"/>
    <dgm:cxn modelId="{5BC33737-F8D6-4336-A108-B76BB4F160D7}" type="presParOf" srcId="{59E8B1D3-09CE-4F62-8A6E-7185034DB372}" destId="{393C0778-E4D2-474A-9D3B-6CA443EE77D0}" srcOrd="2" destOrd="0" presId="urn:microsoft.com/office/officeart/2005/8/layout/cycle2"/>
    <dgm:cxn modelId="{E19B3D74-E18C-45B7-942B-96EE79FA1C8C}" type="presParOf" srcId="{59E8B1D3-09CE-4F62-8A6E-7185034DB372}" destId="{9854EAE6-F063-4BCA-B0DF-F9D43BEA1107}" srcOrd="3" destOrd="0" presId="urn:microsoft.com/office/officeart/2005/8/layout/cycle2"/>
    <dgm:cxn modelId="{6464CC33-0799-423C-A508-05DFD84058B8}" type="presParOf" srcId="{9854EAE6-F063-4BCA-B0DF-F9D43BEA1107}" destId="{1261664F-D84D-4229-9AA1-DA704D791205}" srcOrd="0" destOrd="0" presId="urn:microsoft.com/office/officeart/2005/8/layout/cycle2"/>
    <dgm:cxn modelId="{DFD20B8F-15E1-4C52-92AF-094C1EE8EB83}" type="presParOf" srcId="{59E8B1D3-09CE-4F62-8A6E-7185034DB372}" destId="{07E6DA37-A721-40AF-9392-EC5DB5C51B16}" srcOrd="4" destOrd="0" presId="urn:microsoft.com/office/officeart/2005/8/layout/cycle2"/>
    <dgm:cxn modelId="{671532AE-EB9E-4ED7-B092-27B03520B238}" type="presParOf" srcId="{59E8B1D3-09CE-4F62-8A6E-7185034DB372}" destId="{C1021B79-2A18-4F10-97D9-C014BB6D2D9E}" srcOrd="5" destOrd="0" presId="urn:microsoft.com/office/officeart/2005/8/layout/cycle2"/>
    <dgm:cxn modelId="{0C8B0FF3-2005-4225-8F48-A32601DBA01E}" type="presParOf" srcId="{C1021B79-2A18-4F10-97D9-C014BB6D2D9E}" destId="{56EEC7AF-06C9-44E0-89CE-D703999271DC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BC93D3-5730-4D23-BFEB-B057FBB3CE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F45CBA-6533-4874-9C6A-96DCBD8E46D0}">
      <dgm:prSet/>
      <dgm:spPr/>
      <dgm:t>
        <a:bodyPr/>
        <a:lstStyle/>
        <a:p>
          <a:r>
            <a:rPr lang="en-US"/>
            <a:t>Data</a:t>
          </a:r>
        </a:p>
      </dgm:t>
    </dgm:pt>
    <dgm:pt modelId="{EB72ABA8-E9B2-4D10-B7C1-A81432A1BD30}" type="parTrans" cxnId="{85C674C4-E789-4ADC-8626-6F87C8F76B1B}">
      <dgm:prSet/>
      <dgm:spPr/>
      <dgm:t>
        <a:bodyPr/>
        <a:lstStyle/>
        <a:p>
          <a:endParaRPr lang="en-US"/>
        </a:p>
      </dgm:t>
    </dgm:pt>
    <dgm:pt modelId="{B5AB3EAD-CDA1-4B79-BEE3-8C8C85812D7C}" type="sibTrans" cxnId="{85C674C4-E789-4ADC-8626-6F87C8F76B1B}">
      <dgm:prSet/>
      <dgm:spPr/>
      <dgm:t>
        <a:bodyPr/>
        <a:lstStyle/>
        <a:p>
          <a:endParaRPr lang="en-US"/>
        </a:p>
      </dgm:t>
    </dgm:pt>
    <dgm:pt modelId="{3EB031E0-CD90-4A1A-8CC5-05BCA1A7ED78}">
      <dgm:prSet/>
      <dgm:spPr/>
      <dgm:t>
        <a:bodyPr/>
        <a:lstStyle/>
        <a:p>
          <a:r>
            <a:rPr lang="en-US" dirty="0" err="1"/>
            <a:t>Klasser</a:t>
          </a:r>
          <a:r>
            <a:rPr lang="en-US" dirty="0"/>
            <a:t> </a:t>
          </a:r>
          <a:r>
            <a:rPr lang="en-US" dirty="0" err="1"/>
            <a:t>relaterade</a:t>
          </a:r>
          <a:r>
            <a:rPr lang="en-US" dirty="0"/>
            <a:t> till Entity Framework (om det </a:t>
          </a:r>
          <a:r>
            <a:rPr lang="en-US" dirty="0" err="1"/>
            <a:t>inte</a:t>
          </a:r>
          <a:r>
            <a:rPr lang="en-US" dirty="0"/>
            <a:t> ligger </a:t>
          </a:r>
          <a:r>
            <a:rPr lang="en-US" dirty="0" err="1"/>
            <a:t>i</a:t>
          </a:r>
          <a:r>
            <a:rPr lang="en-US" dirty="0"/>
            <a:t> </a:t>
          </a:r>
          <a:r>
            <a:rPr lang="en-US" dirty="0" err="1"/>
            <a:t>ett</a:t>
          </a:r>
          <a:r>
            <a:rPr lang="en-US" dirty="0"/>
            <a:t> </a:t>
          </a:r>
          <a:r>
            <a:rPr lang="en-US" dirty="0" err="1"/>
            <a:t>separat</a:t>
          </a:r>
          <a:r>
            <a:rPr lang="en-US" dirty="0"/>
            <a:t> </a:t>
          </a:r>
          <a:r>
            <a:rPr lang="en-US" dirty="0" err="1"/>
            <a:t>klassbliotek</a:t>
          </a:r>
          <a:r>
            <a:rPr lang="en-US" dirty="0"/>
            <a:t>)</a:t>
          </a:r>
        </a:p>
      </dgm:t>
    </dgm:pt>
    <dgm:pt modelId="{5973E8CD-E0F1-426E-B94A-08064DAF6095}" type="parTrans" cxnId="{F5EF22C0-C7A2-4980-BEF4-C39C74CF4294}">
      <dgm:prSet/>
      <dgm:spPr/>
      <dgm:t>
        <a:bodyPr/>
        <a:lstStyle/>
        <a:p>
          <a:endParaRPr lang="en-US"/>
        </a:p>
      </dgm:t>
    </dgm:pt>
    <dgm:pt modelId="{DB8ED5C2-80E2-4B49-AAC5-7CD2997E48A9}" type="sibTrans" cxnId="{F5EF22C0-C7A2-4980-BEF4-C39C74CF4294}">
      <dgm:prSet/>
      <dgm:spPr/>
      <dgm:t>
        <a:bodyPr/>
        <a:lstStyle/>
        <a:p>
          <a:endParaRPr lang="en-US"/>
        </a:p>
      </dgm:t>
    </dgm:pt>
    <dgm:pt modelId="{1E168B2E-D660-4F7A-A6A2-D6411A245838}">
      <dgm:prSet/>
      <dgm:spPr/>
      <dgm:t>
        <a:bodyPr/>
        <a:lstStyle/>
        <a:p>
          <a:r>
            <a:rPr lang="en-US" dirty="0"/>
            <a:t>Controllers</a:t>
          </a:r>
        </a:p>
      </dgm:t>
    </dgm:pt>
    <dgm:pt modelId="{AD264A2B-5828-483B-BB67-E394D163EF58}" type="parTrans" cxnId="{079DC7C9-84D9-464C-A653-D190ACA68FFC}">
      <dgm:prSet/>
      <dgm:spPr/>
      <dgm:t>
        <a:bodyPr/>
        <a:lstStyle/>
        <a:p>
          <a:endParaRPr lang="en-US"/>
        </a:p>
      </dgm:t>
    </dgm:pt>
    <dgm:pt modelId="{59822D31-992D-466A-9320-BB27737C0B38}" type="sibTrans" cxnId="{079DC7C9-84D9-464C-A653-D190ACA68FFC}">
      <dgm:prSet/>
      <dgm:spPr/>
      <dgm:t>
        <a:bodyPr/>
        <a:lstStyle/>
        <a:p>
          <a:endParaRPr lang="en-US"/>
        </a:p>
      </dgm:t>
    </dgm:pt>
    <dgm:pt modelId="{8236A69F-EF60-45BE-830D-D6BB78533E51}">
      <dgm:prSet/>
      <dgm:spPr/>
      <dgm:t>
        <a:bodyPr/>
        <a:lstStyle/>
        <a:p>
          <a:r>
            <a:rPr lang="en-US" dirty="0"/>
            <a:t>Models</a:t>
          </a:r>
        </a:p>
      </dgm:t>
    </dgm:pt>
    <dgm:pt modelId="{97841BA2-9A03-444B-98CB-E19BE72CCC98}" type="parTrans" cxnId="{3328090C-DEC5-47D0-B02B-42322BF2D949}">
      <dgm:prSet/>
      <dgm:spPr/>
      <dgm:t>
        <a:bodyPr/>
        <a:lstStyle/>
        <a:p>
          <a:endParaRPr lang="en-US"/>
        </a:p>
      </dgm:t>
    </dgm:pt>
    <dgm:pt modelId="{449AD480-88BA-4972-A588-BD912C1694EA}" type="sibTrans" cxnId="{3328090C-DEC5-47D0-B02B-42322BF2D949}">
      <dgm:prSet/>
      <dgm:spPr/>
      <dgm:t>
        <a:bodyPr/>
        <a:lstStyle/>
        <a:p>
          <a:endParaRPr lang="en-US"/>
        </a:p>
      </dgm:t>
    </dgm:pt>
    <dgm:pt modelId="{5D749004-339C-4554-AF06-933A9F300876}">
      <dgm:prSet/>
      <dgm:spPr/>
      <dgm:t>
        <a:bodyPr/>
        <a:lstStyle/>
        <a:p>
          <a:r>
            <a:rPr lang="en-US"/>
            <a:t>Services</a:t>
          </a:r>
        </a:p>
      </dgm:t>
    </dgm:pt>
    <dgm:pt modelId="{08394744-1EC0-43B0-913A-5D952C2F30B2}" type="parTrans" cxnId="{DFAA8D8F-89F8-4BAA-BC64-B118940C1F38}">
      <dgm:prSet/>
      <dgm:spPr/>
      <dgm:t>
        <a:bodyPr/>
        <a:lstStyle/>
        <a:p>
          <a:endParaRPr lang="en-US"/>
        </a:p>
      </dgm:t>
    </dgm:pt>
    <dgm:pt modelId="{AE098358-8AEC-40A3-9893-0A65D828F93F}" type="sibTrans" cxnId="{DFAA8D8F-89F8-4BAA-BC64-B118940C1F38}">
      <dgm:prSet/>
      <dgm:spPr/>
      <dgm:t>
        <a:bodyPr/>
        <a:lstStyle/>
        <a:p>
          <a:endParaRPr lang="en-US"/>
        </a:p>
      </dgm:t>
    </dgm:pt>
    <dgm:pt modelId="{BD65403A-5F6D-4300-8BA8-BCA1BC38A2BC}">
      <dgm:prSet/>
      <dgm:spPr/>
      <dgm:t>
        <a:bodyPr/>
        <a:lstStyle/>
        <a:p>
          <a:r>
            <a:rPr lang="en-US" dirty="0" err="1"/>
            <a:t>Klasser</a:t>
          </a:r>
          <a:r>
            <a:rPr lang="en-US" dirty="0"/>
            <a:t> </a:t>
          </a:r>
          <a:r>
            <a:rPr lang="en-US" dirty="0" err="1"/>
            <a:t>som</a:t>
          </a:r>
          <a:r>
            <a:rPr lang="en-US" dirty="0"/>
            <a:t> </a:t>
          </a:r>
          <a:r>
            <a:rPr lang="en-US" dirty="0" err="1"/>
            <a:t>hanterar</a:t>
          </a:r>
          <a:r>
            <a:rPr lang="en-US" dirty="0"/>
            <a:t> </a:t>
          </a:r>
          <a:r>
            <a:rPr lang="en-US" dirty="0" err="1"/>
            <a:t>dataflöden</a:t>
          </a:r>
          <a:r>
            <a:rPr lang="en-US" dirty="0"/>
            <a:t>, </a:t>
          </a:r>
          <a:r>
            <a:rPr lang="en-US" dirty="0" err="1"/>
            <a:t>autentisering</a:t>
          </a:r>
          <a:r>
            <a:rPr lang="en-US" dirty="0"/>
            <a:t>, state etc.</a:t>
          </a:r>
        </a:p>
      </dgm:t>
    </dgm:pt>
    <dgm:pt modelId="{3056483C-8A93-48B2-B6FC-AEACEECA76CD}" type="parTrans" cxnId="{7BB211D2-972F-48D4-B026-9784F1943F78}">
      <dgm:prSet/>
      <dgm:spPr/>
      <dgm:t>
        <a:bodyPr/>
        <a:lstStyle/>
        <a:p>
          <a:endParaRPr lang="en-US"/>
        </a:p>
      </dgm:t>
    </dgm:pt>
    <dgm:pt modelId="{03135081-B34F-4E9A-B43F-F54EFD259C02}" type="sibTrans" cxnId="{7BB211D2-972F-48D4-B026-9784F1943F78}">
      <dgm:prSet/>
      <dgm:spPr/>
      <dgm:t>
        <a:bodyPr/>
        <a:lstStyle/>
        <a:p>
          <a:endParaRPr lang="en-US"/>
        </a:p>
      </dgm:t>
    </dgm:pt>
    <dgm:pt modelId="{BEDB3D0F-0973-428E-B0F9-B890AE61EFCB}">
      <dgm:prSet/>
      <dgm:spPr/>
      <dgm:t>
        <a:bodyPr/>
        <a:lstStyle/>
        <a:p>
          <a:r>
            <a:rPr lang="en-US" dirty="0"/>
            <a:t>Views</a:t>
          </a:r>
        </a:p>
      </dgm:t>
    </dgm:pt>
    <dgm:pt modelId="{1A430064-B913-4218-9416-A648A252A5D3}" type="parTrans" cxnId="{3507A9FB-744B-4BFF-A948-313B5EE32C23}">
      <dgm:prSet/>
      <dgm:spPr/>
      <dgm:t>
        <a:bodyPr/>
        <a:lstStyle/>
        <a:p>
          <a:endParaRPr lang="en-US"/>
        </a:p>
      </dgm:t>
    </dgm:pt>
    <dgm:pt modelId="{A3B1DE01-6DB3-4910-8196-915C8181C20E}" type="sibTrans" cxnId="{3507A9FB-744B-4BFF-A948-313B5EE32C23}">
      <dgm:prSet/>
      <dgm:spPr/>
      <dgm:t>
        <a:bodyPr/>
        <a:lstStyle/>
        <a:p>
          <a:endParaRPr lang="en-US"/>
        </a:p>
      </dgm:t>
    </dgm:pt>
    <dgm:pt modelId="{45F990F3-172F-4E99-9002-769480F6F21A}">
      <dgm:prSet/>
      <dgm:spPr/>
      <dgm:t>
        <a:bodyPr/>
        <a:lstStyle/>
        <a:p>
          <a:r>
            <a:rPr lang="en-US" dirty="0" err="1"/>
            <a:t>Klasser</a:t>
          </a:r>
          <a:r>
            <a:rPr lang="en-US" dirty="0"/>
            <a:t> </a:t>
          </a:r>
          <a:r>
            <a:rPr lang="en-US" dirty="0" err="1"/>
            <a:t>som</a:t>
          </a:r>
          <a:r>
            <a:rPr lang="en-US" dirty="0"/>
            <a:t> </a:t>
          </a:r>
          <a:r>
            <a:rPr lang="en-US" dirty="0" err="1"/>
            <a:t>representerar</a:t>
          </a:r>
          <a:r>
            <a:rPr lang="en-US" dirty="0"/>
            <a:t> data</a:t>
          </a:r>
        </a:p>
      </dgm:t>
    </dgm:pt>
    <dgm:pt modelId="{0637E82A-6D10-43CD-8E99-A30B467DE71E}" type="parTrans" cxnId="{85F63D28-BE61-4274-975F-E14B6AC5BF59}">
      <dgm:prSet/>
      <dgm:spPr/>
      <dgm:t>
        <a:bodyPr/>
        <a:lstStyle/>
        <a:p>
          <a:endParaRPr lang="en-SE"/>
        </a:p>
      </dgm:t>
    </dgm:pt>
    <dgm:pt modelId="{850DC3A2-F63C-4DDC-822D-3BE3C80E5CB3}" type="sibTrans" cxnId="{85F63D28-BE61-4274-975F-E14B6AC5BF59}">
      <dgm:prSet/>
      <dgm:spPr/>
      <dgm:t>
        <a:bodyPr/>
        <a:lstStyle/>
        <a:p>
          <a:endParaRPr lang="en-SE"/>
        </a:p>
      </dgm:t>
    </dgm:pt>
    <dgm:pt modelId="{040FDC27-93C2-44C8-89C8-2B7A19841C1D}">
      <dgm:prSet/>
      <dgm:spPr/>
      <dgm:t>
        <a:bodyPr/>
        <a:lstStyle/>
        <a:p>
          <a:r>
            <a:rPr lang="en-US" dirty="0"/>
            <a:t>HTML, CSS, JS</a:t>
          </a:r>
        </a:p>
      </dgm:t>
    </dgm:pt>
    <dgm:pt modelId="{C1EBF29D-A554-438F-9D8B-ABCEF52A2762}" type="parTrans" cxnId="{106B7266-1C74-46DE-9888-DFC9C90136BB}">
      <dgm:prSet/>
      <dgm:spPr/>
      <dgm:t>
        <a:bodyPr/>
        <a:lstStyle/>
        <a:p>
          <a:endParaRPr lang="en-SE"/>
        </a:p>
      </dgm:t>
    </dgm:pt>
    <dgm:pt modelId="{E236A8E5-4B58-401C-93D6-80251FA73B17}" type="sibTrans" cxnId="{106B7266-1C74-46DE-9888-DFC9C90136BB}">
      <dgm:prSet/>
      <dgm:spPr/>
      <dgm:t>
        <a:bodyPr/>
        <a:lstStyle/>
        <a:p>
          <a:endParaRPr lang="en-SE"/>
        </a:p>
      </dgm:t>
    </dgm:pt>
    <dgm:pt modelId="{9CA9D715-597C-45F5-A517-08B5999DC1A2}">
      <dgm:prSet/>
      <dgm:spPr/>
      <dgm:t>
        <a:bodyPr/>
        <a:lstStyle/>
        <a:p>
          <a:r>
            <a:rPr lang="en-US" dirty="0" err="1"/>
            <a:t>Klasser</a:t>
          </a:r>
          <a:r>
            <a:rPr lang="en-US" dirty="0"/>
            <a:t> </a:t>
          </a:r>
          <a:r>
            <a:rPr lang="en-US" dirty="0" err="1"/>
            <a:t>som</a:t>
          </a:r>
          <a:r>
            <a:rPr lang="en-US" dirty="0"/>
            <a:t> </a:t>
          </a:r>
          <a:r>
            <a:rPr lang="en-US" dirty="0" err="1"/>
            <a:t>hanterar</a:t>
          </a:r>
          <a:r>
            <a:rPr lang="en-US" dirty="0"/>
            <a:t> HTTP-</a:t>
          </a:r>
          <a:r>
            <a:rPr lang="en-US" dirty="0" err="1"/>
            <a:t>anrop</a:t>
          </a:r>
          <a:r>
            <a:rPr lang="en-US" dirty="0"/>
            <a:t> </a:t>
          </a:r>
          <a:r>
            <a:rPr lang="en-US" dirty="0" err="1"/>
            <a:t>och</a:t>
          </a:r>
          <a:r>
            <a:rPr lang="en-US" dirty="0"/>
            <a:t> </a:t>
          </a:r>
          <a:r>
            <a:rPr lang="en-US" dirty="0" err="1"/>
            <a:t>svar</a:t>
          </a:r>
          <a:endParaRPr lang="en-US" dirty="0"/>
        </a:p>
      </dgm:t>
    </dgm:pt>
    <dgm:pt modelId="{71B49B26-9CDD-4DA1-B05C-D36ACD6F42FD}" type="parTrans" cxnId="{F03FD0C7-7902-430E-A1E4-127778767DC8}">
      <dgm:prSet/>
      <dgm:spPr/>
      <dgm:t>
        <a:bodyPr/>
        <a:lstStyle/>
        <a:p>
          <a:endParaRPr lang="en-SE"/>
        </a:p>
      </dgm:t>
    </dgm:pt>
    <dgm:pt modelId="{F95E82EE-B70D-4567-B3ED-46902EF5ECFD}" type="sibTrans" cxnId="{F03FD0C7-7902-430E-A1E4-127778767DC8}">
      <dgm:prSet/>
      <dgm:spPr/>
      <dgm:t>
        <a:bodyPr/>
        <a:lstStyle/>
        <a:p>
          <a:endParaRPr lang="en-SE"/>
        </a:p>
      </dgm:t>
    </dgm:pt>
    <dgm:pt modelId="{E4969BF6-3835-4CD5-B741-CE06E3F22ED0}" type="pres">
      <dgm:prSet presAssocID="{6CBC93D3-5730-4D23-BFEB-B057FBB3CE6B}" presName="linear" presStyleCnt="0">
        <dgm:presLayoutVars>
          <dgm:animLvl val="lvl"/>
          <dgm:resizeHandles val="exact"/>
        </dgm:presLayoutVars>
      </dgm:prSet>
      <dgm:spPr/>
    </dgm:pt>
    <dgm:pt modelId="{3756F834-4929-42F7-B752-E6391ABB176E}" type="pres">
      <dgm:prSet presAssocID="{89F45CBA-6533-4874-9C6A-96DCBD8E46D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E6F2E55-CB91-47C3-80B0-10363F89D97F}" type="pres">
      <dgm:prSet presAssocID="{89F45CBA-6533-4874-9C6A-96DCBD8E46D0}" presName="childText" presStyleLbl="revTx" presStyleIdx="0" presStyleCnt="5">
        <dgm:presLayoutVars>
          <dgm:bulletEnabled val="1"/>
        </dgm:presLayoutVars>
      </dgm:prSet>
      <dgm:spPr/>
    </dgm:pt>
    <dgm:pt modelId="{24E2B1F6-2A0F-457F-9396-CDF06B7DDE55}" type="pres">
      <dgm:prSet presAssocID="{1E168B2E-D660-4F7A-A6A2-D6411A24583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4613112-BF3C-46D6-B328-23ADF9CDF9F2}" type="pres">
      <dgm:prSet presAssocID="{1E168B2E-D660-4F7A-A6A2-D6411A245838}" presName="childText" presStyleLbl="revTx" presStyleIdx="1" presStyleCnt="5">
        <dgm:presLayoutVars>
          <dgm:bulletEnabled val="1"/>
        </dgm:presLayoutVars>
      </dgm:prSet>
      <dgm:spPr/>
    </dgm:pt>
    <dgm:pt modelId="{622676AC-DE52-41B7-9813-4ABDA8CC2464}" type="pres">
      <dgm:prSet presAssocID="{8236A69F-EF60-45BE-830D-D6BB78533E5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6B4B9A8-D3D0-498A-9E49-FDCCBF154E21}" type="pres">
      <dgm:prSet presAssocID="{8236A69F-EF60-45BE-830D-D6BB78533E51}" presName="childText" presStyleLbl="revTx" presStyleIdx="2" presStyleCnt="5">
        <dgm:presLayoutVars>
          <dgm:bulletEnabled val="1"/>
        </dgm:presLayoutVars>
      </dgm:prSet>
      <dgm:spPr/>
    </dgm:pt>
    <dgm:pt modelId="{F14CA24C-0A73-4311-94D0-2C4B5193511B}" type="pres">
      <dgm:prSet presAssocID="{5D749004-339C-4554-AF06-933A9F30087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65E869D-9F52-4FDC-AE82-9D04111F3116}" type="pres">
      <dgm:prSet presAssocID="{5D749004-339C-4554-AF06-933A9F300876}" presName="childText" presStyleLbl="revTx" presStyleIdx="3" presStyleCnt="5">
        <dgm:presLayoutVars>
          <dgm:bulletEnabled val="1"/>
        </dgm:presLayoutVars>
      </dgm:prSet>
      <dgm:spPr/>
    </dgm:pt>
    <dgm:pt modelId="{DA3F55B6-DCC2-4D20-879D-E419BD575BA7}" type="pres">
      <dgm:prSet presAssocID="{BEDB3D0F-0973-428E-B0F9-B890AE61EFCB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FB7A8354-8B8E-49AC-94C9-C78D66D27742}" type="pres">
      <dgm:prSet presAssocID="{BEDB3D0F-0973-428E-B0F9-B890AE61EFCB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3328090C-DEC5-47D0-B02B-42322BF2D949}" srcId="{6CBC93D3-5730-4D23-BFEB-B057FBB3CE6B}" destId="{8236A69F-EF60-45BE-830D-D6BB78533E51}" srcOrd="2" destOrd="0" parTransId="{97841BA2-9A03-444B-98CB-E19BE72CCC98}" sibTransId="{449AD480-88BA-4972-A588-BD912C1694EA}"/>
    <dgm:cxn modelId="{8BE3C512-77A6-4BA9-8104-2E60AC3F06D9}" type="presOf" srcId="{45F990F3-172F-4E99-9002-769480F6F21A}" destId="{B6B4B9A8-D3D0-498A-9E49-FDCCBF154E21}" srcOrd="0" destOrd="0" presId="urn:microsoft.com/office/officeart/2005/8/layout/vList2"/>
    <dgm:cxn modelId="{85F63D28-BE61-4274-975F-E14B6AC5BF59}" srcId="{8236A69F-EF60-45BE-830D-D6BB78533E51}" destId="{45F990F3-172F-4E99-9002-769480F6F21A}" srcOrd="0" destOrd="0" parTransId="{0637E82A-6D10-43CD-8E99-A30B467DE71E}" sibTransId="{850DC3A2-F63C-4DDC-822D-3BE3C80E5CB3}"/>
    <dgm:cxn modelId="{31EF9B33-39F4-46E5-8A55-9C031350A737}" type="presOf" srcId="{040FDC27-93C2-44C8-89C8-2B7A19841C1D}" destId="{FB7A8354-8B8E-49AC-94C9-C78D66D27742}" srcOrd="0" destOrd="0" presId="urn:microsoft.com/office/officeart/2005/8/layout/vList2"/>
    <dgm:cxn modelId="{536A653E-7BF0-468C-AF5D-2D139F28AAEE}" type="presOf" srcId="{89F45CBA-6533-4874-9C6A-96DCBD8E46D0}" destId="{3756F834-4929-42F7-B752-E6391ABB176E}" srcOrd="0" destOrd="0" presId="urn:microsoft.com/office/officeart/2005/8/layout/vList2"/>
    <dgm:cxn modelId="{1FE0A765-F72B-49C9-A265-871D4F98BF8F}" type="presOf" srcId="{6CBC93D3-5730-4D23-BFEB-B057FBB3CE6B}" destId="{E4969BF6-3835-4CD5-B741-CE06E3F22ED0}" srcOrd="0" destOrd="0" presId="urn:microsoft.com/office/officeart/2005/8/layout/vList2"/>
    <dgm:cxn modelId="{106B7266-1C74-46DE-9888-DFC9C90136BB}" srcId="{BEDB3D0F-0973-428E-B0F9-B890AE61EFCB}" destId="{040FDC27-93C2-44C8-89C8-2B7A19841C1D}" srcOrd="0" destOrd="0" parTransId="{C1EBF29D-A554-438F-9D8B-ABCEF52A2762}" sibTransId="{E236A8E5-4B58-401C-93D6-80251FA73B17}"/>
    <dgm:cxn modelId="{958C236D-51B2-4E7B-92E3-FA41080E35EA}" type="presOf" srcId="{BD65403A-5F6D-4300-8BA8-BCA1BC38A2BC}" destId="{065E869D-9F52-4FDC-AE82-9D04111F3116}" srcOrd="0" destOrd="0" presId="urn:microsoft.com/office/officeart/2005/8/layout/vList2"/>
    <dgm:cxn modelId="{33EDC576-6879-45AD-B02E-8F1199FA038B}" type="presOf" srcId="{9CA9D715-597C-45F5-A517-08B5999DC1A2}" destId="{44613112-BF3C-46D6-B328-23ADF9CDF9F2}" srcOrd="0" destOrd="0" presId="urn:microsoft.com/office/officeart/2005/8/layout/vList2"/>
    <dgm:cxn modelId="{DFAA8D8F-89F8-4BAA-BC64-B118940C1F38}" srcId="{6CBC93D3-5730-4D23-BFEB-B057FBB3CE6B}" destId="{5D749004-339C-4554-AF06-933A9F300876}" srcOrd="3" destOrd="0" parTransId="{08394744-1EC0-43B0-913A-5D952C2F30B2}" sibTransId="{AE098358-8AEC-40A3-9893-0A65D828F93F}"/>
    <dgm:cxn modelId="{9C172291-2938-42B2-A777-467B6A16A990}" type="presOf" srcId="{5D749004-339C-4554-AF06-933A9F300876}" destId="{F14CA24C-0A73-4311-94D0-2C4B5193511B}" srcOrd="0" destOrd="0" presId="urn:microsoft.com/office/officeart/2005/8/layout/vList2"/>
    <dgm:cxn modelId="{C14A36A7-B427-4DD3-8B33-4B07E773A31D}" type="presOf" srcId="{8236A69F-EF60-45BE-830D-D6BB78533E51}" destId="{622676AC-DE52-41B7-9813-4ABDA8CC2464}" srcOrd="0" destOrd="0" presId="urn:microsoft.com/office/officeart/2005/8/layout/vList2"/>
    <dgm:cxn modelId="{CDE559BF-D5FF-4E4A-B9B9-EA50185DCFFE}" type="presOf" srcId="{3EB031E0-CD90-4A1A-8CC5-05BCA1A7ED78}" destId="{CE6F2E55-CB91-47C3-80B0-10363F89D97F}" srcOrd="0" destOrd="0" presId="urn:microsoft.com/office/officeart/2005/8/layout/vList2"/>
    <dgm:cxn modelId="{F5EF22C0-C7A2-4980-BEF4-C39C74CF4294}" srcId="{89F45CBA-6533-4874-9C6A-96DCBD8E46D0}" destId="{3EB031E0-CD90-4A1A-8CC5-05BCA1A7ED78}" srcOrd="0" destOrd="0" parTransId="{5973E8CD-E0F1-426E-B94A-08064DAF6095}" sibTransId="{DB8ED5C2-80E2-4B49-AAC5-7CD2997E48A9}"/>
    <dgm:cxn modelId="{85C674C4-E789-4ADC-8626-6F87C8F76B1B}" srcId="{6CBC93D3-5730-4D23-BFEB-B057FBB3CE6B}" destId="{89F45CBA-6533-4874-9C6A-96DCBD8E46D0}" srcOrd="0" destOrd="0" parTransId="{EB72ABA8-E9B2-4D10-B7C1-A81432A1BD30}" sibTransId="{B5AB3EAD-CDA1-4B79-BEE3-8C8C85812D7C}"/>
    <dgm:cxn modelId="{9C6E5CC5-1975-4B00-8EB6-BEDE0CA29963}" type="presOf" srcId="{1E168B2E-D660-4F7A-A6A2-D6411A245838}" destId="{24E2B1F6-2A0F-457F-9396-CDF06B7DDE55}" srcOrd="0" destOrd="0" presId="urn:microsoft.com/office/officeart/2005/8/layout/vList2"/>
    <dgm:cxn modelId="{F03FD0C7-7902-430E-A1E4-127778767DC8}" srcId="{1E168B2E-D660-4F7A-A6A2-D6411A245838}" destId="{9CA9D715-597C-45F5-A517-08B5999DC1A2}" srcOrd="0" destOrd="0" parTransId="{71B49B26-9CDD-4DA1-B05C-D36ACD6F42FD}" sibTransId="{F95E82EE-B70D-4567-B3ED-46902EF5ECFD}"/>
    <dgm:cxn modelId="{079DC7C9-84D9-464C-A653-D190ACA68FFC}" srcId="{6CBC93D3-5730-4D23-BFEB-B057FBB3CE6B}" destId="{1E168B2E-D660-4F7A-A6A2-D6411A245838}" srcOrd="1" destOrd="0" parTransId="{AD264A2B-5828-483B-BB67-E394D163EF58}" sibTransId="{59822D31-992D-466A-9320-BB27737C0B38}"/>
    <dgm:cxn modelId="{59AABAD0-6E40-4853-8455-DC59FE042B32}" type="presOf" srcId="{BEDB3D0F-0973-428E-B0F9-B890AE61EFCB}" destId="{DA3F55B6-DCC2-4D20-879D-E419BD575BA7}" srcOrd="0" destOrd="0" presId="urn:microsoft.com/office/officeart/2005/8/layout/vList2"/>
    <dgm:cxn modelId="{7BB211D2-972F-48D4-B026-9784F1943F78}" srcId="{5D749004-339C-4554-AF06-933A9F300876}" destId="{BD65403A-5F6D-4300-8BA8-BCA1BC38A2BC}" srcOrd="0" destOrd="0" parTransId="{3056483C-8A93-48B2-B6FC-AEACEECA76CD}" sibTransId="{03135081-B34F-4E9A-B43F-F54EFD259C02}"/>
    <dgm:cxn modelId="{3507A9FB-744B-4BFF-A948-313B5EE32C23}" srcId="{6CBC93D3-5730-4D23-BFEB-B057FBB3CE6B}" destId="{BEDB3D0F-0973-428E-B0F9-B890AE61EFCB}" srcOrd="4" destOrd="0" parTransId="{1A430064-B913-4218-9416-A648A252A5D3}" sibTransId="{A3B1DE01-6DB3-4910-8196-915C8181C20E}"/>
    <dgm:cxn modelId="{E834A58B-1C7A-41FA-A41C-E91A14505939}" type="presParOf" srcId="{E4969BF6-3835-4CD5-B741-CE06E3F22ED0}" destId="{3756F834-4929-42F7-B752-E6391ABB176E}" srcOrd="0" destOrd="0" presId="urn:microsoft.com/office/officeart/2005/8/layout/vList2"/>
    <dgm:cxn modelId="{FC0E1A92-DDAE-436A-90BC-9A3C044BE06E}" type="presParOf" srcId="{E4969BF6-3835-4CD5-B741-CE06E3F22ED0}" destId="{CE6F2E55-CB91-47C3-80B0-10363F89D97F}" srcOrd="1" destOrd="0" presId="urn:microsoft.com/office/officeart/2005/8/layout/vList2"/>
    <dgm:cxn modelId="{BFB4918A-6506-4C60-B98A-A0680D13C6D7}" type="presParOf" srcId="{E4969BF6-3835-4CD5-B741-CE06E3F22ED0}" destId="{24E2B1F6-2A0F-457F-9396-CDF06B7DDE55}" srcOrd="2" destOrd="0" presId="urn:microsoft.com/office/officeart/2005/8/layout/vList2"/>
    <dgm:cxn modelId="{A8864E47-ED43-46B6-A32F-38717B39D8EE}" type="presParOf" srcId="{E4969BF6-3835-4CD5-B741-CE06E3F22ED0}" destId="{44613112-BF3C-46D6-B328-23ADF9CDF9F2}" srcOrd="3" destOrd="0" presId="urn:microsoft.com/office/officeart/2005/8/layout/vList2"/>
    <dgm:cxn modelId="{4E430437-A003-4FAF-9944-DCC4544B4F53}" type="presParOf" srcId="{E4969BF6-3835-4CD5-B741-CE06E3F22ED0}" destId="{622676AC-DE52-41B7-9813-4ABDA8CC2464}" srcOrd="4" destOrd="0" presId="urn:microsoft.com/office/officeart/2005/8/layout/vList2"/>
    <dgm:cxn modelId="{837A293A-8DBA-4049-9DF1-C8D713013D8F}" type="presParOf" srcId="{E4969BF6-3835-4CD5-B741-CE06E3F22ED0}" destId="{B6B4B9A8-D3D0-498A-9E49-FDCCBF154E21}" srcOrd="5" destOrd="0" presId="urn:microsoft.com/office/officeart/2005/8/layout/vList2"/>
    <dgm:cxn modelId="{8A4F08BF-0952-407A-A872-13E52AF1FF11}" type="presParOf" srcId="{E4969BF6-3835-4CD5-B741-CE06E3F22ED0}" destId="{F14CA24C-0A73-4311-94D0-2C4B5193511B}" srcOrd="6" destOrd="0" presId="urn:microsoft.com/office/officeart/2005/8/layout/vList2"/>
    <dgm:cxn modelId="{944731CC-18EF-4064-B807-5397BF7559C5}" type="presParOf" srcId="{E4969BF6-3835-4CD5-B741-CE06E3F22ED0}" destId="{065E869D-9F52-4FDC-AE82-9D04111F3116}" srcOrd="7" destOrd="0" presId="urn:microsoft.com/office/officeart/2005/8/layout/vList2"/>
    <dgm:cxn modelId="{5F03ED1E-6ECD-441F-B1E5-D1C267BC6BDC}" type="presParOf" srcId="{E4969BF6-3835-4CD5-B741-CE06E3F22ED0}" destId="{DA3F55B6-DCC2-4D20-879D-E419BD575BA7}" srcOrd="8" destOrd="0" presId="urn:microsoft.com/office/officeart/2005/8/layout/vList2"/>
    <dgm:cxn modelId="{0FF7427D-F0D7-41B0-9232-1CBB6E90F085}" type="presParOf" srcId="{E4969BF6-3835-4CD5-B741-CE06E3F22ED0}" destId="{FB7A8354-8B8E-49AC-94C9-C78D66D27742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45A51-C43B-4E52-B436-F09A5E5A9562}">
      <dsp:nvSpPr>
        <dsp:cNvPr id="0" name=""/>
        <dsp:cNvSpPr/>
      </dsp:nvSpPr>
      <dsp:spPr>
        <a:xfrm>
          <a:off x="1120871" y="40496"/>
          <a:ext cx="1890805" cy="18908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800" kern="1200" dirty="0" err="1"/>
            <a:t>Model</a:t>
          </a:r>
          <a:endParaRPr lang="sv-SE" sz="18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sv-SE" sz="1400" kern="1200" dirty="0"/>
            <a:t>Data</a:t>
          </a:r>
        </a:p>
      </dsp:txBody>
      <dsp:txXfrm>
        <a:off x="1397773" y="317398"/>
        <a:ext cx="1337001" cy="1337001"/>
      </dsp:txXfrm>
    </dsp:sp>
    <dsp:sp modelId="{70A17E3D-7371-45C4-BB1E-6E402D83866E}">
      <dsp:nvSpPr>
        <dsp:cNvPr id="0" name=""/>
        <dsp:cNvSpPr/>
      </dsp:nvSpPr>
      <dsp:spPr>
        <a:xfrm rot="76430" flipH="1" flipV="1">
          <a:off x="3409572" y="683498"/>
          <a:ext cx="1193213" cy="691074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sv-SE" sz="1400" kern="1200"/>
        </a:p>
      </dsp:txBody>
      <dsp:txXfrm rot="10800000">
        <a:off x="3616868" y="824017"/>
        <a:ext cx="985891" cy="414644"/>
      </dsp:txXfrm>
    </dsp:sp>
    <dsp:sp modelId="{393C0778-E4D2-474A-9D3B-6CA443EE77D0}">
      <dsp:nvSpPr>
        <dsp:cNvPr id="0" name=""/>
        <dsp:cNvSpPr/>
      </dsp:nvSpPr>
      <dsp:spPr>
        <a:xfrm>
          <a:off x="5062210" y="128137"/>
          <a:ext cx="1890805" cy="18908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800" kern="1200" dirty="0" err="1"/>
            <a:t>View</a:t>
          </a:r>
          <a:endParaRPr lang="sv-SE" sz="18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sv-SE" sz="1400" kern="1200" dirty="0"/>
            <a:t>Presentation</a:t>
          </a:r>
        </a:p>
      </dsp:txBody>
      <dsp:txXfrm>
        <a:off x="5339112" y="405039"/>
        <a:ext cx="1337001" cy="1337001"/>
      </dsp:txXfrm>
    </dsp:sp>
    <dsp:sp modelId="{9854EAE6-F063-4BCA-B0DF-F9D43BEA1107}">
      <dsp:nvSpPr>
        <dsp:cNvPr id="0" name=""/>
        <dsp:cNvSpPr/>
      </dsp:nvSpPr>
      <dsp:spPr>
        <a:xfrm rot="7952405" flipH="1">
          <a:off x="4776032" y="1936450"/>
          <a:ext cx="594858" cy="5698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sv-SE" sz="1400" kern="1200"/>
        </a:p>
      </dsp:txBody>
      <dsp:txXfrm rot="10800000">
        <a:off x="4803719" y="2113411"/>
        <a:ext cx="423893" cy="341930"/>
      </dsp:txXfrm>
    </dsp:sp>
    <dsp:sp modelId="{07E6DA37-A721-40AF-9392-EC5DB5C51B16}">
      <dsp:nvSpPr>
        <dsp:cNvPr id="0" name=""/>
        <dsp:cNvSpPr/>
      </dsp:nvSpPr>
      <dsp:spPr>
        <a:xfrm>
          <a:off x="2997947" y="2431022"/>
          <a:ext cx="1890805" cy="18908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800" kern="1200" dirty="0"/>
            <a:t>Controller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sv-SE" sz="1400" kern="1200" dirty="0"/>
            <a:t>Kommunikation mellan </a:t>
          </a:r>
          <a:r>
            <a:rPr lang="sv-SE" sz="1400" kern="1200" dirty="0" err="1"/>
            <a:t>Model</a:t>
          </a:r>
          <a:r>
            <a:rPr lang="sv-SE" sz="1400" kern="1200" dirty="0"/>
            <a:t> och </a:t>
          </a:r>
          <a:r>
            <a:rPr lang="sv-SE" sz="1400" kern="1200" dirty="0" err="1"/>
            <a:t>View</a:t>
          </a:r>
          <a:endParaRPr lang="sv-SE" sz="1400" kern="1200" dirty="0"/>
        </a:p>
      </dsp:txBody>
      <dsp:txXfrm>
        <a:off x="3274849" y="2707924"/>
        <a:ext cx="1337001" cy="1337001"/>
      </dsp:txXfrm>
    </dsp:sp>
    <dsp:sp modelId="{C1021B79-2A18-4F10-97D9-C014BB6D2D9E}">
      <dsp:nvSpPr>
        <dsp:cNvPr id="0" name=""/>
        <dsp:cNvSpPr/>
      </dsp:nvSpPr>
      <dsp:spPr>
        <a:xfrm rot="13911629">
          <a:off x="2555612" y="1884031"/>
          <a:ext cx="608761" cy="6381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sv-SE" sz="1400" kern="1200"/>
        </a:p>
      </dsp:txBody>
      <dsp:txXfrm rot="10800000">
        <a:off x="2703320" y="2083479"/>
        <a:ext cx="426133" cy="3828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56F834-4929-42F7-B752-E6391ABB176E}">
      <dsp:nvSpPr>
        <dsp:cNvPr id="0" name=""/>
        <dsp:cNvSpPr/>
      </dsp:nvSpPr>
      <dsp:spPr>
        <a:xfrm>
          <a:off x="0" y="226250"/>
          <a:ext cx="2629619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Data</a:t>
          </a:r>
        </a:p>
      </dsp:txBody>
      <dsp:txXfrm>
        <a:off x="15221" y="241471"/>
        <a:ext cx="2599177" cy="281363"/>
      </dsp:txXfrm>
    </dsp:sp>
    <dsp:sp modelId="{CE6F2E55-CB91-47C3-80B0-10363F89D97F}">
      <dsp:nvSpPr>
        <dsp:cNvPr id="0" name=""/>
        <dsp:cNvSpPr/>
      </dsp:nvSpPr>
      <dsp:spPr>
        <a:xfrm>
          <a:off x="0" y="538055"/>
          <a:ext cx="2629619" cy="316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90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000" kern="1200" dirty="0" err="1"/>
            <a:t>Klasser</a:t>
          </a:r>
          <a:r>
            <a:rPr lang="en-US" sz="1000" kern="1200" dirty="0"/>
            <a:t> </a:t>
          </a:r>
          <a:r>
            <a:rPr lang="en-US" sz="1000" kern="1200" dirty="0" err="1"/>
            <a:t>relaterade</a:t>
          </a:r>
          <a:r>
            <a:rPr lang="en-US" sz="1000" kern="1200" dirty="0"/>
            <a:t> till Entity Framework (om det </a:t>
          </a:r>
          <a:r>
            <a:rPr lang="en-US" sz="1000" kern="1200" dirty="0" err="1"/>
            <a:t>inte</a:t>
          </a:r>
          <a:r>
            <a:rPr lang="en-US" sz="1000" kern="1200" dirty="0"/>
            <a:t> ligger </a:t>
          </a:r>
          <a:r>
            <a:rPr lang="en-US" sz="1000" kern="1200" dirty="0" err="1"/>
            <a:t>i</a:t>
          </a:r>
          <a:r>
            <a:rPr lang="en-US" sz="1000" kern="1200" dirty="0"/>
            <a:t> </a:t>
          </a:r>
          <a:r>
            <a:rPr lang="en-US" sz="1000" kern="1200" dirty="0" err="1"/>
            <a:t>ett</a:t>
          </a:r>
          <a:r>
            <a:rPr lang="en-US" sz="1000" kern="1200" dirty="0"/>
            <a:t> </a:t>
          </a:r>
          <a:r>
            <a:rPr lang="en-US" sz="1000" kern="1200" dirty="0" err="1"/>
            <a:t>separat</a:t>
          </a:r>
          <a:r>
            <a:rPr lang="en-US" sz="1000" kern="1200" dirty="0"/>
            <a:t> </a:t>
          </a:r>
          <a:r>
            <a:rPr lang="en-US" sz="1000" kern="1200" dirty="0" err="1"/>
            <a:t>klassbliotek</a:t>
          </a:r>
          <a:r>
            <a:rPr lang="en-US" sz="1000" kern="1200" dirty="0"/>
            <a:t>)</a:t>
          </a:r>
        </a:p>
      </dsp:txBody>
      <dsp:txXfrm>
        <a:off x="0" y="538055"/>
        <a:ext cx="2629619" cy="316192"/>
      </dsp:txXfrm>
    </dsp:sp>
    <dsp:sp modelId="{24E2B1F6-2A0F-457F-9396-CDF06B7DDE55}">
      <dsp:nvSpPr>
        <dsp:cNvPr id="0" name=""/>
        <dsp:cNvSpPr/>
      </dsp:nvSpPr>
      <dsp:spPr>
        <a:xfrm>
          <a:off x="0" y="854247"/>
          <a:ext cx="2629619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Controllers</a:t>
          </a:r>
        </a:p>
      </dsp:txBody>
      <dsp:txXfrm>
        <a:off x="15221" y="869468"/>
        <a:ext cx="2599177" cy="281363"/>
      </dsp:txXfrm>
    </dsp:sp>
    <dsp:sp modelId="{44613112-BF3C-46D6-B328-23ADF9CDF9F2}">
      <dsp:nvSpPr>
        <dsp:cNvPr id="0" name=""/>
        <dsp:cNvSpPr/>
      </dsp:nvSpPr>
      <dsp:spPr>
        <a:xfrm>
          <a:off x="0" y="1166052"/>
          <a:ext cx="2629619" cy="215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90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000" kern="1200" dirty="0" err="1"/>
            <a:t>Klasser</a:t>
          </a:r>
          <a:r>
            <a:rPr lang="en-US" sz="1000" kern="1200" dirty="0"/>
            <a:t> </a:t>
          </a:r>
          <a:r>
            <a:rPr lang="en-US" sz="1000" kern="1200" dirty="0" err="1"/>
            <a:t>som</a:t>
          </a:r>
          <a:r>
            <a:rPr lang="en-US" sz="1000" kern="1200" dirty="0"/>
            <a:t> </a:t>
          </a:r>
          <a:r>
            <a:rPr lang="en-US" sz="1000" kern="1200" dirty="0" err="1"/>
            <a:t>hanterar</a:t>
          </a:r>
          <a:r>
            <a:rPr lang="en-US" sz="1000" kern="1200" dirty="0"/>
            <a:t> HTTP-</a:t>
          </a:r>
          <a:r>
            <a:rPr lang="en-US" sz="1000" kern="1200" dirty="0" err="1"/>
            <a:t>anrop</a:t>
          </a:r>
          <a:r>
            <a:rPr lang="en-US" sz="1000" kern="1200" dirty="0"/>
            <a:t> </a:t>
          </a:r>
          <a:r>
            <a:rPr lang="en-US" sz="1000" kern="1200" dirty="0" err="1"/>
            <a:t>och</a:t>
          </a:r>
          <a:r>
            <a:rPr lang="en-US" sz="1000" kern="1200" dirty="0"/>
            <a:t> </a:t>
          </a:r>
          <a:r>
            <a:rPr lang="en-US" sz="1000" kern="1200" dirty="0" err="1"/>
            <a:t>svar</a:t>
          </a:r>
          <a:endParaRPr lang="en-US" sz="1000" kern="1200" dirty="0"/>
        </a:p>
      </dsp:txBody>
      <dsp:txXfrm>
        <a:off x="0" y="1166052"/>
        <a:ext cx="2629619" cy="215280"/>
      </dsp:txXfrm>
    </dsp:sp>
    <dsp:sp modelId="{622676AC-DE52-41B7-9813-4ABDA8CC2464}">
      <dsp:nvSpPr>
        <dsp:cNvPr id="0" name=""/>
        <dsp:cNvSpPr/>
      </dsp:nvSpPr>
      <dsp:spPr>
        <a:xfrm>
          <a:off x="0" y="1381333"/>
          <a:ext cx="2629619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Models</a:t>
          </a:r>
        </a:p>
      </dsp:txBody>
      <dsp:txXfrm>
        <a:off x="15221" y="1396554"/>
        <a:ext cx="2599177" cy="281363"/>
      </dsp:txXfrm>
    </dsp:sp>
    <dsp:sp modelId="{B6B4B9A8-D3D0-498A-9E49-FDCCBF154E21}">
      <dsp:nvSpPr>
        <dsp:cNvPr id="0" name=""/>
        <dsp:cNvSpPr/>
      </dsp:nvSpPr>
      <dsp:spPr>
        <a:xfrm>
          <a:off x="0" y="1693138"/>
          <a:ext cx="2629619" cy="215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90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000" kern="1200" dirty="0" err="1"/>
            <a:t>Klasser</a:t>
          </a:r>
          <a:r>
            <a:rPr lang="en-US" sz="1000" kern="1200" dirty="0"/>
            <a:t> </a:t>
          </a:r>
          <a:r>
            <a:rPr lang="en-US" sz="1000" kern="1200" dirty="0" err="1"/>
            <a:t>som</a:t>
          </a:r>
          <a:r>
            <a:rPr lang="en-US" sz="1000" kern="1200" dirty="0"/>
            <a:t> </a:t>
          </a:r>
          <a:r>
            <a:rPr lang="en-US" sz="1000" kern="1200" dirty="0" err="1"/>
            <a:t>representerar</a:t>
          </a:r>
          <a:r>
            <a:rPr lang="en-US" sz="1000" kern="1200" dirty="0"/>
            <a:t> data</a:t>
          </a:r>
        </a:p>
      </dsp:txBody>
      <dsp:txXfrm>
        <a:off x="0" y="1693138"/>
        <a:ext cx="2629619" cy="215280"/>
      </dsp:txXfrm>
    </dsp:sp>
    <dsp:sp modelId="{F14CA24C-0A73-4311-94D0-2C4B5193511B}">
      <dsp:nvSpPr>
        <dsp:cNvPr id="0" name=""/>
        <dsp:cNvSpPr/>
      </dsp:nvSpPr>
      <dsp:spPr>
        <a:xfrm>
          <a:off x="0" y="1908418"/>
          <a:ext cx="2629619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Services</a:t>
          </a:r>
        </a:p>
      </dsp:txBody>
      <dsp:txXfrm>
        <a:off x="15221" y="1923639"/>
        <a:ext cx="2599177" cy="281363"/>
      </dsp:txXfrm>
    </dsp:sp>
    <dsp:sp modelId="{065E869D-9F52-4FDC-AE82-9D04111F3116}">
      <dsp:nvSpPr>
        <dsp:cNvPr id="0" name=""/>
        <dsp:cNvSpPr/>
      </dsp:nvSpPr>
      <dsp:spPr>
        <a:xfrm>
          <a:off x="0" y="2220223"/>
          <a:ext cx="2629619" cy="316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90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000" kern="1200" dirty="0" err="1"/>
            <a:t>Klasser</a:t>
          </a:r>
          <a:r>
            <a:rPr lang="en-US" sz="1000" kern="1200" dirty="0"/>
            <a:t> </a:t>
          </a:r>
          <a:r>
            <a:rPr lang="en-US" sz="1000" kern="1200" dirty="0" err="1"/>
            <a:t>som</a:t>
          </a:r>
          <a:r>
            <a:rPr lang="en-US" sz="1000" kern="1200" dirty="0"/>
            <a:t> </a:t>
          </a:r>
          <a:r>
            <a:rPr lang="en-US" sz="1000" kern="1200" dirty="0" err="1"/>
            <a:t>hanterar</a:t>
          </a:r>
          <a:r>
            <a:rPr lang="en-US" sz="1000" kern="1200" dirty="0"/>
            <a:t> </a:t>
          </a:r>
          <a:r>
            <a:rPr lang="en-US" sz="1000" kern="1200" dirty="0" err="1"/>
            <a:t>dataflöden</a:t>
          </a:r>
          <a:r>
            <a:rPr lang="en-US" sz="1000" kern="1200" dirty="0"/>
            <a:t>, </a:t>
          </a:r>
          <a:r>
            <a:rPr lang="en-US" sz="1000" kern="1200" dirty="0" err="1"/>
            <a:t>autentisering</a:t>
          </a:r>
          <a:r>
            <a:rPr lang="en-US" sz="1000" kern="1200" dirty="0"/>
            <a:t>, state etc.</a:t>
          </a:r>
        </a:p>
      </dsp:txBody>
      <dsp:txXfrm>
        <a:off x="0" y="2220223"/>
        <a:ext cx="2629619" cy="316192"/>
      </dsp:txXfrm>
    </dsp:sp>
    <dsp:sp modelId="{DA3F55B6-DCC2-4D20-879D-E419BD575BA7}">
      <dsp:nvSpPr>
        <dsp:cNvPr id="0" name=""/>
        <dsp:cNvSpPr/>
      </dsp:nvSpPr>
      <dsp:spPr>
        <a:xfrm>
          <a:off x="0" y="2536415"/>
          <a:ext cx="2629619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Views</a:t>
          </a:r>
        </a:p>
      </dsp:txBody>
      <dsp:txXfrm>
        <a:off x="15221" y="2551636"/>
        <a:ext cx="2599177" cy="281363"/>
      </dsp:txXfrm>
    </dsp:sp>
    <dsp:sp modelId="{FB7A8354-8B8E-49AC-94C9-C78D66D27742}">
      <dsp:nvSpPr>
        <dsp:cNvPr id="0" name=""/>
        <dsp:cNvSpPr/>
      </dsp:nvSpPr>
      <dsp:spPr>
        <a:xfrm>
          <a:off x="0" y="2848220"/>
          <a:ext cx="2629619" cy="215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490" tIns="16510" rIns="92456" bIns="165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000" kern="1200" dirty="0"/>
            <a:t>HTML, CSS, JS</a:t>
          </a:r>
        </a:p>
      </dsp:txBody>
      <dsp:txXfrm>
        <a:off x="0" y="2848220"/>
        <a:ext cx="2629619" cy="2152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3F3CD-F4DD-494E-A154-1D2DBB296ED7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992F1B-E226-4F00-ADF7-74908E2E7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2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992F1B-E226-4F00-ADF7-74908E2E7D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97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992F1B-E226-4F00-ADF7-74908E2E7D3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42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2025-05-14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28870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2025-05-14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94232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2025-05-14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33799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2025-05-14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19260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2025-05-14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7144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2025-05-14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2362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2025-05-14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63763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2025-05-14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518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2025-05-14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2459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2025-05-14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30390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76371-546F-4628-B540-04A7090152AF}" type="datetimeFigureOut">
              <a:rPr lang="sv-SE" smtClean="0"/>
              <a:t>2025-05-14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0897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76371-546F-4628-B540-04A7090152AF}" type="datetimeFigureOut">
              <a:rPr lang="sv-SE" smtClean="0"/>
              <a:t>2025-05-14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0F5FD-5F25-48F4-A7FD-8C2FBDD8718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73324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524000" y="1564816"/>
            <a:ext cx="9144000" cy="155136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b="1"/>
              <a:t>ASP.NET MVC</a:t>
            </a:r>
            <a:br>
              <a:rPr lang="en-US" sz="3600" b="1"/>
            </a:br>
            <a:r>
              <a:rPr lang="en-US" sz="3600"/>
              <a:t>MVC-Mönstret</a:t>
            </a:r>
            <a:endParaRPr lang="en-US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2391AF-9CAF-2830-4E51-2D75EFDDE7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545" y="5068424"/>
            <a:ext cx="2145571" cy="1636863"/>
          </a:xfrm>
          <a:prstGeom prst="rect">
            <a:avLst/>
          </a:prstGeom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529C93AB-2C25-2F4C-9896-764B7FE53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50999" y="6222862"/>
            <a:ext cx="579451" cy="365125"/>
          </a:xfrm>
        </p:spPr>
        <p:txBody>
          <a:bodyPr/>
          <a:lstStyle/>
          <a:p>
            <a:fld id="{AB387B78-6C8D-4FF2-ADB1-68EE4449D616}" type="datetimeyyyy">
              <a:rPr lang="sv-SE" smtClean="0"/>
              <a:t>2025</a:t>
            </a:fld>
            <a:endParaRPr lang="sv-S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4CF394-359D-7C72-1052-CA6CE3E49F22}"/>
              </a:ext>
            </a:extLst>
          </p:cNvPr>
          <p:cNvSpPr txBox="1"/>
          <p:nvPr/>
        </p:nvSpPr>
        <p:spPr>
          <a:xfrm>
            <a:off x="268374" y="6266926"/>
            <a:ext cx="15655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200" dirty="0">
                <a:solidFill>
                  <a:schemeClr val="tx1">
                    <a:tint val="75000"/>
                  </a:schemeClr>
                </a:solidFill>
              </a:rPr>
              <a:t>© </a:t>
            </a:r>
            <a:r>
              <a:rPr lang="sv-SE" sz="1200" dirty="0" err="1">
                <a:solidFill>
                  <a:schemeClr val="tx1">
                    <a:tint val="75000"/>
                  </a:schemeClr>
                </a:solidFill>
              </a:rPr>
              <a:t>Warm</a:t>
            </a:r>
            <a:r>
              <a:rPr lang="sv-SE" sz="1200" dirty="0">
                <a:solidFill>
                  <a:schemeClr val="tx1">
                    <a:tint val="75000"/>
                  </a:schemeClr>
                </a:solidFill>
              </a:rPr>
              <a:t> Kitten 2016 -</a:t>
            </a:r>
            <a:endParaRPr lang="en-US" sz="1200" dirty="0">
              <a:solidFill>
                <a:schemeClr val="tx1">
                  <a:tint val="75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40C2124-A1C8-826F-DA48-454331426158}"/>
              </a:ext>
            </a:extLst>
          </p:cNvPr>
          <p:cNvGrpSpPr/>
          <p:nvPr/>
        </p:nvGrpSpPr>
        <p:grpSpPr>
          <a:xfrm>
            <a:off x="322164" y="6036051"/>
            <a:ext cx="1835199" cy="230875"/>
            <a:chOff x="-6754745" y="5669464"/>
            <a:chExt cx="2171677" cy="27320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660B537-7E56-2115-BD24-17B1FB778218}"/>
                </a:ext>
              </a:extLst>
            </p:cNvPr>
            <p:cNvSpPr txBox="1"/>
            <p:nvPr/>
          </p:nvSpPr>
          <p:spPr>
            <a:xfrm>
              <a:off x="-6425660" y="5687724"/>
              <a:ext cx="1842592" cy="2549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 dirty="0">
                  <a:solidFill>
                    <a:srgbClr val="37A1B7"/>
                  </a:solidFill>
                  <a:cs typeface="Segoe UI Light" panose="020B0502040204020203" pitchFamily="34" charset="0"/>
                </a:rPr>
                <a:t>@WarmKittenGames</a:t>
              </a:r>
              <a:endParaRPr lang="en-US" sz="1600" dirty="0">
                <a:solidFill>
                  <a:srgbClr val="37A1B7"/>
                </a:solidFill>
                <a:cs typeface="Segoe UI Light" panose="020B0502040204020203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9662F57-6EF8-AFCF-1EA8-5A64F5621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6754745" y="5669464"/>
              <a:ext cx="329085" cy="2550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9475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Innan vi </a:t>
            </a:r>
            <a:r>
              <a:rPr lang="en-US" dirty="0" err="1"/>
              <a:t>sätter</a:t>
            </a:r>
            <a:r>
              <a:rPr lang="en-US" dirty="0"/>
              <a:t> </a:t>
            </a:r>
            <a:r>
              <a:rPr lang="en-US" dirty="0" err="1"/>
              <a:t>igång</a:t>
            </a:r>
            <a:r>
              <a:rPr lang="en-US" dirty="0"/>
              <a:t>: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Verifiera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Visual Studio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uppdaterat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Installera</a:t>
            </a:r>
            <a:r>
              <a:rPr lang="en-US" dirty="0"/>
              <a:t> </a:t>
            </a:r>
            <a:r>
              <a:rPr lang="en-US" dirty="0" err="1"/>
              <a:t>följande</a:t>
            </a:r>
            <a:r>
              <a:rPr lang="en-US" dirty="0"/>
              <a:t> Visual Studio-workload</a:t>
            </a:r>
            <a:br>
              <a:rPr lang="en-US" dirty="0"/>
            </a:br>
            <a:r>
              <a:rPr lang="en-US" sz="2000" i="1" dirty="0"/>
              <a:t>Visual Studio Installer -&gt; Modify -&gt; ASP.NET and web development -&gt; Modify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61768D-7880-F85D-C676-50EAE3100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372" y="3187461"/>
            <a:ext cx="4124901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048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A21AB-1C91-FCDD-DA29-3B7425B1A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9C161-92B4-76CB-0434-E74872AB2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Git-</a:t>
            </a:r>
            <a:r>
              <a:rPr lang="en-US" dirty="0" err="1"/>
              <a:t>stödet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Visual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BB5D6-5C6E-20DA-299C-F91A903CD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noProof="0" dirty="0"/>
              <a:t>Skapa och klona repositories direkt i </a:t>
            </a:r>
            <a:r>
              <a:rPr lang="sv-SE" i="1" noProof="0" dirty="0"/>
              <a:t>Visual Studio</a:t>
            </a:r>
          </a:p>
          <a:p>
            <a:pPr lvl="1"/>
            <a:r>
              <a:rPr lang="sv-SE" b="1" noProof="0" dirty="0"/>
              <a:t>Skapa</a:t>
            </a:r>
            <a:r>
              <a:rPr lang="sv-SE" noProof="0" dirty="0"/>
              <a:t>: </a:t>
            </a:r>
            <a:r>
              <a:rPr lang="sv-SE" i="1" noProof="0" dirty="0"/>
              <a:t>Git-&gt;Create Git Repository…</a:t>
            </a:r>
          </a:p>
          <a:p>
            <a:pPr lvl="1"/>
            <a:r>
              <a:rPr lang="sv-SE" b="1" noProof="0" dirty="0"/>
              <a:t>Klona</a:t>
            </a:r>
            <a:r>
              <a:rPr lang="sv-SE" noProof="0" dirty="0"/>
              <a:t>: </a:t>
            </a:r>
            <a:r>
              <a:rPr lang="sv-SE" i="1" noProof="0" dirty="0"/>
              <a:t>Git-&gt;Clone Repository…</a:t>
            </a:r>
          </a:p>
          <a:p>
            <a:r>
              <a:rPr lang="sv-SE" dirty="0"/>
              <a:t>Standard-</a:t>
            </a:r>
            <a:r>
              <a:rPr lang="sv-SE" noProof="0" dirty="0"/>
              <a:t>kommandon</a:t>
            </a:r>
          </a:p>
          <a:p>
            <a:pPr lvl="1"/>
            <a:r>
              <a:rPr lang="sv-SE" noProof="0" dirty="0"/>
              <a:t>Fetch, Pull, Commit, Push, (Sync)</a:t>
            </a:r>
          </a:p>
          <a:p>
            <a:r>
              <a:rPr lang="sv-SE" dirty="0"/>
              <a:t>Vanliga f</a:t>
            </a:r>
            <a:r>
              <a:rPr lang="sv-SE" noProof="0" dirty="0"/>
              <a:t>eatures</a:t>
            </a:r>
          </a:p>
          <a:p>
            <a:pPr lvl="1"/>
            <a:r>
              <a:rPr lang="sv-SE" noProof="0" dirty="0"/>
              <a:t>Undo Changes, Skapa ny branch, Merge branches, Reset, Revert, Amend, Stash, Skapa Pull Request</a:t>
            </a:r>
          </a:p>
          <a:p>
            <a:pPr marL="0" indent="0">
              <a:buNone/>
            </a:pPr>
            <a:endParaRPr lang="sv-SE" noProof="0" dirty="0"/>
          </a:p>
        </p:txBody>
      </p:sp>
    </p:spTree>
    <p:extLst>
      <p:ext uri="{BB962C8B-B14F-4D97-AF65-F5344CB8AC3E}">
        <p14:creationId xmlns:p14="http://schemas.microsoft.com/office/powerpoint/2010/main" val="480162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Innehåll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7886700" cy="458533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ASP.NET Core</a:t>
            </a:r>
          </a:p>
          <a:p>
            <a:r>
              <a:rPr lang="sv-SE" dirty="0"/>
              <a:t>Mjukvarumönster</a:t>
            </a:r>
          </a:p>
          <a:p>
            <a:r>
              <a:rPr lang="sv-SE" dirty="0"/>
              <a:t>Skapa ett projekt</a:t>
            </a:r>
          </a:p>
          <a:p>
            <a:r>
              <a:rPr lang="en-US" dirty="0"/>
              <a:t>Vid </a:t>
            </a:r>
            <a:r>
              <a:rPr lang="en-US" dirty="0" err="1"/>
              <a:t>första</a:t>
            </a:r>
            <a:r>
              <a:rPr lang="en-US" dirty="0"/>
              <a:t> </a:t>
            </a:r>
            <a:r>
              <a:rPr lang="en-US" dirty="0" err="1"/>
              <a:t>körningen</a:t>
            </a:r>
            <a:endParaRPr lang="sv-SE" dirty="0"/>
          </a:p>
          <a:p>
            <a:r>
              <a:rPr lang="sv-SE" dirty="0" err="1"/>
              <a:t>Program.cs</a:t>
            </a:r>
            <a:endParaRPr lang="sv-SE" dirty="0"/>
          </a:p>
          <a:p>
            <a:r>
              <a:rPr lang="sv-SE" dirty="0"/>
              <a:t>Controller</a:t>
            </a:r>
          </a:p>
          <a:p>
            <a:r>
              <a:rPr lang="en-US" dirty="0"/>
              <a:t>Routing</a:t>
            </a:r>
            <a:endParaRPr lang="sv-SE" dirty="0"/>
          </a:p>
          <a:p>
            <a:r>
              <a:rPr lang="en-US" dirty="0"/>
              <a:t>View</a:t>
            </a:r>
          </a:p>
          <a:p>
            <a:r>
              <a:rPr lang="en-US" dirty="0" err="1"/>
              <a:t>Vy-motorn</a:t>
            </a:r>
            <a:r>
              <a:rPr lang="en-US" dirty="0"/>
              <a:t> (Razor)</a:t>
            </a:r>
          </a:p>
          <a:p>
            <a:r>
              <a:rPr lang="en-US" dirty="0"/>
              <a:t>Model</a:t>
            </a:r>
          </a:p>
          <a:p>
            <a:r>
              <a:rPr lang="en-US" dirty="0" err="1"/>
              <a:t>Att</a:t>
            </a:r>
            <a:r>
              <a:rPr lang="en-US" dirty="0"/>
              <a:t> skicka data till </a:t>
            </a:r>
            <a:r>
              <a:rPr lang="en-US" dirty="0" err="1"/>
              <a:t>vyerna</a:t>
            </a:r>
            <a:endParaRPr lang="en-US" dirty="0"/>
          </a:p>
          <a:p>
            <a:r>
              <a:rPr lang="sv-SE" dirty="0"/>
              <a:t>Tips</a:t>
            </a:r>
          </a:p>
        </p:txBody>
      </p:sp>
    </p:spTree>
    <p:extLst>
      <p:ext uri="{BB962C8B-B14F-4D97-AF65-F5344CB8AC3E}">
        <p14:creationId xmlns:p14="http://schemas.microsoft.com/office/powerpoint/2010/main" val="2371158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ASP.NET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Samlingsnamnet</a:t>
            </a:r>
            <a:r>
              <a:rPr lang="en-US" dirty="0"/>
              <a:t> för </a:t>
            </a:r>
            <a:r>
              <a:rPr lang="en-US" dirty="0" err="1"/>
              <a:t>Microsofts</a:t>
            </a:r>
            <a:r>
              <a:rPr lang="en-US" dirty="0"/>
              <a:t> web-</a:t>
            </a:r>
            <a:r>
              <a:rPr lang="en-US" dirty="0" err="1"/>
              <a:t>tekniker</a:t>
            </a:r>
            <a:r>
              <a:rPr lang="en-US" dirty="0"/>
              <a:t> </a:t>
            </a:r>
            <a:r>
              <a:rPr lang="en-US" dirty="0" err="1"/>
              <a:t>inom</a:t>
            </a:r>
            <a:r>
              <a:rPr lang="en-US" dirty="0"/>
              <a:t> .NET</a:t>
            </a:r>
          </a:p>
          <a:p>
            <a:r>
              <a:rPr lang="en-US" dirty="0"/>
              <a:t>ASP</a:t>
            </a:r>
            <a:r>
              <a:rPr lang="en-US" i="1" dirty="0"/>
              <a:t> </a:t>
            </a:r>
            <a:r>
              <a:rPr lang="en-US" dirty="0" err="1"/>
              <a:t>står</a:t>
            </a:r>
            <a:r>
              <a:rPr lang="en-US" dirty="0"/>
              <a:t> för Active Server Pages</a:t>
            </a:r>
          </a:p>
          <a:p>
            <a:r>
              <a:rPr lang="en-US" dirty="0" err="1"/>
              <a:t>Tekniker</a:t>
            </a:r>
            <a:endParaRPr lang="en-US" dirty="0"/>
          </a:p>
          <a:p>
            <a:pPr lvl="1"/>
            <a:r>
              <a:rPr lang="en-US" dirty="0"/>
              <a:t>Server-</a:t>
            </a:r>
            <a:r>
              <a:rPr lang="en-US" dirty="0" err="1"/>
              <a:t>baserade</a:t>
            </a:r>
            <a:r>
              <a:rPr lang="en-US" dirty="0"/>
              <a:t> </a:t>
            </a:r>
            <a:r>
              <a:rPr lang="en-US" dirty="0" err="1"/>
              <a:t>websidor</a:t>
            </a:r>
            <a:r>
              <a:rPr lang="en-US" dirty="0"/>
              <a:t> (</a:t>
            </a:r>
            <a:r>
              <a:rPr lang="en-US" dirty="0" err="1"/>
              <a:t>sidor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returnerar</a:t>
            </a:r>
            <a:r>
              <a:rPr lang="en-US" dirty="0"/>
              <a:t> HTML, CSS, JS)</a:t>
            </a:r>
          </a:p>
          <a:p>
            <a:pPr lvl="2"/>
            <a:r>
              <a:rPr lang="en-US" i="1" dirty="0"/>
              <a:t>MVC</a:t>
            </a:r>
            <a:r>
              <a:rPr lang="en-US" dirty="0"/>
              <a:t> (Model, View, Controller)</a:t>
            </a:r>
            <a:endParaRPr lang="en-US" i="1" u="sng" dirty="0"/>
          </a:p>
          <a:p>
            <a:pPr lvl="2"/>
            <a:r>
              <a:rPr lang="en-US" i="1" dirty="0"/>
              <a:t>Web Pages</a:t>
            </a:r>
            <a:r>
              <a:rPr lang="en-US" dirty="0"/>
              <a:t> (</a:t>
            </a:r>
            <a:r>
              <a:rPr lang="en-US" dirty="0" err="1"/>
              <a:t>tidigare</a:t>
            </a:r>
            <a:r>
              <a:rPr lang="en-US" dirty="0"/>
              <a:t> </a:t>
            </a:r>
            <a:r>
              <a:rPr lang="en-US" i="1" dirty="0"/>
              <a:t>Razor Pages</a:t>
            </a:r>
            <a:r>
              <a:rPr lang="en-US" dirty="0"/>
              <a:t>)</a:t>
            </a:r>
          </a:p>
          <a:p>
            <a:pPr lvl="2"/>
            <a:r>
              <a:rPr lang="en-US" i="1" dirty="0"/>
              <a:t>Web Forms </a:t>
            </a:r>
            <a:r>
              <a:rPr lang="en-US" dirty="0"/>
              <a:t>(legacy)</a:t>
            </a:r>
          </a:p>
          <a:p>
            <a:pPr lvl="1"/>
            <a:r>
              <a:rPr lang="en-US" dirty="0"/>
              <a:t>Web API (</a:t>
            </a:r>
            <a:r>
              <a:rPr lang="en-US" dirty="0" err="1"/>
              <a:t>tjänster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returnera</a:t>
            </a:r>
            <a:r>
              <a:rPr lang="en-US" dirty="0"/>
              <a:t> JSON/XML)</a:t>
            </a:r>
          </a:p>
          <a:p>
            <a:pPr lvl="2"/>
            <a:r>
              <a:rPr lang="en-US" i="1" dirty="0"/>
              <a:t>Web API</a:t>
            </a:r>
            <a:endParaRPr lang="en-US" dirty="0"/>
          </a:p>
          <a:p>
            <a:pPr lvl="1"/>
            <a:r>
              <a:rPr lang="en-US" dirty="0" err="1"/>
              <a:t>Realtidskommunikation</a:t>
            </a:r>
            <a:endParaRPr lang="en-US" dirty="0"/>
          </a:p>
          <a:p>
            <a:pPr lvl="2"/>
            <a:r>
              <a:rPr lang="en-US" i="1" dirty="0" err="1"/>
              <a:t>SignalR</a:t>
            </a:r>
            <a:endParaRPr lang="en-US" dirty="0"/>
          </a:p>
          <a:p>
            <a:pPr lvl="1"/>
            <a:r>
              <a:rPr lang="en-US" dirty="0"/>
              <a:t>Single-page applications (SPA)</a:t>
            </a:r>
          </a:p>
          <a:p>
            <a:pPr lvl="2"/>
            <a:r>
              <a:rPr lang="en-US" i="1" dirty="0" err="1"/>
              <a:t>Blazor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067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Mjukvarumönster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Ett mjukvarumönster är en vedertagen (språk-oberoende) lösning på ett vedertaget problem.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r>
              <a:rPr lang="sv-SE" dirty="0" err="1"/>
              <a:t>T.ex</a:t>
            </a:r>
            <a:r>
              <a:rPr lang="sv-SE" dirty="0"/>
              <a:t>: Singleton, Publisher/</a:t>
            </a:r>
            <a:r>
              <a:rPr lang="sv-SE" dirty="0" err="1"/>
              <a:t>Subscriber</a:t>
            </a:r>
            <a:r>
              <a:rPr lang="sv-SE" dirty="0"/>
              <a:t>, MVC…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2800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MVC-mönstret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Ett mönster som fokuserar på </a:t>
            </a:r>
            <a:r>
              <a:rPr lang="sv-SE" i="1" dirty="0"/>
              <a:t>separation </a:t>
            </a:r>
            <a:r>
              <a:rPr lang="sv-SE" i="1" dirty="0" err="1"/>
              <a:t>of</a:t>
            </a:r>
            <a:r>
              <a:rPr lang="sv-SE" i="1" dirty="0"/>
              <a:t> </a:t>
            </a:r>
            <a:r>
              <a:rPr lang="sv-SE" i="1" dirty="0" err="1"/>
              <a:t>concerns</a:t>
            </a:r>
            <a:r>
              <a:rPr lang="sv-SE" i="1" dirty="0"/>
              <a:t> </a:t>
            </a:r>
            <a:r>
              <a:rPr lang="sv-SE" dirty="0"/>
              <a:t>som lämpar sig väl för UI-applikationer</a:t>
            </a:r>
          </a:p>
          <a:p>
            <a:r>
              <a:rPr lang="sv-SE" dirty="0"/>
              <a:t>Har använts länge för webbutveckling med t.ex. Java, Ruby, PHP, </a:t>
            </a:r>
            <a:r>
              <a:rPr lang="sv-SE" dirty="0" err="1"/>
              <a:t>Python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24600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MVC-mönstret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227152"/>
              </p:ext>
            </p:extLst>
          </p:nvPr>
        </p:nvGraphicFramePr>
        <p:xfrm>
          <a:off x="2152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5490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D0D19-4C83-175A-E8F1-F7072289B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C2E26-6623-B447-0D14-6DBDC5298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Typisk</a:t>
            </a:r>
            <a:r>
              <a:rPr lang="en-US" dirty="0"/>
              <a:t> </a:t>
            </a:r>
            <a:r>
              <a:rPr lang="en-US" dirty="0" err="1"/>
              <a:t>mappstruktur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69443-BAF7-B29D-87DA-AA0A57CE6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323717" cy="926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Det finns flera tänkbara sätt att strukturera en MVC-</a:t>
            </a:r>
            <a:r>
              <a:rPr lang="sv-SE" dirty="0" err="1"/>
              <a:t>appliktion</a:t>
            </a:r>
            <a:r>
              <a:rPr lang="sv-SE" dirty="0"/>
              <a:t>, men här är en typiskt mappstruktur: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93B62B7-2F3E-BF8E-9E09-C56BE737FD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8348537"/>
              </p:ext>
            </p:extLst>
          </p:nvPr>
        </p:nvGraphicFramePr>
        <p:xfrm>
          <a:off x="4116238" y="2886763"/>
          <a:ext cx="2629619" cy="3289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544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AA94E-49C7-4D73-E747-B223FA07B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C1EB8-E8F0-E261-B9C3-D494D1E6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Skapa </a:t>
            </a:r>
            <a:r>
              <a:rPr lang="en-US" dirty="0" err="1"/>
              <a:t>ett</a:t>
            </a:r>
            <a:r>
              <a:rPr lang="en-US" dirty="0"/>
              <a:t> </a:t>
            </a:r>
            <a:r>
              <a:rPr lang="en-US" dirty="0" err="1"/>
              <a:t>projekt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4C520-CA65-FB70-ECE0-96B7479E1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5663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noProof="0" dirty="0"/>
              <a:t>Skapa ett nytt projekt av typen </a:t>
            </a:r>
            <a:r>
              <a:rPr lang="sv-SE" i="1" noProof="0" dirty="0"/>
              <a:t>ASP.NET Core Empty</a:t>
            </a:r>
          </a:p>
          <a:p>
            <a:pPr marL="0" indent="0">
              <a:buNone/>
            </a:pPr>
            <a:r>
              <a:rPr lang="sv-SE" sz="2000" noProof="0" dirty="0"/>
              <a:t>Projekt-namn: </a:t>
            </a:r>
            <a:r>
              <a:rPr lang="sv-SE" sz="2000" i="1" noProof="0" dirty="0"/>
              <a:t>AspNetApp</a:t>
            </a:r>
            <a:br>
              <a:rPr lang="sv-SE" sz="2000" i="1" noProof="0" dirty="0"/>
            </a:br>
            <a:r>
              <a:rPr lang="sv-SE" sz="2000" dirty="0"/>
              <a:t>Solution-namn: </a:t>
            </a:r>
            <a:r>
              <a:rPr lang="sv-SE" sz="2000" i="1" dirty="0"/>
              <a:t>AspNetApp.Web</a:t>
            </a:r>
            <a:endParaRPr lang="sv-SE" sz="2000" i="1" noProof="0" dirty="0"/>
          </a:p>
        </p:txBody>
      </p:sp>
    </p:spTree>
    <p:extLst>
      <p:ext uri="{BB962C8B-B14F-4D97-AF65-F5344CB8AC3E}">
        <p14:creationId xmlns:p14="http://schemas.microsoft.com/office/powerpoint/2010/main" val="2280513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20524-FE67-E4BB-2298-CF2687D4E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E674A-C4D9-FA28-1DF3-4950BF598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 första </a:t>
            </a:r>
            <a:r>
              <a:rPr lang="en-US" dirty="0" err="1"/>
              <a:t>körningen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94BFC-894C-8D94-E979-C289016ED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5663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För </a:t>
            </a:r>
            <a:r>
              <a:rPr lang="en-US" dirty="0" err="1"/>
              <a:t>att</a:t>
            </a:r>
            <a:r>
              <a:rPr lang="en-US" dirty="0"/>
              <a:t> kunna använda HTTPS under </a:t>
            </a:r>
            <a:r>
              <a:rPr lang="en-US" dirty="0" err="1"/>
              <a:t>utvecklingen</a:t>
            </a:r>
            <a:r>
              <a:rPr lang="en-US" dirty="0"/>
              <a:t> – </a:t>
            </a:r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u="sng" dirty="0"/>
              <a:t>Ja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samtliga</a:t>
            </a:r>
            <a:r>
              <a:rPr lang="en-US" dirty="0"/>
              <a:t> </a:t>
            </a:r>
            <a:r>
              <a:rPr lang="en-US" dirty="0" err="1"/>
              <a:t>frågor</a:t>
            </a:r>
            <a:r>
              <a:rPr lang="en-US" dirty="0"/>
              <a:t> om self-signed certificate (</a:t>
            </a:r>
            <a:r>
              <a:rPr lang="en-US" dirty="0" err="1"/>
              <a:t>första</a:t>
            </a:r>
            <a:r>
              <a:rPr lang="en-US" dirty="0"/>
              <a:t> </a:t>
            </a:r>
            <a:r>
              <a:rPr lang="en-US" dirty="0" err="1"/>
              <a:t>gången</a:t>
            </a:r>
            <a:r>
              <a:rPr lang="en-US" dirty="0"/>
              <a:t> </a:t>
            </a:r>
            <a:r>
              <a:rPr lang="en-US" dirty="0" err="1"/>
              <a:t>applikationen</a:t>
            </a:r>
            <a:r>
              <a:rPr lang="en-US" dirty="0"/>
              <a:t> </a:t>
            </a:r>
            <a:r>
              <a:rPr lang="en-US" dirty="0" err="1"/>
              <a:t>körs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Kör</a:t>
            </a:r>
            <a:r>
              <a:rPr lang="en-US" dirty="0"/>
              <a:t> </a:t>
            </a:r>
            <a:r>
              <a:rPr lang="en-US" dirty="0" err="1"/>
              <a:t>applikationen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Visual Studio med Ctrl+F5</a:t>
            </a:r>
          </a:p>
          <a:p>
            <a:pPr marL="514350" indent="-514350">
              <a:buAutoNum type="arabicPeriod"/>
            </a:pPr>
            <a:r>
              <a:rPr lang="en-US" dirty="0" err="1"/>
              <a:t>Svara</a:t>
            </a:r>
            <a:r>
              <a:rPr lang="en-US" dirty="0"/>
              <a:t> </a:t>
            </a:r>
            <a:r>
              <a:rPr lang="en-US" u="sng" dirty="0"/>
              <a:t>Ja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samtliga</a:t>
            </a:r>
            <a:r>
              <a:rPr lang="en-US" dirty="0"/>
              <a:t> </a:t>
            </a:r>
            <a:r>
              <a:rPr lang="en-US" dirty="0" err="1"/>
              <a:t>dialoger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Om browser </a:t>
            </a:r>
            <a:r>
              <a:rPr lang="en-US" dirty="0" err="1"/>
              <a:t>visar</a:t>
            </a:r>
            <a:r>
              <a:rPr lang="en-US" dirty="0"/>
              <a:t> </a:t>
            </a:r>
            <a:r>
              <a:rPr lang="en-US" dirty="0" err="1"/>
              <a:t>ett</a:t>
            </a:r>
            <a:r>
              <a:rPr lang="en-US" dirty="0"/>
              <a:t> </a:t>
            </a:r>
            <a:r>
              <a:rPr lang="en-US" dirty="0" err="1"/>
              <a:t>felmeddelande</a:t>
            </a:r>
            <a:r>
              <a:rPr lang="en-US" dirty="0"/>
              <a:t> – </a:t>
            </a:r>
            <a:r>
              <a:rPr lang="en-US" dirty="0" err="1"/>
              <a:t>starta</a:t>
            </a:r>
            <a:r>
              <a:rPr lang="en-US" dirty="0"/>
              <a:t> om </a:t>
            </a:r>
            <a:r>
              <a:rPr lang="en-US" dirty="0" err="1"/>
              <a:t>browsern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753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Program.cs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86D54C-F266-4807-8E6A-79A532FAA6FD}"/>
              </a:ext>
            </a:extLst>
          </p:cNvPr>
          <p:cNvSpPr/>
          <p:nvPr/>
        </p:nvSpPr>
        <p:spPr>
          <a:xfrm>
            <a:off x="407956" y="3045540"/>
            <a:ext cx="533831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builder =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WebApplication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.CreateBuilder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SE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builder.Services.AddControllersWithViews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US" sz="14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app 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builder.Build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app.MapControllers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SE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app.Run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sv-SE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9CCF8-DB9C-BA79-EB94-8FE19645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56630" cy="9607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I </a:t>
            </a:r>
            <a:r>
              <a:rPr lang="sv-SE" i="1" dirty="0"/>
              <a:t>Program</a:t>
            </a:r>
            <a:r>
              <a:rPr lang="sv-SE" dirty="0"/>
              <a:t> definierar vi vår </a:t>
            </a:r>
            <a:r>
              <a:rPr lang="sv-SE" i="1" dirty="0"/>
              <a:t>HTTP-pipeline</a:t>
            </a:r>
            <a:r>
              <a:rPr lang="sv-SE" dirty="0"/>
              <a:t> </a:t>
            </a:r>
            <a:r>
              <a:rPr lang="en-US" dirty="0" err="1"/>
              <a:t>bestående</a:t>
            </a:r>
            <a:r>
              <a:rPr lang="en-US" dirty="0"/>
              <a:t> av de </a:t>
            </a:r>
            <a:r>
              <a:rPr lang="en-US" i="1" dirty="0"/>
              <a:t>middleware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varje</a:t>
            </a:r>
            <a:r>
              <a:rPr lang="en-US" dirty="0"/>
              <a:t> HTTP-</a:t>
            </a:r>
            <a:r>
              <a:rPr lang="en-US" dirty="0" err="1"/>
              <a:t>anrop</a:t>
            </a:r>
            <a:r>
              <a:rPr lang="en-US" dirty="0"/>
              <a:t> </a:t>
            </a:r>
            <a:r>
              <a:rPr lang="en-US" dirty="0" err="1"/>
              <a:t>kommer</a:t>
            </a:r>
            <a:r>
              <a:rPr lang="en-US" dirty="0"/>
              <a:t> </a:t>
            </a:r>
            <a:r>
              <a:rPr lang="en-US" dirty="0" err="1"/>
              <a:t>gå</a:t>
            </a:r>
            <a:r>
              <a:rPr lang="en-US" dirty="0"/>
              <a:t> </a:t>
            </a:r>
            <a:r>
              <a:rPr lang="en-US" dirty="0" err="1"/>
              <a:t>igenom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44B20F-050E-A0EA-E1F4-54A9E1155DC1}"/>
              </a:ext>
            </a:extLst>
          </p:cNvPr>
          <p:cNvSpPr txBox="1"/>
          <p:nvPr/>
        </p:nvSpPr>
        <p:spPr>
          <a:xfrm>
            <a:off x="6239054" y="3045540"/>
            <a:ext cx="574303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Registrera tjänster applikationen kommer behöva i runtime (t.ex. stöd för controllers och views)</a:t>
            </a:r>
            <a:endParaRPr lang="sv-SE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SE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sv-SE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Bygg en WebApplication vars HTTP-pipeline vi nu kan konfigurera</a:t>
            </a:r>
            <a:endParaRPr lang="sv-SE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SE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sv-SE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Registrera middleware (t.ex. Stöd för att ange routing via attribut)</a:t>
            </a:r>
            <a:endParaRPr lang="sv-SE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sv-SE" sz="1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sv-SE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Starta applikationen och börjar lyssna på inkommande HTTP-anrop</a:t>
            </a:r>
            <a:endParaRPr lang="sv-SE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BD6A48-0C87-90AA-63BA-5EE877A128DC}"/>
              </a:ext>
            </a:extLst>
          </p:cNvPr>
          <p:cNvCxnSpPr>
            <a:cxnSpLocks/>
          </p:cNvCxnSpPr>
          <p:nvPr/>
        </p:nvCxnSpPr>
        <p:spPr>
          <a:xfrm flipH="1">
            <a:off x="5072332" y="3209026"/>
            <a:ext cx="1166722" cy="398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B2C2CE-B25C-2326-94E2-DC351A9401D2}"/>
              </a:ext>
            </a:extLst>
          </p:cNvPr>
          <p:cNvCxnSpPr>
            <a:cxnSpLocks/>
          </p:cNvCxnSpPr>
          <p:nvPr/>
        </p:nvCxnSpPr>
        <p:spPr>
          <a:xfrm flipH="1">
            <a:off x="3329796" y="3804249"/>
            <a:ext cx="2909258" cy="226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66B5EC-D202-C80A-15BC-BD43B344EA83}"/>
              </a:ext>
            </a:extLst>
          </p:cNvPr>
          <p:cNvCxnSpPr>
            <a:cxnSpLocks/>
          </p:cNvCxnSpPr>
          <p:nvPr/>
        </p:nvCxnSpPr>
        <p:spPr>
          <a:xfrm flipH="1" flipV="1">
            <a:off x="2760453" y="4274388"/>
            <a:ext cx="3478601" cy="202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E7F7E5-851A-3DF8-243F-DECF067CA626}"/>
              </a:ext>
            </a:extLst>
          </p:cNvPr>
          <p:cNvCxnSpPr>
            <a:cxnSpLocks/>
          </p:cNvCxnSpPr>
          <p:nvPr/>
        </p:nvCxnSpPr>
        <p:spPr>
          <a:xfrm flipH="1" flipV="1">
            <a:off x="1656272" y="4720906"/>
            <a:ext cx="4582782" cy="403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669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C3B35-71AC-B4F6-3079-08FAB5610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BAA57-6A4E-EF9A-6038-EE93A8204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Middleware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808EFE-1529-F576-C304-78A0A2C6D0F1}"/>
              </a:ext>
            </a:extLst>
          </p:cNvPr>
          <p:cNvSpPr/>
          <p:nvPr/>
        </p:nvSpPr>
        <p:spPr>
          <a:xfrm>
            <a:off x="838199" y="1673874"/>
            <a:ext cx="1060905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 builder = </a:t>
            </a:r>
            <a:r>
              <a:rPr lang="en-US" sz="1400" dirty="0" err="1">
                <a:solidFill>
                  <a:schemeClr val="accent3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WebApplication.CreateBuilder</a:t>
            </a:r>
            <a:r>
              <a:rPr lang="en-US" sz="1400" dirty="0">
                <a:solidFill>
                  <a:schemeClr val="accent3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chemeClr val="accent3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1400" dirty="0">
                <a:solidFill>
                  <a:schemeClr val="accent3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SE" sz="1400" dirty="0">
              <a:solidFill>
                <a:schemeClr val="accent3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err="1">
                <a:solidFill>
                  <a:schemeClr val="accent3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builder.Services.AddControllersWithViews</a:t>
            </a:r>
            <a:r>
              <a:rPr lang="en-US" sz="1400" dirty="0">
                <a:solidFill>
                  <a:schemeClr val="accent3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1400" dirty="0">
                <a:solidFill>
                  <a:schemeClr val="accent3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 app = </a:t>
            </a:r>
            <a:r>
              <a:rPr lang="en-US" sz="1400" dirty="0" err="1">
                <a:solidFill>
                  <a:schemeClr val="accent3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builder.Build</a:t>
            </a:r>
            <a:r>
              <a:rPr lang="en-US" sz="1400" dirty="0">
                <a:solidFill>
                  <a:schemeClr val="accent3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SE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Vi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kan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enkelt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registrera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custom middleware var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som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helst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vår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HTTP-pipeline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app.UseMiddleware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MyRequestLoggingMiddleware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endParaRPr lang="en-SE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err="1">
                <a:solidFill>
                  <a:schemeClr val="accent3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app.MapControllers</a:t>
            </a:r>
            <a:r>
              <a:rPr lang="en-US" sz="1400" dirty="0">
                <a:solidFill>
                  <a:schemeClr val="accent3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1400" dirty="0" err="1">
                <a:solidFill>
                  <a:schemeClr val="accent3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app.Run</a:t>
            </a:r>
            <a:r>
              <a:rPr lang="en-US" sz="1400" dirty="0">
                <a:solidFill>
                  <a:schemeClr val="accent3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SE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MyRequestLoggingMiddleware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RequestDelegate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next)</a:t>
            </a:r>
          </a:p>
          <a:p>
            <a:r>
              <a:rPr lang="en-SE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InvokeAsync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HttpContext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context)</a:t>
            </a:r>
          </a:p>
          <a:p>
            <a:r>
              <a:rPr lang="en-SE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$"Incoming request: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context.Request.Method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context.Request.Path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next(context);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Anropa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nästa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middleware (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app.MapControllers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$"Outgoing response: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context.Response.StatusCode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SE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SE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sv-SE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458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MVC: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Ansvarar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anropa</a:t>
            </a:r>
            <a:r>
              <a:rPr lang="en-US" dirty="0"/>
              <a:t> </a:t>
            </a:r>
            <a:r>
              <a:rPr lang="en-US" dirty="0" err="1"/>
              <a:t>rätt</a:t>
            </a:r>
            <a:r>
              <a:rPr lang="en-US" dirty="0"/>
              <a:t> </a:t>
            </a:r>
            <a:r>
              <a:rPr lang="en-US" i="1" dirty="0"/>
              <a:t>Model</a:t>
            </a:r>
            <a:r>
              <a:rPr lang="en-US" dirty="0"/>
              <a:t> </a:t>
            </a:r>
            <a:r>
              <a:rPr lang="en-US" dirty="0" err="1"/>
              <a:t>och</a:t>
            </a:r>
            <a:r>
              <a:rPr lang="en-US" dirty="0"/>
              <a:t> </a:t>
            </a:r>
            <a:r>
              <a:rPr lang="en-US" dirty="0" err="1"/>
              <a:t>skicka</a:t>
            </a:r>
            <a:r>
              <a:rPr lang="en-US" dirty="0"/>
              <a:t> den </a:t>
            </a:r>
            <a:r>
              <a:rPr lang="en-US" dirty="0" err="1"/>
              <a:t>vidare</a:t>
            </a:r>
            <a:r>
              <a:rPr lang="en-US" dirty="0"/>
              <a:t> till </a:t>
            </a:r>
            <a:r>
              <a:rPr lang="en-US" dirty="0" err="1"/>
              <a:t>rätt</a:t>
            </a:r>
            <a:r>
              <a:rPr lang="en-US" dirty="0"/>
              <a:t> </a:t>
            </a:r>
            <a:r>
              <a:rPr lang="en-US" i="1" dirty="0"/>
              <a:t>View</a:t>
            </a:r>
          </a:p>
          <a:p>
            <a:r>
              <a:rPr lang="en-US" dirty="0"/>
              <a:t>En </a:t>
            </a:r>
            <a:r>
              <a:rPr lang="en-US" dirty="0" err="1"/>
              <a:t>applikation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typiskt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controller per </a:t>
            </a:r>
            <a:r>
              <a:rPr lang="en-US" dirty="0" err="1"/>
              <a:t>logiskt</a:t>
            </a:r>
            <a:r>
              <a:rPr lang="en-US" dirty="0"/>
              <a:t> “</a:t>
            </a:r>
            <a:r>
              <a:rPr lang="en-US" dirty="0" err="1"/>
              <a:t>ansvarsområde</a:t>
            </a:r>
            <a:r>
              <a:rPr lang="en-US" dirty="0"/>
              <a:t>”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applikationen</a:t>
            </a:r>
            <a:endParaRPr lang="en-US" i="1" dirty="0"/>
          </a:p>
          <a:p>
            <a:r>
              <a:rPr lang="en-US" dirty="0"/>
              <a:t>En Controller-</a:t>
            </a:r>
            <a:r>
              <a:rPr lang="en-US" dirty="0" err="1"/>
              <a:t>klass</a:t>
            </a:r>
            <a:r>
              <a:rPr lang="en-US" dirty="0"/>
              <a:t> </a:t>
            </a:r>
            <a:r>
              <a:rPr lang="en-US" dirty="0" err="1"/>
              <a:t>innehåller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action-</a:t>
            </a:r>
            <a:r>
              <a:rPr lang="en-US" dirty="0" err="1"/>
              <a:t>metod</a:t>
            </a:r>
            <a:r>
              <a:rPr lang="en-US" dirty="0"/>
              <a:t> per HTTP-</a:t>
            </a:r>
            <a:r>
              <a:rPr lang="en-US" dirty="0" err="1"/>
              <a:t>anrop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ska </a:t>
            </a:r>
            <a:r>
              <a:rPr lang="en-US" dirty="0" err="1"/>
              <a:t>hanteras</a:t>
            </a:r>
            <a:endParaRPr lang="en-US" i="1" dirty="0"/>
          </a:p>
          <a:p>
            <a:r>
              <a:rPr lang="en-US" dirty="0"/>
              <a:t>”</a:t>
            </a:r>
            <a:r>
              <a:rPr lang="en-US" i="1" dirty="0"/>
              <a:t>Fat models and thin controllers!</a:t>
            </a:r>
            <a:r>
              <a:rPr lang="en-US" dirty="0"/>
              <a:t>”</a:t>
            </a:r>
            <a:br>
              <a:rPr lang="en-US" dirty="0"/>
            </a:br>
            <a:r>
              <a:rPr lang="en-US" dirty="0" err="1"/>
              <a:t>Controllern</a:t>
            </a:r>
            <a:r>
              <a:rPr lang="en-US" dirty="0"/>
              <a:t> ska bara </a:t>
            </a:r>
            <a:r>
              <a:rPr lang="en-US" dirty="0" err="1"/>
              <a:t>innehålla</a:t>
            </a:r>
            <a:r>
              <a:rPr lang="en-US" dirty="0"/>
              <a:t> den </a:t>
            </a:r>
            <a:r>
              <a:rPr lang="en-US" dirty="0" err="1"/>
              <a:t>logik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i="1" dirty="0" err="1"/>
              <a:t>inte</a:t>
            </a:r>
            <a:r>
              <a:rPr lang="en-US" dirty="0"/>
              <a:t> </a:t>
            </a:r>
            <a:r>
              <a:rPr lang="en-US" dirty="0" err="1"/>
              <a:t>handlar</a:t>
            </a:r>
            <a:r>
              <a:rPr lang="en-US" dirty="0"/>
              <a:t> om data-access </a:t>
            </a:r>
            <a:r>
              <a:rPr lang="en-US" dirty="0" err="1"/>
              <a:t>eller</a:t>
            </a:r>
            <a:r>
              <a:rPr lang="en-US" dirty="0"/>
              <a:t> presentation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777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5251"/>
            <a:ext cx="10086474" cy="4055410"/>
          </a:xfrm>
        </p:spPr>
        <p:txBody>
          <a:bodyPr>
            <a:normAutofit/>
          </a:bodyPr>
          <a:lstStyle/>
          <a:p>
            <a:r>
              <a:rPr lang="en-US" dirty="0"/>
              <a:t>Routing </a:t>
            </a:r>
            <a:r>
              <a:rPr lang="en-US" dirty="0" err="1"/>
              <a:t>handlar</a:t>
            </a:r>
            <a:r>
              <a:rPr lang="en-US" dirty="0"/>
              <a:t> om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mappa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URL till </a:t>
            </a:r>
            <a:r>
              <a:rPr lang="en-US" dirty="0" err="1"/>
              <a:t>en</a:t>
            </a:r>
            <a:r>
              <a:rPr lang="en-US" dirty="0"/>
              <a:t> action-</a:t>
            </a:r>
            <a:r>
              <a:rPr lang="en-US" dirty="0" err="1"/>
              <a:t>metod</a:t>
            </a:r>
            <a:endParaRPr lang="en-US" dirty="0"/>
          </a:p>
          <a:p>
            <a:pPr lvl="1"/>
            <a:r>
              <a:rPr lang="en-US" i="1" dirty="0"/>
              <a:t>“”		-&gt;	</a:t>
            </a:r>
            <a:r>
              <a:rPr lang="en-US" i="1" dirty="0" err="1"/>
              <a:t>HomeController.Index</a:t>
            </a:r>
            <a:r>
              <a:rPr lang="en-US" i="1" dirty="0"/>
              <a:t>()</a:t>
            </a:r>
          </a:p>
          <a:p>
            <a:pPr lvl="1"/>
            <a:r>
              <a:rPr lang="en-US" i="1" dirty="0"/>
              <a:t>“products”	-&gt;	</a:t>
            </a:r>
            <a:r>
              <a:rPr lang="en-US" i="1" dirty="0" err="1"/>
              <a:t>ProductsController.Index</a:t>
            </a:r>
            <a:r>
              <a:rPr lang="en-US" i="1" dirty="0"/>
              <a:t>()</a:t>
            </a:r>
          </a:p>
          <a:p>
            <a:pPr lvl="1"/>
            <a:r>
              <a:rPr lang="en-US" i="1" dirty="0"/>
              <a:t>“products/10”	-&gt;	</a:t>
            </a:r>
            <a:r>
              <a:rPr lang="en-US" i="1" dirty="0" err="1"/>
              <a:t>ProductsController.Details</a:t>
            </a:r>
            <a:r>
              <a:rPr lang="en-US" i="1" dirty="0"/>
              <a:t>(10)</a:t>
            </a:r>
          </a:p>
          <a:p>
            <a:r>
              <a:rPr lang="en-US" dirty="0"/>
              <a:t>Routes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specas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olika</a:t>
            </a:r>
            <a:r>
              <a:rPr lang="en-US" dirty="0"/>
              <a:t> </a:t>
            </a:r>
            <a:r>
              <a:rPr lang="en-US" dirty="0" err="1"/>
              <a:t>sätt</a:t>
            </a:r>
            <a:endParaRPr lang="en-US" dirty="0"/>
          </a:p>
          <a:p>
            <a:pPr lvl="1"/>
            <a:r>
              <a:rPr lang="en-US" dirty="0" err="1"/>
              <a:t>Attribut-baserad</a:t>
            </a:r>
            <a:r>
              <a:rPr lang="en-US" dirty="0"/>
              <a:t> routing (ligger </a:t>
            </a:r>
            <a:r>
              <a:rPr lang="en-US" dirty="0" err="1"/>
              <a:t>direkt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action-</a:t>
            </a:r>
            <a:r>
              <a:rPr lang="en-US" dirty="0" err="1"/>
              <a:t>metoderna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Konventionella</a:t>
            </a:r>
            <a:r>
              <a:rPr lang="en-US" dirty="0"/>
              <a:t> routes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registreras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i="1" dirty="0" err="1"/>
              <a:t>Program.cs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019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192EF-3D55-0DD5-545D-76959AE7A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6D941-A48D-781E-25B9-D811DF452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Exempel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attribut-baserad</a:t>
            </a:r>
            <a:r>
              <a:rPr lang="en-US" dirty="0"/>
              <a:t> routing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ECD663-8B32-88C0-84B7-56C464A7578F}"/>
              </a:ext>
            </a:extLst>
          </p:cNvPr>
          <p:cNvSpPr/>
          <p:nvPr/>
        </p:nvSpPr>
        <p:spPr>
          <a:xfrm>
            <a:off x="838200" y="1764888"/>
            <a:ext cx="859455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Route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v-SE" sz="16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)]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Ett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tomt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anrop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kommer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invokera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action-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metoden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Index()</a:t>
            </a:r>
            <a:endParaRPr lang="sv-SE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IActionResult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 Index()</a:t>
            </a:r>
          </a:p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Content(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"In the Index action"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Route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v-SE" sz="1600" dirty="0">
                <a:solidFill>
                  <a:srgbClr val="A31515"/>
                </a:solidFill>
                <a:latin typeface="Consolas" panose="020B0609020204030204" pitchFamily="49" charset="0"/>
              </a:rPr>
              <a:t>"products/{id}"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)]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Parametrar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kan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anges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inom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måsvingar</a:t>
            </a:r>
            <a:endParaRPr lang="sv-SE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 IActionResult Details(</a:t>
            </a:r>
            <a:r>
              <a:rPr lang="sv-SE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 id)</a:t>
            </a:r>
          </a:p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Content($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"In the Details action, id: {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id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}"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Kräver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följande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middleware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Program.cs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app.MapControllers();</a:t>
            </a:r>
            <a:endParaRPr lang="en-US" sz="1600" dirty="0"/>
          </a:p>
        </p:txBody>
      </p:sp>
      <p:cxnSp>
        <p:nvCxnSpPr>
          <p:cNvPr id="6" name="Rak koppling 5">
            <a:extLst>
              <a:ext uri="{FF2B5EF4-FFF2-40B4-BE49-F238E27FC236}">
                <a16:creationId xmlns:a16="http://schemas.microsoft.com/office/drawing/2014/main" id="{5F72B09F-3AC0-5A38-4551-220AB8903D9D}"/>
              </a:ext>
            </a:extLst>
          </p:cNvPr>
          <p:cNvCxnSpPr/>
          <p:nvPr/>
        </p:nvCxnSpPr>
        <p:spPr>
          <a:xfrm flipV="1">
            <a:off x="919073" y="4741236"/>
            <a:ext cx="6259483" cy="58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8104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MVC: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Ansvarar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presentationen</a:t>
            </a:r>
            <a:r>
              <a:rPr lang="en-US" dirty="0"/>
              <a:t> (</a:t>
            </a:r>
            <a:r>
              <a:rPr lang="en-US" dirty="0" err="1"/>
              <a:t>det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ska </a:t>
            </a:r>
            <a:r>
              <a:rPr lang="en-US" dirty="0" err="1"/>
              <a:t>skickas</a:t>
            </a:r>
            <a:r>
              <a:rPr lang="en-US" dirty="0"/>
              <a:t> till </a:t>
            </a:r>
            <a:r>
              <a:rPr lang="en-US" dirty="0" err="1"/>
              <a:t>browsern</a:t>
            </a:r>
            <a:r>
              <a:rPr lang="en-US" dirty="0"/>
              <a:t>)</a:t>
            </a:r>
          </a:p>
          <a:p>
            <a:r>
              <a:rPr lang="en-US" dirty="0" err="1"/>
              <a:t>Statiskt</a:t>
            </a:r>
            <a:r>
              <a:rPr lang="en-US" dirty="0"/>
              <a:t> </a:t>
            </a:r>
            <a:r>
              <a:rPr lang="en-US" dirty="0" err="1"/>
              <a:t>innehåll</a:t>
            </a:r>
            <a:r>
              <a:rPr lang="en-US" dirty="0"/>
              <a:t> (</a:t>
            </a:r>
            <a:r>
              <a:rPr lang="en-US" dirty="0" err="1"/>
              <a:t>körs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browser)</a:t>
            </a:r>
          </a:p>
          <a:p>
            <a:pPr lvl="1"/>
            <a:r>
              <a:rPr lang="en-US" dirty="0"/>
              <a:t>HTML, CSS </a:t>
            </a:r>
            <a:r>
              <a:rPr lang="en-US" dirty="0" err="1"/>
              <a:t>och</a:t>
            </a:r>
            <a:r>
              <a:rPr lang="en-US" dirty="0"/>
              <a:t> JavaScript</a:t>
            </a:r>
          </a:p>
          <a:p>
            <a:r>
              <a:rPr lang="en-US" dirty="0" err="1"/>
              <a:t>Dynamiskt</a:t>
            </a:r>
            <a:r>
              <a:rPr lang="en-US" dirty="0"/>
              <a:t> </a:t>
            </a:r>
            <a:r>
              <a:rPr lang="en-US" dirty="0" err="1"/>
              <a:t>innehåll</a:t>
            </a:r>
            <a:r>
              <a:rPr lang="en-US" dirty="0"/>
              <a:t> (</a:t>
            </a:r>
            <a:r>
              <a:rPr lang="en-US" dirty="0" err="1"/>
              <a:t>körs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/>
              <a:t>servern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C#</a:t>
            </a:r>
          </a:p>
          <a:p>
            <a:r>
              <a:rPr lang="en-US" dirty="0" err="1"/>
              <a:t>Det</a:t>
            </a:r>
            <a:r>
              <a:rPr lang="en-US" dirty="0"/>
              <a:t> </a:t>
            </a:r>
            <a:r>
              <a:rPr lang="en-US" dirty="0" err="1"/>
              <a:t>statiska</a:t>
            </a:r>
            <a:r>
              <a:rPr lang="en-US" dirty="0"/>
              <a:t> </a:t>
            </a:r>
            <a:r>
              <a:rPr lang="en-US" dirty="0" err="1"/>
              <a:t>innehållet</a:t>
            </a:r>
            <a:r>
              <a:rPr lang="en-US" dirty="0"/>
              <a:t> </a:t>
            </a:r>
            <a:r>
              <a:rPr lang="en-US" dirty="0" err="1"/>
              <a:t>separeras</a:t>
            </a:r>
            <a:r>
              <a:rPr lang="en-US" dirty="0"/>
              <a:t> </a:t>
            </a:r>
            <a:r>
              <a:rPr lang="en-US" dirty="0" err="1"/>
              <a:t>från</a:t>
            </a:r>
            <a:r>
              <a:rPr lang="en-US" dirty="0"/>
              <a:t> </a:t>
            </a:r>
            <a:r>
              <a:rPr lang="en-US" dirty="0" err="1"/>
              <a:t>det</a:t>
            </a:r>
            <a:r>
              <a:rPr lang="en-US" dirty="0"/>
              <a:t> </a:t>
            </a:r>
            <a:r>
              <a:rPr lang="en-US" dirty="0" err="1"/>
              <a:t>dynamiska</a:t>
            </a:r>
            <a:r>
              <a:rPr lang="en-US" dirty="0"/>
              <a:t> via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i="1" dirty="0" err="1"/>
              <a:t>vymotor</a:t>
            </a:r>
            <a:r>
              <a:rPr lang="en-US" dirty="0"/>
              <a:t> (default </a:t>
            </a:r>
            <a:r>
              <a:rPr lang="en-US" i="1" dirty="0"/>
              <a:t>Razor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983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Vy-motorn</a:t>
            </a:r>
            <a:r>
              <a:rPr lang="en-US" dirty="0"/>
              <a:t> (Razor)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Vyerna</a:t>
            </a:r>
            <a:r>
              <a:rPr lang="en-US" dirty="0"/>
              <a:t> (Razor-</a:t>
            </a:r>
            <a:r>
              <a:rPr lang="en-US" dirty="0" err="1"/>
              <a:t>filerna</a:t>
            </a:r>
            <a:r>
              <a:rPr lang="en-US" dirty="0"/>
              <a:t>) ska…</a:t>
            </a:r>
          </a:p>
          <a:p>
            <a:pPr lvl="1"/>
            <a:r>
              <a:rPr lang="en-US" dirty="0"/>
              <a:t>Ha </a:t>
            </a:r>
            <a:r>
              <a:rPr lang="en-US" dirty="0" err="1"/>
              <a:t>filändelsen</a:t>
            </a:r>
            <a:r>
              <a:rPr lang="en-US" dirty="0"/>
              <a:t> .</a:t>
            </a:r>
            <a:r>
              <a:rPr lang="en-US" i="1" dirty="0" err="1"/>
              <a:t>cshtml</a:t>
            </a:r>
            <a:endParaRPr lang="en-US" dirty="0"/>
          </a:p>
          <a:p>
            <a:pPr lvl="1"/>
            <a:r>
              <a:rPr lang="en-US" dirty="0"/>
              <a:t>Ha </a:t>
            </a:r>
            <a:r>
              <a:rPr lang="en-US" dirty="0" err="1"/>
              <a:t>samma</a:t>
            </a:r>
            <a:r>
              <a:rPr lang="en-US" dirty="0"/>
              <a:t> </a:t>
            </a:r>
            <a:r>
              <a:rPr lang="en-US" dirty="0" err="1"/>
              <a:t>namn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action-</a:t>
            </a:r>
            <a:r>
              <a:rPr lang="en-US" dirty="0" err="1"/>
              <a:t>metoden</a:t>
            </a:r>
            <a:endParaRPr lang="en-US" dirty="0"/>
          </a:p>
          <a:p>
            <a:pPr lvl="1"/>
            <a:r>
              <a:rPr lang="en-US" dirty="0" err="1"/>
              <a:t>Ligga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mappen</a:t>
            </a:r>
            <a:r>
              <a:rPr lang="en-US" dirty="0"/>
              <a:t> </a:t>
            </a:r>
            <a:r>
              <a:rPr lang="en-US" i="1" dirty="0"/>
              <a:t>Views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undermapp</a:t>
            </a:r>
            <a:r>
              <a:rPr lang="en-US" dirty="0"/>
              <a:t> med </a:t>
            </a:r>
            <a:r>
              <a:rPr lang="en-US" dirty="0" err="1"/>
              <a:t>samma</a:t>
            </a:r>
            <a:r>
              <a:rPr lang="en-US" dirty="0"/>
              <a:t> </a:t>
            </a:r>
            <a:r>
              <a:rPr lang="en-US" dirty="0" err="1"/>
              <a:t>namn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controllern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157" y="3946803"/>
            <a:ext cx="3357578" cy="183867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767" y="3750294"/>
            <a:ext cx="4898390" cy="2561606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>
            <a:off x="3923677" y="4861234"/>
            <a:ext cx="3108960" cy="268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3862717" y="5541957"/>
            <a:ext cx="3200400" cy="243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824591" y="3946806"/>
            <a:ext cx="1882926" cy="619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048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Vy-motorn</a:t>
            </a:r>
            <a:r>
              <a:rPr lang="en-US" dirty="0"/>
              <a:t> (Razor)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Använder</a:t>
            </a:r>
            <a:r>
              <a:rPr lang="en-US" dirty="0"/>
              <a:t> </a:t>
            </a:r>
            <a:r>
              <a:rPr lang="en-US" dirty="0" err="1"/>
              <a:t>ett</a:t>
            </a:r>
            <a:r>
              <a:rPr lang="en-US" dirty="0"/>
              <a:t> @-tecken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signalera</a:t>
            </a:r>
            <a:r>
              <a:rPr lang="en-US" dirty="0"/>
              <a:t> var </a:t>
            </a:r>
            <a:r>
              <a:rPr lang="en-US" dirty="0" err="1"/>
              <a:t>serverside-kod</a:t>
            </a:r>
            <a:r>
              <a:rPr lang="en-US" dirty="0"/>
              <a:t> </a:t>
            </a:r>
            <a:r>
              <a:rPr lang="en-US" dirty="0" err="1"/>
              <a:t>börjar</a:t>
            </a:r>
            <a:endParaRPr lang="en-US" dirty="0"/>
          </a:p>
          <a:p>
            <a:r>
              <a:rPr lang="en-US" dirty="0" err="1"/>
              <a:t>Kommentarer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göras</a:t>
            </a:r>
            <a:r>
              <a:rPr lang="en-US" dirty="0"/>
              <a:t> </a:t>
            </a:r>
            <a:r>
              <a:rPr lang="en-US" dirty="0" err="1"/>
              <a:t>genom</a:t>
            </a:r>
            <a:r>
              <a:rPr lang="en-US" dirty="0"/>
              <a:t> @* … *@</a:t>
            </a:r>
          </a:p>
          <a:p>
            <a:r>
              <a:rPr lang="en-US" dirty="0"/>
              <a:t>Kan </a:t>
            </a:r>
            <a:r>
              <a:rPr lang="en-US" dirty="0" err="1"/>
              <a:t>innehålla</a:t>
            </a:r>
            <a:r>
              <a:rPr lang="en-US" dirty="0"/>
              <a:t> Tag-helpers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applicera</a:t>
            </a:r>
            <a:r>
              <a:rPr lang="en-US" dirty="0"/>
              <a:t> server-side </a:t>
            </a:r>
            <a:r>
              <a:rPr lang="en-US" dirty="0" err="1"/>
              <a:t>logik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HTML-</a:t>
            </a:r>
            <a:r>
              <a:rPr lang="en-US" dirty="0" err="1"/>
              <a:t>taggar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442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MVC: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I Models-mappen ligger klasserna som representerar och hanterar projektets data</a:t>
            </a:r>
          </a:p>
          <a:p>
            <a:r>
              <a:rPr lang="sv-SE" dirty="0"/>
              <a:t>I större projekt bryter man ofta ut all logik från Models-mappen till separata klassbibliotek</a:t>
            </a:r>
          </a:p>
          <a:p>
            <a:pPr lvl="1"/>
            <a:r>
              <a:rPr lang="sv-SE" dirty="0"/>
              <a:t>Detta tillåter andra projekt att referera dessa klasser</a:t>
            </a:r>
          </a:p>
          <a:p>
            <a:pPr lvl="1"/>
            <a:r>
              <a:rPr lang="sv-SE" dirty="0"/>
              <a:t>Detta förenklar enhets-testning av dessa klasser</a:t>
            </a:r>
          </a:p>
          <a:p>
            <a:pPr lvl="1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614147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BB4731-D701-D150-4312-261717FA8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882CB-27A8-E938-FA19-98D0B33F7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Typiska</a:t>
            </a:r>
            <a:r>
              <a:rPr lang="en-US" dirty="0"/>
              <a:t> </a:t>
            </a:r>
            <a:r>
              <a:rPr lang="en-US" dirty="0" err="1"/>
              <a:t>klasser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representera</a:t>
            </a:r>
            <a:r>
              <a:rPr lang="en-US" dirty="0"/>
              <a:t> </a:t>
            </a:r>
            <a:r>
              <a:rPr lang="en-US" dirty="0" err="1"/>
              <a:t>och</a:t>
            </a:r>
            <a:r>
              <a:rPr lang="en-US" dirty="0"/>
              <a:t> </a:t>
            </a:r>
            <a:r>
              <a:rPr lang="en-US" dirty="0" err="1"/>
              <a:t>hantera</a:t>
            </a:r>
            <a:r>
              <a:rPr lang="en-US" dirty="0"/>
              <a:t>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8F9D9-7086-54F3-E61B-0AB35C7D1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v-SE" dirty="0"/>
              <a:t>Entity/Model </a:t>
            </a:r>
            <a:r>
              <a:rPr lang="sv-SE" sz="2200" i="1" dirty="0">
                <a:solidFill>
                  <a:schemeClr val="accent3"/>
                </a:solidFill>
              </a:rPr>
              <a:t>Order, Product</a:t>
            </a:r>
            <a:endParaRPr lang="sv-SE" dirty="0">
              <a:solidFill>
                <a:schemeClr val="accent3"/>
              </a:solidFill>
            </a:endParaRPr>
          </a:p>
          <a:p>
            <a:pPr lvl="1"/>
            <a:r>
              <a:rPr lang="sv-SE" dirty="0"/>
              <a:t>Representerar en äffärs-entitet</a:t>
            </a:r>
            <a:endParaRPr lang="sv-SE" i="1" dirty="0"/>
          </a:p>
          <a:p>
            <a:r>
              <a:rPr lang="sv-SE" dirty="0" err="1"/>
              <a:t>Repository</a:t>
            </a:r>
            <a:r>
              <a:rPr lang="sv-SE" dirty="0"/>
              <a:t> </a:t>
            </a:r>
            <a:r>
              <a:rPr lang="sv-SE" sz="2200" i="1" dirty="0" err="1">
                <a:solidFill>
                  <a:schemeClr val="accent3"/>
                </a:solidFill>
              </a:rPr>
              <a:t>OrderRepository</a:t>
            </a:r>
            <a:r>
              <a:rPr lang="sv-SE" sz="2200" i="1" dirty="0">
                <a:solidFill>
                  <a:schemeClr val="accent3"/>
                </a:solidFill>
              </a:rPr>
              <a:t>, </a:t>
            </a:r>
            <a:r>
              <a:rPr lang="sv-SE" sz="2200" i="1" dirty="0" err="1">
                <a:solidFill>
                  <a:schemeClr val="accent3"/>
                </a:solidFill>
              </a:rPr>
              <a:t>ProductRepository</a:t>
            </a:r>
            <a:endParaRPr lang="sv-SE" sz="2200" dirty="0">
              <a:solidFill>
                <a:schemeClr val="accent3"/>
              </a:solidFill>
            </a:endParaRPr>
          </a:p>
          <a:p>
            <a:pPr lvl="1"/>
            <a:r>
              <a:rPr lang="sv-SE" dirty="0"/>
              <a:t>Ansvarar för hur CRUD-operationer (</a:t>
            </a:r>
            <a:r>
              <a:rPr lang="sv-SE" dirty="0" err="1"/>
              <a:t>Create</a:t>
            </a:r>
            <a:r>
              <a:rPr lang="sv-SE" dirty="0"/>
              <a:t>, Read, </a:t>
            </a:r>
            <a:r>
              <a:rPr lang="sv-SE" dirty="0" err="1"/>
              <a:t>Update</a:t>
            </a:r>
            <a:r>
              <a:rPr lang="sv-SE" dirty="0"/>
              <a:t>, </a:t>
            </a:r>
            <a:r>
              <a:rPr lang="sv-SE" dirty="0" err="1"/>
              <a:t>Delete</a:t>
            </a:r>
            <a:r>
              <a:rPr lang="sv-SE" dirty="0"/>
              <a:t>) utförs mot en faktisk datakälla</a:t>
            </a:r>
          </a:p>
          <a:p>
            <a:r>
              <a:rPr lang="sv-SE" dirty="0"/>
              <a:t>Service </a:t>
            </a:r>
            <a:r>
              <a:rPr lang="sv-SE" sz="2200" i="1" dirty="0" err="1">
                <a:solidFill>
                  <a:schemeClr val="accent3"/>
                </a:solidFill>
              </a:rPr>
              <a:t>OrderService</a:t>
            </a:r>
            <a:r>
              <a:rPr lang="sv-SE" sz="2200" i="1" dirty="0">
                <a:solidFill>
                  <a:schemeClr val="accent3"/>
                </a:solidFill>
              </a:rPr>
              <a:t>, </a:t>
            </a:r>
            <a:r>
              <a:rPr lang="sv-SE" sz="2200" i="1" dirty="0" err="1">
                <a:solidFill>
                  <a:schemeClr val="accent3"/>
                </a:solidFill>
              </a:rPr>
              <a:t>AuthenticationService</a:t>
            </a:r>
            <a:endParaRPr lang="sv-SE" sz="2200" i="1" dirty="0">
              <a:solidFill>
                <a:schemeClr val="accent3"/>
              </a:solidFill>
            </a:endParaRPr>
          </a:p>
          <a:p>
            <a:pPr lvl="1"/>
            <a:r>
              <a:rPr lang="sv-SE" dirty="0"/>
              <a:t>Ansvarar för affärsflöden (</a:t>
            </a:r>
            <a:r>
              <a:rPr lang="sv-SE" i="1" dirty="0"/>
              <a:t>use cases</a:t>
            </a:r>
            <a:r>
              <a:rPr lang="sv-SE" dirty="0"/>
              <a:t>)</a:t>
            </a:r>
          </a:p>
          <a:p>
            <a:pPr lvl="2"/>
            <a:r>
              <a:rPr lang="sv-SE" dirty="0"/>
              <a:t>T.ex. placera en order, registrera en använare</a:t>
            </a:r>
          </a:p>
          <a:p>
            <a:pPr lvl="1"/>
            <a:r>
              <a:rPr lang="sv-SE" dirty="0"/>
              <a:t> Ansvarar för affärsregler (</a:t>
            </a:r>
            <a:r>
              <a:rPr lang="sv-SE" i="1" dirty="0"/>
              <a:t>business logic</a:t>
            </a:r>
            <a:r>
              <a:rPr lang="sv-SE" dirty="0"/>
              <a:t>)</a:t>
            </a:r>
          </a:p>
          <a:p>
            <a:pPr lvl="2"/>
            <a:r>
              <a:rPr lang="sv-SE" dirty="0"/>
              <a:t>T.ex. trigga fel om en order innehåller en produkt som inte finns i lager</a:t>
            </a:r>
          </a:p>
          <a:p>
            <a:pPr lvl="2"/>
            <a:r>
              <a:rPr lang="sv-SE" dirty="0"/>
              <a:t>T.ex. beräkna rabatter för VIP-kunder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C1320F-593D-BFF4-FB29-410EE264B19D}"/>
              </a:ext>
            </a:extLst>
          </p:cNvPr>
          <p:cNvSpPr txBox="1"/>
          <p:nvPr/>
        </p:nvSpPr>
        <p:spPr>
          <a:xfrm>
            <a:off x="2815812" y="6191598"/>
            <a:ext cx="6123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 </a:t>
            </a:r>
            <a:r>
              <a:rPr lang="en-US" dirty="0" err="1"/>
              <a:t>kommer</a:t>
            </a:r>
            <a:r>
              <a:rPr lang="en-US" dirty="0"/>
              <a:t> </a:t>
            </a:r>
            <a:r>
              <a:rPr lang="en-US" dirty="0" err="1"/>
              <a:t>senare</a:t>
            </a:r>
            <a:r>
              <a:rPr lang="en-US" dirty="0"/>
              <a:t> </a:t>
            </a:r>
            <a:r>
              <a:rPr lang="en-US" dirty="0" err="1"/>
              <a:t>även</a:t>
            </a:r>
            <a:r>
              <a:rPr lang="en-US" dirty="0"/>
              <a:t> prata om </a:t>
            </a:r>
            <a:r>
              <a:rPr lang="en-US" i="1" dirty="0" err="1"/>
              <a:t>ViewModels</a:t>
            </a:r>
            <a:r>
              <a:rPr lang="en-US" i="1" dirty="0"/>
              <a:t> </a:t>
            </a:r>
            <a:r>
              <a:rPr lang="en-US" dirty="0" err="1"/>
              <a:t>och</a:t>
            </a:r>
            <a:r>
              <a:rPr lang="en-US" dirty="0"/>
              <a:t> </a:t>
            </a:r>
            <a:r>
              <a:rPr lang="en-US" i="1" dirty="0"/>
              <a:t>Unit of Work</a:t>
            </a:r>
            <a:endParaRPr lang="en-SE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F689AB-95C9-752A-9754-7F4F0FCEFC3A}"/>
              </a:ext>
            </a:extLst>
          </p:cNvPr>
          <p:cNvSpPr/>
          <p:nvPr/>
        </p:nvSpPr>
        <p:spPr>
          <a:xfrm>
            <a:off x="2649696" y="6052676"/>
            <a:ext cx="6349523" cy="6556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05574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33B90-26DC-465E-A39F-AB45F2F00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18753-0DD6-91D3-AC0A-0429D0A0A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Typiska</a:t>
            </a:r>
            <a:r>
              <a:rPr lang="en-US" dirty="0"/>
              <a:t> </a:t>
            </a:r>
            <a:r>
              <a:rPr lang="en-US" dirty="0" err="1"/>
              <a:t>klasser</a:t>
            </a:r>
            <a:r>
              <a:rPr lang="en-US" dirty="0"/>
              <a:t> för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representera</a:t>
            </a:r>
            <a:r>
              <a:rPr lang="en-US" dirty="0"/>
              <a:t> </a:t>
            </a:r>
            <a:r>
              <a:rPr lang="en-US" dirty="0" err="1"/>
              <a:t>och</a:t>
            </a:r>
            <a:r>
              <a:rPr lang="en-US" dirty="0"/>
              <a:t> </a:t>
            </a:r>
            <a:r>
              <a:rPr lang="en-US" dirty="0" err="1"/>
              <a:t>hantera</a:t>
            </a:r>
            <a:r>
              <a:rPr lang="en-US" dirty="0"/>
              <a:t>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8F47E-CCE9-5BF8-ACDB-1B7344D2F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Model </a:t>
            </a:r>
            <a:r>
              <a:rPr lang="sv-SE" sz="2200" i="1" dirty="0">
                <a:solidFill>
                  <a:schemeClr val="accent3"/>
                </a:solidFill>
              </a:rPr>
              <a:t>Order, Product</a:t>
            </a:r>
            <a:endParaRPr lang="sv-SE" dirty="0">
              <a:solidFill>
                <a:schemeClr val="accent3"/>
              </a:solidFill>
            </a:endParaRPr>
          </a:p>
          <a:p>
            <a:pPr lvl="1"/>
            <a:r>
              <a:rPr lang="sv-SE" u="sng" dirty="0"/>
              <a:t>Representerar</a:t>
            </a:r>
            <a:r>
              <a:rPr lang="sv-SE" dirty="0"/>
              <a:t> datan i normaliserad form</a:t>
            </a:r>
            <a:endParaRPr lang="sv-SE" i="1" dirty="0"/>
          </a:p>
          <a:p>
            <a:r>
              <a:rPr lang="sv-SE" dirty="0"/>
              <a:t>Service </a:t>
            </a:r>
            <a:r>
              <a:rPr lang="sv-SE" sz="2200" i="1" dirty="0">
                <a:solidFill>
                  <a:schemeClr val="accent3"/>
                </a:solidFill>
              </a:rPr>
              <a:t>OrderService, AuthenticationService</a:t>
            </a:r>
          </a:p>
          <a:p>
            <a:pPr lvl="1"/>
            <a:r>
              <a:rPr lang="sv-SE" u="sng" dirty="0"/>
              <a:t>Hanterar/koordinerar</a:t>
            </a:r>
            <a:r>
              <a:rPr lang="sv-SE" dirty="0"/>
              <a:t> flödet av data</a:t>
            </a:r>
          </a:p>
          <a:p>
            <a:pPr lvl="2"/>
            <a:r>
              <a:rPr lang="sv-SE" dirty="0"/>
              <a:t>Hanterar våra affärsflöden (</a:t>
            </a:r>
            <a:r>
              <a:rPr lang="sv-SE" i="1" dirty="0"/>
              <a:t>use cases</a:t>
            </a:r>
            <a:r>
              <a:rPr lang="sv-SE" dirty="0"/>
              <a:t>)</a:t>
            </a:r>
          </a:p>
          <a:p>
            <a:pPr lvl="3"/>
            <a:r>
              <a:rPr lang="sv-SE" dirty="0"/>
              <a:t>T.ex. Placera en order</a:t>
            </a:r>
          </a:p>
          <a:p>
            <a:pPr lvl="3"/>
            <a:r>
              <a:rPr lang="sv-SE" dirty="0"/>
              <a:t>T.ex. Registrera en använare</a:t>
            </a:r>
          </a:p>
          <a:p>
            <a:pPr lvl="2"/>
            <a:r>
              <a:rPr lang="sv-SE" dirty="0"/>
              <a:t>Hanterar våra affärsregler (</a:t>
            </a:r>
            <a:r>
              <a:rPr lang="sv-SE" i="1" dirty="0"/>
              <a:t>business logic</a:t>
            </a:r>
            <a:r>
              <a:rPr lang="sv-SE" dirty="0"/>
              <a:t>)</a:t>
            </a:r>
          </a:p>
          <a:p>
            <a:pPr lvl="3"/>
            <a:r>
              <a:rPr lang="sv-SE" dirty="0"/>
              <a:t>T.ex. Trigga fel om en order innehåller en produkt som inte finns i lager</a:t>
            </a:r>
          </a:p>
          <a:p>
            <a:pPr lvl="3"/>
            <a:r>
              <a:rPr lang="sv-SE" dirty="0"/>
              <a:t>T.ex. Beräkna rabatter för VIP-kunder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CC180E-33E9-0BC4-4025-3F5F2B18E37F}"/>
              </a:ext>
            </a:extLst>
          </p:cNvPr>
          <p:cNvSpPr txBox="1"/>
          <p:nvPr/>
        </p:nvSpPr>
        <p:spPr>
          <a:xfrm>
            <a:off x="2328132" y="6123018"/>
            <a:ext cx="7369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 </a:t>
            </a:r>
            <a:r>
              <a:rPr lang="en-US" dirty="0" err="1"/>
              <a:t>kommer</a:t>
            </a:r>
            <a:r>
              <a:rPr lang="en-US" dirty="0"/>
              <a:t> </a:t>
            </a:r>
            <a:r>
              <a:rPr lang="en-US" dirty="0" err="1"/>
              <a:t>senare</a:t>
            </a:r>
            <a:r>
              <a:rPr lang="en-US" dirty="0"/>
              <a:t> </a:t>
            </a:r>
            <a:r>
              <a:rPr lang="en-US" dirty="0" err="1"/>
              <a:t>även</a:t>
            </a:r>
            <a:r>
              <a:rPr lang="en-US" dirty="0"/>
              <a:t> prata om </a:t>
            </a:r>
            <a:r>
              <a:rPr lang="en-US" i="1" dirty="0" err="1"/>
              <a:t>ViewModels</a:t>
            </a:r>
            <a:r>
              <a:rPr lang="en-US" i="1" dirty="0"/>
              <a:t>, Repositories</a:t>
            </a:r>
            <a:r>
              <a:rPr lang="en-US" dirty="0"/>
              <a:t> </a:t>
            </a:r>
            <a:r>
              <a:rPr lang="en-US" dirty="0" err="1"/>
              <a:t>och</a:t>
            </a:r>
            <a:r>
              <a:rPr lang="en-US" dirty="0"/>
              <a:t> </a:t>
            </a:r>
            <a:r>
              <a:rPr lang="en-US" i="1" dirty="0"/>
              <a:t>Unit of Work</a:t>
            </a:r>
            <a:endParaRPr lang="en-SE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6C6638-B432-325F-D6B7-B86EDD3DC278}"/>
              </a:ext>
            </a:extLst>
          </p:cNvPr>
          <p:cNvSpPr/>
          <p:nvPr/>
        </p:nvSpPr>
        <p:spPr>
          <a:xfrm>
            <a:off x="2162016" y="5984096"/>
            <a:ext cx="7611711" cy="6556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397416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CE187-4B5D-F3B0-FE3A-0852DA2BA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EA60CD-5DB2-7684-2B7E-CB797C4379A7}"/>
              </a:ext>
            </a:extLst>
          </p:cNvPr>
          <p:cNvSpPr/>
          <p:nvPr/>
        </p:nvSpPr>
        <p:spPr>
          <a:xfrm>
            <a:off x="2152651" y="2999837"/>
            <a:ext cx="7550648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Hårdkodad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referens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till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vår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service</a:t>
            </a: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(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kommer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sättas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via Dependency Injection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senare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PeopleService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service = new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PeopleService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Route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v-SE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about</a:t>
            </a:r>
            <a:r>
              <a:rPr lang="sv-SE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IActionResult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About()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Hämta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modellen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från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vår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service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model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service.GetAll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Skicka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modellen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till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vyn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View(model);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6F374-F2AD-4ABB-8977-4D68A754D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Att</a:t>
            </a:r>
            <a:r>
              <a:rPr lang="en-US" dirty="0"/>
              <a:t> skicka data till </a:t>
            </a:r>
            <a:r>
              <a:rPr lang="en-US" dirty="0" err="1"/>
              <a:t>vyerna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A28FC-95E9-6646-94F4-1D0A4B4C1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1" y="1825628"/>
            <a:ext cx="8033571" cy="9480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En</a:t>
            </a:r>
            <a:r>
              <a:rPr lang="en-US" dirty="0"/>
              <a:t> “</a:t>
            </a:r>
            <a:r>
              <a:rPr lang="en-US" dirty="0" err="1"/>
              <a:t>modell</a:t>
            </a:r>
            <a:r>
              <a:rPr lang="en-US" dirty="0"/>
              <a:t>”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skickas</a:t>
            </a:r>
            <a:r>
              <a:rPr lang="en-US" dirty="0"/>
              <a:t> från Action-</a:t>
            </a:r>
            <a:r>
              <a:rPr lang="en-US" dirty="0" err="1"/>
              <a:t>metoden</a:t>
            </a:r>
            <a:r>
              <a:rPr lang="en-US" dirty="0"/>
              <a:t> till </a:t>
            </a:r>
            <a:r>
              <a:rPr lang="en-US" dirty="0" err="1"/>
              <a:t>vyn</a:t>
            </a:r>
            <a:r>
              <a:rPr lang="en-US" dirty="0"/>
              <a:t> via </a:t>
            </a:r>
            <a:r>
              <a:rPr lang="en-US" i="1" dirty="0"/>
              <a:t>View(object)</a:t>
            </a:r>
            <a:r>
              <a:rPr lang="en-US" dirty="0"/>
              <a:t> 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50133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Att</a:t>
            </a:r>
            <a:r>
              <a:rPr lang="en-US" dirty="0"/>
              <a:t> skicka data till </a:t>
            </a:r>
            <a:r>
              <a:rPr lang="en-US" dirty="0" err="1"/>
              <a:t>vyerna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1" y="1825627"/>
            <a:ext cx="8033571" cy="43513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Vyn kan nu komma åt samtliga medlemmar på sin </a:t>
            </a:r>
            <a:r>
              <a:rPr lang="sv-SE" dirty="0" err="1"/>
              <a:t>model</a:t>
            </a:r>
            <a:r>
              <a:rPr lang="sv-SE" dirty="0"/>
              <a:t> via </a:t>
            </a:r>
            <a:r>
              <a:rPr lang="sv-SE" i="1" dirty="0" err="1"/>
              <a:t>Model</a:t>
            </a:r>
            <a:r>
              <a:rPr lang="sv-SE" dirty="0" err="1"/>
              <a:t>-propertyn</a:t>
            </a:r>
            <a:r>
              <a:rPr lang="sv-SE" dirty="0"/>
              <a:t>: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8859"/>
          <a:stretch/>
        </p:blipFill>
        <p:spPr>
          <a:xfrm>
            <a:off x="2255919" y="3138854"/>
            <a:ext cx="4374259" cy="268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705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Att</a:t>
            </a:r>
            <a:r>
              <a:rPr lang="en-US" dirty="0"/>
              <a:t> skicka data till </a:t>
            </a:r>
            <a:r>
              <a:rPr lang="en-US" dirty="0" err="1"/>
              <a:t>vyerna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1" y="1825627"/>
            <a:ext cx="8033571" cy="43513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Model</a:t>
            </a:r>
            <a:r>
              <a:rPr lang="en-US" dirty="0"/>
              <a:t>-</a:t>
            </a:r>
            <a:r>
              <a:rPr lang="en-US" dirty="0" err="1"/>
              <a:t>propertyns</a:t>
            </a:r>
            <a:r>
              <a:rPr lang="en-US" dirty="0"/>
              <a:t> </a:t>
            </a:r>
            <a:r>
              <a:rPr lang="en-US" dirty="0" err="1"/>
              <a:t>typ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generisk</a:t>
            </a:r>
            <a:r>
              <a:rPr lang="en-US" dirty="0"/>
              <a:t> och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sättas</a:t>
            </a:r>
            <a:r>
              <a:rPr lang="en-US" dirty="0"/>
              <a:t> via </a:t>
            </a:r>
            <a:r>
              <a:rPr lang="en-US" i="1" dirty="0"/>
              <a:t>@model</a:t>
            </a:r>
            <a:r>
              <a:rPr lang="en-US" dirty="0"/>
              <a:t>-direktivet för </a:t>
            </a:r>
            <a:r>
              <a:rPr lang="en-US" dirty="0" err="1"/>
              <a:t>att</a:t>
            </a:r>
            <a:r>
              <a:rPr lang="en-US" dirty="0"/>
              <a:t> få </a:t>
            </a:r>
            <a:r>
              <a:rPr lang="en-US" dirty="0" err="1"/>
              <a:t>Intellisense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919" y="2877595"/>
            <a:ext cx="4374259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874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DD6F9-1A73-EE02-7DA2-DF51967FE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E9B78-B629-13F3-0ED4-A0512AEE6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E3B01-8D26-67AB-F013-7F6C5B632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Googling</a:t>
            </a:r>
          </a:p>
          <a:p>
            <a:pPr lvl="1"/>
            <a:r>
              <a:rPr lang="en-US" dirty="0" err="1"/>
              <a:t>Börja</a:t>
            </a:r>
            <a:r>
              <a:rPr lang="en-US" dirty="0"/>
              <a:t> </a:t>
            </a:r>
            <a:r>
              <a:rPr lang="en-US" dirty="0" err="1"/>
              <a:t>sökningarna</a:t>
            </a:r>
            <a:r>
              <a:rPr lang="en-US" dirty="0"/>
              <a:t> med </a:t>
            </a:r>
            <a:r>
              <a:rPr lang="en-US" i="1" dirty="0"/>
              <a:t>asp.net core</a:t>
            </a:r>
            <a:r>
              <a:rPr lang="en-US" dirty="0"/>
              <a:t> </a:t>
            </a:r>
            <a:r>
              <a:rPr lang="en-US" dirty="0" err="1"/>
              <a:t>och</a:t>
            </a:r>
            <a:r>
              <a:rPr lang="en-US" dirty="0"/>
              <a:t> </a:t>
            </a:r>
            <a:r>
              <a:rPr lang="en-US" dirty="0" err="1"/>
              <a:t>lägg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till det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söker</a:t>
            </a:r>
            <a:r>
              <a:rPr lang="en-US" dirty="0"/>
              <a:t> </a:t>
            </a:r>
            <a:r>
              <a:rPr lang="en-US" dirty="0" err="1"/>
              <a:t>efter</a:t>
            </a:r>
            <a:endParaRPr lang="en-US" dirty="0"/>
          </a:p>
          <a:p>
            <a:r>
              <a:rPr lang="en-US" dirty="0" err="1"/>
              <a:t>Läs</a:t>
            </a:r>
            <a:r>
              <a:rPr lang="en-US" dirty="0"/>
              <a:t> runtime-</a:t>
            </a:r>
            <a:r>
              <a:rPr lang="en-US" dirty="0" err="1"/>
              <a:t>felmeddelanden</a:t>
            </a:r>
            <a:r>
              <a:rPr lang="en-US" dirty="0"/>
              <a:t> </a:t>
            </a:r>
            <a:r>
              <a:rPr lang="en-US" i="1" u="sng" dirty="0" err="1"/>
              <a:t>noga</a:t>
            </a:r>
            <a:endParaRPr lang="en-US" i="1" u="sng" dirty="0"/>
          </a:p>
          <a:p>
            <a:pPr lvl="1"/>
            <a:r>
              <a:rPr lang="en-US" dirty="0"/>
              <a:t>ASP.NET Core </a:t>
            </a:r>
            <a:r>
              <a:rPr lang="en-US" dirty="0" err="1"/>
              <a:t>slänger</a:t>
            </a:r>
            <a:r>
              <a:rPr lang="en-US" dirty="0"/>
              <a:t> </a:t>
            </a:r>
            <a:r>
              <a:rPr lang="en-US" i="1" u="sng" dirty="0" err="1"/>
              <a:t>fantastiskt</a:t>
            </a:r>
            <a:r>
              <a:rPr lang="en-US" dirty="0"/>
              <a:t> </a:t>
            </a:r>
            <a:r>
              <a:rPr lang="en-US" dirty="0" err="1"/>
              <a:t>välformulerade</a:t>
            </a:r>
            <a:r>
              <a:rPr lang="en-US" dirty="0"/>
              <a:t> </a:t>
            </a:r>
            <a:r>
              <a:rPr lang="en-US" dirty="0" err="1"/>
              <a:t>felmeddelanden</a:t>
            </a:r>
            <a:r>
              <a:rPr lang="en-US" dirty="0"/>
              <a:t>👌</a:t>
            </a:r>
          </a:p>
          <a:p>
            <a:r>
              <a:rPr lang="en-US" dirty="0"/>
              <a:t>Pico.css</a:t>
            </a:r>
          </a:p>
          <a:p>
            <a:pPr lvl="1"/>
            <a:r>
              <a:rPr lang="sv-SE" dirty="0"/>
              <a:t>Ett CSS-ramverk som inkluderar en ”class-less” version som kan refereras i sidans &lt;head&gt; för att få ett bättre default-utseende utan att behöva ange specifika CSS-klasser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F4E2D3-C728-3507-AA4A-8F10A4AF5498}"/>
              </a:ext>
            </a:extLst>
          </p:cNvPr>
          <p:cNvSpPr/>
          <p:nvPr/>
        </p:nvSpPr>
        <p:spPr>
          <a:xfrm>
            <a:off x="1580073" y="5250976"/>
            <a:ext cx="8935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800000"/>
                </a:solidFill>
                <a:latin typeface="Cascadia Mono" panose="020B0609020000020004" pitchFamily="49" charset="0"/>
              </a:rPr>
              <a:t>link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rel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="stylesheet"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href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="https://unpkg.com/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@@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picocss/pico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@@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latest/css/pico.classless.min.css"&gt;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052013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56871-6378-FDB7-4FBB-FEEBCCA7C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7F147-A0D7-C484-FDAA-B338B1AB7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Tips: Typisk fönster-layout i Visual Studio </a:t>
            </a:r>
            <a:endParaRPr lang="en-US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CCB5D7DD-6080-7E2A-207B-7783C1A67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94" y="2300388"/>
            <a:ext cx="6454637" cy="346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CAF3A5-23E4-F313-8DBA-C5CF914507AD}"/>
              </a:ext>
            </a:extLst>
          </p:cNvPr>
          <p:cNvSpPr txBox="1"/>
          <p:nvPr/>
        </p:nvSpPr>
        <p:spPr>
          <a:xfrm>
            <a:off x="850402" y="5154232"/>
            <a:ext cx="1023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 List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3DC593-3948-6DB9-3A93-BE1B0681FD56}"/>
              </a:ext>
            </a:extLst>
          </p:cNvPr>
          <p:cNvSpPr txBox="1"/>
          <p:nvPr/>
        </p:nvSpPr>
        <p:spPr>
          <a:xfrm>
            <a:off x="865746" y="3244334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6F4E8E-9B35-A5AF-31EF-1055860D28E0}"/>
              </a:ext>
            </a:extLst>
          </p:cNvPr>
          <p:cNvSpPr txBox="1"/>
          <p:nvPr/>
        </p:nvSpPr>
        <p:spPr>
          <a:xfrm>
            <a:off x="10020258" y="4992757"/>
            <a:ext cx="130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Changes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D69D1-55E4-3FE9-B066-1586DB4EB3DA}"/>
              </a:ext>
            </a:extLst>
          </p:cNvPr>
          <p:cNvSpPr txBox="1"/>
          <p:nvPr/>
        </p:nvSpPr>
        <p:spPr>
          <a:xfrm>
            <a:off x="10004914" y="3244334"/>
            <a:ext cx="1794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 Explorer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A23C6F-0F66-4424-92C1-38A812B2DF71}"/>
              </a:ext>
            </a:extLst>
          </p:cNvPr>
          <p:cNvCxnSpPr/>
          <p:nvPr/>
        </p:nvCxnSpPr>
        <p:spPr>
          <a:xfrm>
            <a:off x="1709530" y="3429000"/>
            <a:ext cx="17294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C11FEE-3D4A-4E48-2077-7D3E98EE4401}"/>
              </a:ext>
            </a:extLst>
          </p:cNvPr>
          <p:cNvCxnSpPr/>
          <p:nvPr/>
        </p:nvCxnSpPr>
        <p:spPr>
          <a:xfrm>
            <a:off x="1873567" y="5362089"/>
            <a:ext cx="17294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5E4C5D-47F5-3E22-51CA-B5E7391C9660}"/>
              </a:ext>
            </a:extLst>
          </p:cNvPr>
          <p:cNvCxnSpPr>
            <a:cxnSpLocks/>
          </p:cNvCxnSpPr>
          <p:nvPr/>
        </p:nvCxnSpPr>
        <p:spPr>
          <a:xfrm flipH="1">
            <a:off x="8796131" y="3429000"/>
            <a:ext cx="1208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86497D0-A099-D9AF-63E1-7D59D4389743}"/>
              </a:ext>
            </a:extLst>
          </p:cNvPr>
          <p:cNvCxnSpPr>
            <a:cxnSpLocks/>
          </p:cNvCxnSpPr>
          <p:nvPr/>
        </p:nvCxnSpPr>
        <p:spPr>
          <a:xfrm flipH="1">
            <a:off x="8817427" y="5177423"/>
            <a:ext cx="1208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53646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Diskussion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sv-SE" dirty="0"/>
              <a:t>Beskriv kort ansvarsområdet för varje del av MVC-mönstret?</a:t>
            </a:r>
          </a:p>
          <a:p>
            <a:pPr marL="914400" lvl="1" indent="-457200">
              <a:buFont typeface="+mj-lt"/>
              <a:buAutoNum type="alphaLcParenR"/>
            </a:pPr>
            <a:r>
              <a:rPr lang="sv-SE" dirty="0" err="1"/>
              <a:t>Model</a:t>
            </a:r>
            <a:endParaRPr lang="sv-SE" dirty="0"/>
          </a:p>
          <a:p>
            <a:pPr marL="914400" lvl="1" indent="-457200">
              <a:buFont typeface="+mj-lt"/>
              <a:buAutoNum type="alphaLcParenR"/>
            </a:pPr>
            <a:r>
              <a:rPr lang="sv-SE" dirty="0" err="1"/>
              <a:t>View</a:t>
            </a:r>
            <a:endParaRPr lang="sv-SE" dirty="0"/>
          </a:p>
          <a:p>
            <a:pPr marL="914400" lvl="1" indent="-457200">
              <a:buFont typeface="+mj-lt"/>
              <a:buAutoNum type="alphaLcParenR"/>
            </a:pPr>
            <a:r>
              <a:rPr lang="sv-SE" dirty="0"/>
              <a:t>Controller</a:t>
            </a:r>
            <a:br>
              <a:rPr lang="sv-SE" dirty="0"/>
            </a:br>
            <a:endParaRPr lang="sv-SE" dirty="0"/>
          </a:p>
          <a:p>
            <a:pPr marL="514350" indent="-514350">
              <a:buFont typeface="+mj-lt"/>
              <a:buAutoNum type="arabicPeriod"/>
            </a:pPr>
            <a:r>
              <a:rPr lang="sv-SE" dirty="0"/>
              <a:t>Hur tror ni man länkar till en sida i en MVC-applikation?</a:t>
            </a:r>
          </a:p>
          <a:p>
            <a:pPr marL="457200" lvl="1" indent="0">
              <a:buNone/>
            </a:pPr>
            <a:br>
              <a:rPr lang="sv-SE" dirty="0"/>
            </a:br>
            <a:r>
              <a:rPr lang="sv-SE" dirty="0"/>
              <a:t>Alt 1: Namnet på .</a:t>
            </a:r>
            <a:r>
              <a:rPr lang="sv-SE" dirty="0" err="1"/>
              <a:t>cshtml</a:t>
            </a:r>
            <a:r>
              <a:rPr lang="sv-SE" dirty="0"/>
              <a:t>-filen?</a:t>
            </a:r>
          </a:p>
          <a:p>
            <a:pPr marL="914400" lvl="2" indent="0">
              <a:buNone/>
            </a:pPr>
            <a:r>
              <a:rPr lang="sv-SE" i="1" dirty="0"/>
              <a:t>&lt;a </a:t>
            </a:r>
            <a:r>
              <a:rPr lang="sv-SE" i="1" dirty="0" err="1"/>
              <a:t>href</a:t>
            </a:r>
            <a:r>
              <a:rPr lang="sv-SE" i="1" dirty="0"/>
              <a:t>=”/</a:t>
            </a:r>
            <a:r>
              <a:rPr lang="sv-SE" i="1" dirty="0" err="1"/>
              <a:t>Create.cshtml</a:t>
            </a:r>
            <a:r>
              <a:rPr lang="sv-SE" i="1" dirty="0"/>
              <a:t>”&gt;My </a:t>
            </a:r>
            <a:r>
              <a:rPr lang="sv-SE" i="1" dirty="0" err="1"/>
              <a:t>link</a:t>
            </a:r>
            <a:r>
              <a:rPr lang="sv-SE" i="1" dirty="0"/>
              <a:t>&lt;/a&gt;</a:t>
            </a:r>
            <a:br>
              <a:rPr lang="sv-SE" i="1" dirty="0"/>
            </a:br>
            <a:endParaRPr lang="sv-SE" i="1" dirty="0"/>
          </a:p>
          <a:p>
            <a:pPr marL="457200" lvl="1" indent="0">
              <a:buNone/>
            </a:pPr>
            <a:r>
              <a:rPr lang="sv-SE" dirty="0"/>
              <a:t>Alt 2: Namnet på controller-klassen + action-metoden?</a:t>
            </a:r>
          </a:p>
          <a:p>
            <a:pPr marL="914400" lvl="2" indent="0">
              <a:buNone/>
            </a:pPr>
            <a:r>
              <a:rPr lang="sv-SE" i="1" dirty="0"/>
              <a:t>&lt;a href=”/Company/Index”&gt;My link&lt;/a&gt;</a:t>
            </a:r>
            <a:br>
              <a:rPr lang="sv-SE" i="1" dirty="0"/>
            </a:br>
            <a:endParaRPr lang="sv-SE" i="1" dirty="0"/>
          </a:p>
          <a:p>
            <a:pPr marL="457200" lvl="1" indent="0">
              <a:buNone/>
            </a:pPr>
            <a:r>
              <a:rPr lang="sv-SE" dirty="0"/>
              <a:t>Alt 3: Routen som nämns ovanför action-metoden?</a:t>
            </a:r>
          </a:p>
          <a:p>
            <a:pPr marL="914400" lvl="2" indent="0">
              <a:buNone/>
            </a:pPr>
            <a:r>
              <a:rPr lang="sv-SE" i="1" dirty="0"/>
              <a:t>&lt;a </a:t>
            </a:r>
            <a:r>
              <a:rPr lang="sv-SE" i="1" dirty="0" err="1"/>
              <a:t>href</a:t>
            </a:r>
            <a:r>
              <a:rPr lang="sv-SE" i="1" dirty="0"/>
              <a:t>=”/</a:t>
            </a:r>
            <a:r>
              <a:rPr lang="sv-SE" i="1" dirty="0" err="1"/>
              <a:t>create</a:t>
            </a:r>
            <a:r>
              <a:rPr lang="sv-SE" i="1" dirty="0"/>
              <a:t>”&gt;My </a:t>
            </a:r>
            <a:r>
              <a:rPr lang="sv-SE" i="1" dirty="0" err="1"/>
              <a:t>link</a:t>
            </a:r>
            <a:r>
              <a:rPr lang="sv-SE" i="1" dirty="0"/>
              <a:t>&lt;/a&gt;</a:t>
            </a:r>
          </a:p>
          <a:p>
            <a:pPr marL="914400" lvl="1" indent="-457200">
              <a:buFont typeface="+mj-lt"/>
              <a:buAutoNum type="arabicPeriod"/>
            </a:pPr>
            <a:endParaRPr lang="sv-SE" dirty="0"/>
          </a:p>
          <a:p>
            <a:endParaRPr lang="sv-SE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302" y="4106528"/>
            <a:ext cx="254317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3094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6D07C-1E19-AE3B-21DC-A1912E3D7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10DA5-9C50-4F76-669C-5F0F0E0D3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Grupparbeten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7F319-028B-616D-A6BF-4721E4C4D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noProof="0" dirty="0"/>
              <a:t>Nya grupper vid varje grupparbete</a:t>
            </a:r>
          </a:p>
          <a:p>
            <a:r>
              <a:rPr lang="sv-SE" noProof="0" dirty="0"/>
              <a:t>Använd er gärna av </a:t>
            </a:r>
            <a:r>
              <a:rPr lang="sv-SE" i="1" noProof="0" dirty="0"/>
              <a:t>mob programming</a:t>
            </a:r>
          </a:p>
          <a:p>
            <a:pPr lvl="1"/>
            <a:r>
              <a:rPr lang="sv-SE" dirty="0"/>
              <a:t>Sitt i samma grupprum och byt av varandra t.ex. var 20 minut</a:t>
            </a:r>
          </a:p>
          <a:p>
            <a:pPr lvl="1"/>
            <a:r>
              <a:rPr lang="sv-SE" dirty="0"/>
              <a:t>Fördelar</a:t>
            </a:r>
          </a:p>
          <a:p>
            <a:pPr lvl="2"/>
            <a:r>
              <a:rPr lang="sv-SE" dirty="0"/>
              <a:t>Alla har koll på all kod som skrivs</a:t>
            </a:r>
          </a:p>
          <a:p>
            <a:pPr lvl="2"/>
            <a:r>
              <a:rPr lang="sv-SE" dirty="0"/>
              <a:t>Alla får koda</a:t>
            </a:r>
          </a:p>
          <a:p>
            <a:pPr lvl="2"/>
            <a:r>
              <a:rPr lang="sv-SE" dirty="0"/>
              <a:t>Inga Git-konflikter</a:t>
            </a:r>
            <a:endParaRPr lang="sv-SE" noProof="0" dirty="0"/>
          </a:p>
          <a:p>
            <a:r>
              <a:rPr lang="sv-SE" noProof="0" dirty="0"/>
              <a:t>Git</a:t>
            </a:r>
          </a:p>
          <a:p>
            <a:pPr lvl="1"/>
            <a:r>
              <a:rPr lang="sv-SE" noProof="0" dirty="0"/>
              <a:t>Arbeta direkt mot </a:t>
            </a:r>
            <a:r>
              <a:rPr lang="sv-SE" i="1" noProof="0" dirty="0"/>
              <a:t>main/master</a:t>
            </a:r>
          </a:p>
          <a:p>
            <a:pPr lvl="1"/>
            <a:r>
              <a:rPr lang="sv-SE" dirty="0"/>
              <a:t>Kör Push/Pull ofta</a:t>
            </a:r>
            <a:endParaRPr lang="sv-SE" noProof="0" dirty="0"/>
          </a:p>
        </p:txBody>
      </p:sp>
    </p:spTree>
    <p:extLst>
      <p:ext uri="{BB962C8B-B14F-4D97-AF65-F5344CB8AC3E}">
        <p14:creationId xmlns:p14="http://schemas.microsoft.com/office/powerpoint/2010/main" val="5345205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947" y="63205"/>
            <a:ext cx="9700612" cy="1325563"/>
          </a:xfrm>
        </p:spPr>
        <p:txBody>
          <a:bodyPr>
            <a:normAutofit/>
          </a:bodyPr>
          <a:lstStyle/>
          <a:p>
            <a:r>
              <a:rPr lang="en-US" sz="4000" dirty="0" err="1"/>
              <a:t>Grupparbete</a:t>
            </a:r>
            <a:r>
              <a:rPr lang="en-US" sz="4000" dirty="0"/>
              <a:t>: Bands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946" y="1276712"/>
            <a:ext cx="10351699" cy="527936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514338" indent="-514338">
              <a:buFont typeface="+mj-lt"/>
              <a:buAutoNum type="arabicPeriod"/>
            </a:pPr>
            <a:r>
              <a:rPr lang="sv-SE" sz="1400" b="1" dirty="0"/>
              <a:t>Skapa ett nytt (Empty) ASP.NET Core projekt med följande namn</a:t>
            </a:r>
            <a:br>
              <a:rPr lang="sv-SE" sz="1400" b="1" dirty="0"/>
            </a:br>
            <a:r>
              <a:rPr lang="sv-SE" sz="1200" dirty="0"/>
              <a:t>Projekt: </a:t>
            </a:r>
            <a:r>
              <a:rPr lang="sv-SE" sz="1200" i="1" dirty="0"/>
              <a:t>BandsApp.Web</a:t>
            </a:r>
            <a:br>
              <a:rPr lang="sv-SE" sz="1200" dirty="0"/>
            </a:br>
            <a:r>
              <a:rPr lang="sv-SE" sz="1200" dirty="0"/>
              <a:t>Solution: </a:t>
            </a:r>
            <a:r>
              <a:rPr lang="sv-SE" sz="1200" i="1" dirty="0"/>
              <a:t>BandsApp</a:t>
            </a:r>
          </a:p>
          <a:p>
            <a:pPr marL="514350" indent="-514350">
              <a:buAutoNum type="arabicPeriod"/>
            </a:pPr>
            <a:r>
              <a:rPr lang="sv-SE" sz="1400" b="1" dirty="0"/>
              <a:t>Github</a:t>
            </a:r>
            <a:endParaRPr lang="sv-SE" sz="1400" dirty="0"/>
          </a:p>
          <a:p>
            <a:pPr marL="914400" lvl="1" indent="-457200">
              <a:buFont typeface="+mj-lt"/>
              <a:buAutoNum type="alphaLcParenR"/>
            </a:pPr>
            <a:r>
              <a:rPr lang="sv-SE" sz="1200" dirty="0"/>
              <a:t>Skapa ett repo på en av deltagarnas Github</a:t>
            </a:r>
          </a:p>
          <a:p>
            <a:pPr marL="914400" lvl="1" indent="-457200">
              <a:buFont typeface="+mj-lt"/>
              <a:buAutoNum type="alphaLcParenR"/>
            </a:pPr>
            <a:r>
              <a:rPr lang="sv-SE" sz="1200" dirty="0"/>
              <a:t>Lägg till alla deltagare som kollaboratörer</a:t>
            </a:r>
          </a:p>
          <a:p>
            <a:pPr marL="914400" lvl="1" indent="-457200">
              <a:buFont typeface="+mj-lt"/>
              <a:buAutoNum type="alphaLcParenR"/>
            </a:pPr>
            <a:r>
              <a:rPr lang="sv-SE" sz="1200" dirty="0"/>
              <a:t>Verifiera att alla deltagare kan kör klona repot</a:t>
            </a:r>
          </a:p>
          <a:p>
            <a:pPr marL="914400" lvl="1" indent="-457200">
              <a:buFont typeface="+mj-lt"/>
              <a:buAutoNum type="alphaLcParenR"/>
            </a:pPr>
            <a:r>
              <a:rPr lang="sv-SE" sz="1200" dirty="0"/>
              <a:t>Verifiera att alla deltagare kan köra </a:t>
            </a:r>
            <a:r>
              <a:rPr lang="sv-SE" sz="1200" i="1" dirty="0"/>
              <a:t>push</a:t>
            </a:r>
            <a:r>
              <a:rPr lang="sv-SE" sz="1200" dirty="0"/>
              <a:t> och </a:t>
            </a:r>
            <a:r>
              <a:rPr lang="sv-SE" sz="1200" i="1" dirty="0"/>
              <a:t>pull</a:t>
            </a:r>
          </a:p>
          <a:p>
            <a:pPr marL="514350" indent="-514350">
              <a:buFont typeface="+mj-lt"/>
              <a:buAutoNum type="arabicPeriod"/>
            </a:pPr>
            <a:r>
              <a:rPr lang="sv-SE" sz="1400" b="1" dirty="0"/>
              <a:t>Skapa model-klassen </a:t>
            </a:r>
            <a:r>
              <a:rPr lang="sv-SE" sz="1400" b="1" i="1" dirty="0"/>
              <a:t>Band</a:t>
            </a:r>
            <a:r>
              <a:rPr lang="sv-SE" sz="1400" b="1" dirty="0"/>
              <a:t> med följande properties</a:t>
            </a:r>
            <a:br>
              <a:rPr lang="sv-SE" sz="1400" b="1" dirty="0"/>
            </a:br>
            <a:r>
              <a:rPr lang="sv-SE" sz="1200" i="1" dirty="0"/>
              <a:t>int Id</a:t>
            </a:r>
            <a:br>
              <a:rPr lang="sv-SE" sz="1200" i="1" dirty="0"/>
            </a:br>
            <a:r>
              <a:rPr lang="sv-SE" sz="1200" i="1" dirty="0"/>
              <a:t>string Name</a:t>
            </a:r>
            <a:br>
              <a:rPr lang="sv-SE" sz="1200" i="1" dirty="0"/>
            </a:br>
            <a:r>
              <a:rPr lang="sv-SE" sz="1200" i="1" dirty="0"/>
              <a:t>string Description</a:t>
            </a:r>
            <a:endParaRPr lang="sv-SE" sz="1200" dirty="0"/>
          </a:p>
          <a:p>
            <a:pPr marL="514350" indent="-514350">
              <a:buAutoNum type="arabicPeriod"/>
            </a:pPr>
            <a:r>
              <a:rPr lang="sv-SE" sz="1400" b="1" dirty="0"/>
              <a:t>Skapa en </a:t>
            </a:r>
            <a:r>
              <a:rPr lang="sv-SE" sz="1400" b="1" i="1" dirty="0"/>
              <a:t>BandService</a:t>
            </a:r>
            <a:r>
              <a:rPr lang="sv-SE" sz="1400" b="1" dirty="0"/>
              <a:t>-klass med följande medlemmar</a:t>
            </a:r>
            <a:endParaRPr lang="sv-SE" sz="1400" dirty="0"/>
          </a:p>
          <a:p>
            <a:pPr marL="914400" lvl="1" indent="-457200">
              <a:buFont typeface="+mj-lt"/>
              <a:buAutoNum type="alphaLcParenR"/>
            </a:pPr>
            <a:r>
              <a:rPr lang="sv-SE" sz="1200" dirty="0"/>
              <a:t>En privat lista med band där ni lägger in några av gruppens favorit-band</a:t>
            </a:r>
          </a:p>
          <a:p>
            <a:pPr marL="914400" lvl="1" indent="-457200">
              <a:buFont typeface="+mj-lt"/>
              <a:buAutoNum type="alphaLcParenR"/>
            </a:pPr>
            <a:r>
              <a:rPr lang="sv-SE" sz="1200" dirty="0"/>
              <a:t>Metod: </a:t>
            </a:r>
            <a:r>
              <a:rPr lang="sv-SE" sz="1200" i="1" dirty="0"/>
              <a:t>Band</a:t>
            </a:r>
            <a:r>
              <a:rPr lang="sv-SE" sz="1200" dirty="0"/>
              <a:t> </a:t>
            </a:r>
            <a:r>
              <a:rPr lang="sv-SE" sz="1200" i="1" dirty="0"/>
              <a:t>GetBandById(int id)</a:t>
            </a:r>
            <a:r>
              <a:rPr lang="sv-SE" sz="1200" dirty="0"/>
              <a:t> som ska returnera ett band baserat på Id-propertyn</a:t>
            </a:r>
          </a:p>
          <a:p>
            <a:pPr marL="914400" lvl="1" indent="-457200">
              <a:buFont typeface="+mj-lt"/>
              <a:buAutoNum type="alphaLcParenR"/>
            </a:pPr>
            <a:r>
              <a:rPr lang="sv-SE" sz="1200" dirty="0"/>
              <a:t>Metod: </a:t>
            </a:r>
            <a:r>
              <a:rPr lang="sv-SE" sz="1200" i="1" dirty="0"/>
              <a:t>Band[] GetAllBands()</a:t>
            </a:r>
            <a:r>
              <a:rPr lang="sv-SE" sz="1200" dirty="0"/>
              <a:t> som returnerar alla band</a:t>
            </a:r>
          </a:p>
          <a:p>
            <a:pPr marL="514350" indent="-514350">
              <a:buAutoNum type="arabicPeriod"/>
            </a:pPr>
            <a:r>
              <a:rPr lang="sv-SE" sz="1400" b="1" dirty="0"/>
              <a:t>Controllers, actions och views</a:t>
            </a:r>
          </a:p>
          <a:p>
            <a:pPr marL="914400" lvl="1" indent="-457200">
              <a:buFont typeface="+mj-lt"/>
              <a:buAutoNum type="alphaLcParenR"/>
            </a:pPr>
            <a:r>
              <a:rPr lang="sv-SE" sz="1200"/>
              <a:t>Anropar man sidan med en tom URL ska en lista med namnen på gruppens favoritband visas</a:t>
            </a:r>
            <a:endParaRPr lang="sv-SE" sz="1200">
              <a:ea typeface="Calibri"/>
              <a:cs typeface="Calibri"/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sv-SE" sz="1200" dirty="0"/>
              <a:t>Länka varje band i listan så att den pekar på /</a:t>
            </a:r>
            <a:r>
              <a:rPr lang="sv-SE" sz="1200" i="1" dirty="0"/>
              <a:t>details/1, /details/2</a:t>
            </a:r>
            <a:r>
              <a:rPr lang="sv-SE" sz="1200" dirty="0"/>
              <a:t> etc.</a:t>
            </a:r>
            <a:br>
              <a:rPr lang="sv-SE" sz="1200" dirty="0"/>
            </a:br>
            <a:r>
              <a:rPr lang="sv-SE" sz="1200" dirty="0"/>
              <a:t>(För att visa upp rätt band – låt din Action-metod ta emot en parameter som heter </a:t>
            </a:r>
            <a:r>
              <a:rPr lang="sv-SE" sz="1200" i="1" dirty="0"/>
              <a:t>id)</a:t>
            </a:r>
            <a:endParaRPr lang="sv-SE" sz="1200" dirty="0"/>
          </a:p>
          <a:p>
            <a:pPr marL="914400" lvl="1" indent="-457200">
              <a:buFont typeface="+mj-lt"/>
              <a:buAutoNum type="alphaLcParenR"/>
            </a:pPr>
            <a:r>
              <a:rPr lang="sv-SE" sz="1200" dirty="0"/>
              <a:t>Klickar man på ett band så ska en detalj-vy med det aktuella bandets namn och beskrivning visas</a:t>
            </a:r>
          </a:p>
          <a:p>
            <a:pPr marL="914400" lvl="1" indent="-457200">
              <a:buFont typeface="+mj-lt"/>
              <a:buAutoNum type="alphaLcParenR"/>
            </a:pPr>
            <a:r>
              <a:rPr lang="sv-SE" sz="1200" dirty="0"/>
              <a:t>Utöka detalj-vyn till att visa upp en bild på det aktuella bandet (bilderna ska lagras i projektet)</a:t>
            </a:r>
            <a:br>
              <a:rPr lang="sv-SE" sz="1200" dirty="0"/>
            </a:br>
            <a:br>
              <a:rPr lang="sv-SE" sz="1200" dirty="0"/>
            </a:br>
            <a:r>
              <a:rPr lang="sv-SE" sz="1200" dirty="0"/>
              <a:t>Detta är en Google-utmaning – förslag på sökningar:</a:t>
            </a:r>
            <a:br>
              <a:rPr lang="sv-SE" sz="1200" dirty="0"/>
            </a:br>
            <a:r>
              <a:rPr lang="sv-SE" sz="1200" i="1" dirty="0"/>
              <a:t>asp.net core show local images</a:t>
            </a:r>
            <a:br>
              <a:rPr lang="sv-SE" sz="1200" i="1" dirty="0"/>
            </a:br>
            <a:r>
              <a:rPr lang="sv-SE" sz="1200" i="1" dirty="0"/>
              <a:t>asp.net core static files</a:t>
            </a:r>
            <a:endParaRPr lang="sv-SE" sz="1200" dirty="0"/>
          </a:p>
          <a:p>
            <a:pPr marL="0" indent="0">
              <a:buNone/>
            </a:pPr>
            <a:r>
              <a:rPr lang="sv-SE" sz="1400" b="1" dirty="0"/>
              <a:t>Om ni hinner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sv-SE" sz="1400" dirty="0"/>
              <a:t>Låt detalj-vyn även visa upp en lista med bandets album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sv-SE" sz="1400" dirty="0"/>
              <a:t>Visa upp en YouTube film i detalj-vyn som spelar upp en låt för varje band</a:t>
            </a:r>
          </a:p>
          <a:p>
            <a:pPr marL="514350" indent="-514350">
              <a:buFont typeface="+mj-lt"/>
              <a:buAutoNum type="arabicPeriod"/>
            </a:pPr>
            <a:r>
              <a:rPr lang="sv-SE" sz="1400" dirty="0"/>
              <a:t>Använd Pico, Bootstrap eller likande för ta tag i sidans styling</a:t>
            </a:r>
          </a:p>
        </p:txBody>
      </p:sp>
    </p:spTree>
    <p:extLst>
      <p:ext uri="{BB962C8B-B14F-4D97-AF65-F5344CB8AC3E}">
        <p14:creationId xmlns:p14="http://schemas.microsoft.com/office/powerpoint/2010/main" val="3691362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1261</TotalTime>
  <Words>1851</Words>
  <Application>Microsoft Office PowerPoint</Application>
  <PresentationFormat>Widescreen</PresentationFormat>
  <Paragraphs>277</Paragraphs>
  <Slides>30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Cascadia Mono</vt:lpstr>
      <vt:lpstr>Consolas</vt:lpstr>
      <vt:lpstr>Segoe UI Light</vt:lpstr>
      <vt:lpstr>Office Theme</vt:lpstr>
      <vt:lpstr>ASP.NET MVC MVC-Mönstret</vt:lpstr>
      <vt:lpstr>Innan vi sätter igång: Installation</vt:lpstr>
      <vt:lpstr>Git-stödet i Visual Studio</vt:lpstr>
      <vt:lpstr>Innehåll</vt:lpstr>
      <vt:lpstr>ASP.NET Core</vt:lpstr>
      <vt:lpstr>Mjukvarumönster</vt:lpstr>
      <vt:lpstr>MVC-mönstret</vt:lpstr>
      <vt:lpstr>MVC-mönstret</vt:lpstr>
      <vt:lpstr>Typisk mappstruktur</vt:lpstr>
      <vt:lpstr>Skapa ett projekt</vt:lpstr>
      <vt:lpstr>Vid första körningen</vt:lpstr>
      <vt:lpstr>Program.cs</vt:lpstr>
      <vt:lpstr>Custom Middleware</vt:lpstr>
      <vt:lpstr>MVC: Controller</vt:lpstr>
      <vt:lpstr>Routing</vt:lpstr>
      <vt:lpstr>Exempel på attribut-baserad routing</vt:lpstr>
      <vt:lpstr>MVC: View</vt:lpstr>
      <vt:lpstr>Vy-motorn (Razor)</vt:lpstr>
      <vt:lpstr>Vy-motorn (Razor)</vt:lpstr>
      <vt:lpstr>MVC: Model</vt:lpstr>
      <vt:lpstr>Typiska klasser för att representera och hantera data</vt:lpstr>
      <vt:lpstr>Typiska klasser för att representera och hantera data</vt:lpstr>
      <vt:lpstr>Att skicka data till vyerna</vt:lpstr>
      <vt:lpstr>Att skicka data till vyerna</vt:lpstr>
      <vt:lpstr>Att skicka data till vyerna</vt:lpstr>
      <vt:lpstr>Tips</vt:lpstr>
      <vt:lpstr>Tips: Typisk fönster-layout i Visual Studio </vt:lpstr>
      <vt:lpstr>Diskussion</vt:lpstr>
      <vt:lpstr>Grupparbeten</vt:lpstr>
      <vt:lpstr>Grupparbete: Bands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Pontus Wittenmark</dc:creator>
  <cp:lastModifiedBy>Pontus Wittenmark</cp:lastModifiedBy>
  <cp:revision>400</cp:revision>
  <dcterms:created xsi:type="dcterms:W3CDTF">2013-06-05T07:16:43Z</dcterms:created>
  <dcterms:modified xsi:type="dcterms:W3CDTF">2025-05-14T09:42:43Z</dcterms:modified>
</cp:coreProperties>
</file>
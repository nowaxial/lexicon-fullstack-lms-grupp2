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9"/>
  </p:notesMasterIdLst>
  <p:sldIdLst>
    <p:sldId id="293" r:id="rId2"/>
    <p:sldId id="294" r:id="rId3"/>
    <p:sldId id="346" r:id="rId4"/>
    <p:sldId id="312" r:id="rId5"/>
    <p:sldId id="426" r:id="rId6"/>
    <p:sldId id="418" r:id="rId7"/>
    <p:sldId id="422" r:id="rId8"/>
    <p:sldId id="410" r:id="rId9"/>
    <p:sldId id="414" r:id="rId10"/>
    <p:sldId id="342" r:id="rId11"/>
    <p:sldId id="419" r:id="rId12"/>
    <p:sldId id="337" r:id="rId13"/>
    <p:sldId id="415" r:id="rId14"/>
    <p:sldId id="425" r:id="rId15"/>
    <p:sldId id="427" r:id="rId16"/>
    <p:sldId id="311" r:id="rId17"/>
    <p:sldId id="417" r:id="rId18"/>
    <p:sldId id="428" r:id="rId19"/>
    <p:sldId id="424" r:id="rId20"/>
    <p:sldId id="430" r:id="rId21"/>
    <p:sldId id="429" r:id="rId22"/>
    <p:sldId id="407" r:id="rId23"/>
    <p:sldId id="411" r:id="rId24"/>
    <p:sldId id="413" r:id="rId25"/>
    <p:sldId id="409" r:id="rId26"/>
    <p:sldId id="304" r:id="rId27"/>
    <p:sldId id="34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0E760-5DF2-6061-27B0-904164515CF5}" v="2" dt="2025-06-02T11:56:24.370"/>
    <p1510:client id="{2BD5D392-D7DF-4129-A2E4-CA338AB4C198}" v="7" dt="2025-06-02T09:37:19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tus Wittenmark" userId="f735600e1fbeff6c" providerId="LiveId" clId="{E8A2E0B7-C4A9-4EA3-88D7-E185C1C2CB73}"/>
    <pc:docChg chg="undo custSel delSld modSld">
      <pc:chgData name="Pontus Wittenmark" userId="f735600e1fbeff6c" providerId="LiveId" clId="{E8A2E0B7-C4A9-4EA3-88D7-E185C1C2CB73}" dt="2021-03-16T08:56:05.108" v="952" actId="20577"/>
      <pc:docMkLst>
        <pc:docMk/>
      </pc:docMkLst>
      <pc:sldChg chg="modSp mod">
        <pc:chgData name="Pontus Wittenmark" userId="f735600e1fbeff6c" providerId="LiveId" clId="{E8A2E0B7-C4A9-4EA3-88D7-E185C1C2CB73}" dt="2021-03-15T11:59:32.747" v="2" actId="27636"/>
        <pc:sldMkLst>
          <pc:docMk/>
          <pc:sldMk cId="1538964893" sldId="294"/>
        </pc:sldMkLst>
      </pc:sldChg>
      <pc:sldChg chg="del">
        <pc:chgData name="Pontus Wittenmark" userId="f735600e1fbeff6c" providerId="LiveId" clId="{E8A2E0B7-C4A9-4EA3-88D7-E185C1C2CB73}" dt="2021-03-15T14:09:46.206" v="202" actId="47"/>
        <pc:sldMkLst>
          <pc:docMk/>
          <pc:sldMk cId="2519866581" sldId="308"/>
        </pc:sldMkLst>
      </pc:sldChg>
      <pc:sldChg chg="modSp mod">
        <pc:chgData name="Pontus Wittenmark" userId="f735600e1fbeff6c" providerId="LiveId" clId="{E8A2E0B7-C4A9-4EA3-88D7-E185C1C2CB73}" dt="2021-03-15T14:09:36.230" v="201" actId="27636"/>
        <pc:sldMkLst>
          <pc:docMk/>
          <pc:sldMk cId="671297989" sldId="312"/>
        </pc:sldMkLst>
      </pc:sldChg>
      <pc:sldChg chg="modSp mod">
        <pc:chgData name="Pontus Wittenmark" userId="f735600e1fbeff6c" providerId="LiveId" clId="{E8A2E0B7-C4A9-4EA3-88D7-E185C1C2CB73}" dt="2021-03-15T11:59:52.118" v="4" actId="20577"/>
        <pc:sldMkLst>
          <pc:docMk/>
          <pc:sldMk cId="1501259958" sldId="314"/>
        </pc:sldMkLst>
      </pc:sldChg>
      <pc:sldChg chg="del">
        <pc:chgData name="Pontus Wittenmark" userId="f735600e1fbeff6c" providerId="LiveId" clId="{E8A2E0B7-C4A9-4EA3-88D7-E185C1C2CB73}" dt="2021-03-15T14:09:57.607" v="203" actId="47"/>
        <pc:sldMkLst>
          <pc:docMk/>
          <pc:sldMk cId="1741029719" sldId="323"/>
        </pc:sldMkLst>
      </pc:sldChg>
      <pc:sldChg chg="del">
        <pc:chgData name="Pontus Wittenmark" userId="f735600e1fbeff6c" providerId="LiveId" clId="{E8A2E0B7-C4A9-4EA3-88D7-E185C1C2CB73}" dt="2021-03-15T11:59:27.856" v="0" actId="47"/>
        <pc:sldMkLst>
          <pc:docMk/>
          <pc:sldMk cId="2919865422" sldId="327"/>
        </pc:sldMkLst>
      </pc:sldChg>
      <pc:sldChg chg="modSp mod">
        <pc:chgData name="Pontus Wittenmark" userId="f735600e1fbeff6c" providerId="LiveId" clId="{E8A2E0B7-C4A9-4EA3-88D7-E185C1C2CB73}" dt="2021-03-16T08:56:05.108" v="952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E8A2E0B7-C4A9-4EA3-88D7-E185C1C2CB73}" dt="2021-03-15T14:09:04.403" v="187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E8A2E0B7-C4A9-4EA3-88D7-E185C1C2CB73}" dt="2021-03-15T14:25:02.691" v="218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BBEE1292-771B-4131-B15B-48E0248E880A}"/>
    <pc:docChg chg="undo custSel addSld delSld modSld sldOrd">
      <pc:chgData name="Pontus Wittenmark" userId="f735600e1fbeff6c" providerId="LiveId" clId="{BBEE1292-771B-4131-B15B-48E0248E880A}" dt="2022-12-16T10:42:48.210" v="842" actId="20577"/>
      <pc:docMkLst>
        <pc:docMk/>
      </pc:docMkLst>
      <pc:sldChg chg="modSp mod">
        <pc:chgData name="Pontus Wittenmark" userId="f735600e1fbeff6c" providerId="LiveId" clId="{BBEE1292-771B-4131-B15B-48E0248E880A}" dt="2022-12-16T09:10:50.925" v="642" actId="20577"/>
        <pc:sldMkLst>
          <pc:docMk/>
          <pc:sldMk cId="1538964893" sldId="294"/>
        </pc:sldMkLst>
      </pc:sldChg>
      <pc:sldChg chg="addSp modSp del mod">
        <pc:chgData name="Pontus Wittenmark" userId="f735600e1fbeff6c" providerId="LiveId" clId="{BBEE1292-771B-4131-B15B-48E0248E880A}" dt="2022-12-16T08:35:48.836" v="57" actId="47"/>
        <pc:sldMkLst>
          <pc:docMk/>
          <pc:sldMk cId="3901861638" sldId="358"/>
        </pc:sldMkLst>
      </pc:sldChg>
      <pc:sldChg chg="del">
        <pc:chgData name="Pontus Wittenmark" userId="f735600e1fbeff6c" providerId="LiveId" clId="{BBEE1292-771B-4131-B15B-48E0248E880A}" dt="2022-12-16T08:34:53.731" v="38" actId="47"/>
        <pc:sldMkLst>
          <pc:docMk/>
          <pc:sldMk cId="2347863612" sldId="408"/>
        </pc:sldMkLst>
      </pc:sldChg>
      <pc:sldChg chg="add">
        <pc:chgData name="Pontus Wittenmark" userId="f735600e1fbeff6c" providerId="LiveId" clId="{BBEE1292-771B-4131-B15B-48E0248E880A}" dt="2022-12-16T08:34:01.637" v="25" actId="2890"/>
        <pc:sldMkLst>
          <pc:docMk/>
          <pc:sldMk cId="2423880133" sldId="410"/>
        </pc:sldMkLst>
      </pc:sldChg>
      <pc:sldChg chg="modSp add del mod">
        <pc:chgData name="Pontus Wittenmark" userId="f735600e1fbeff6c" providerId="LiveId" clId="{BBEE1292-771B-4131-B15B-48E0248E880A}" dt="2022-12-16T08:33:53.832" v="24" actId="2890"/>
        <pc:sldMkLst>
          <pc:docMk/>
          <pc:sldMk cId="3767297114" sldId="410"/>
        </pc:sldMkLst>
      </pc:sldChg>
      <pc:sldChg chg="addSp delSp modSp add mod">
        <pc:chgData name="Pontus Wittenmark" userId="f735600e1fbeff6c" providerId="LiveId" clId="{BBEE1292-771B-4131-B15B-48E0248E880A}" dt="2022-12-16T10:19:41.800" v="758" actId="114"/>
        <pc:sldMkLst>
          <pc:docMk/>
          <pc:sldMk cId="50324959" sldId="411"/>
        </pc:sldMkLst>
      </pc:sldChg>
      <pc:sldChg chg="add del ord">
        <pc:chgData name="Pontus Wittenmark" userId="f735600e1fbeff6c" providerId="LiveId" clId="{BBEE1292-771B-4131-B15B-48E0248E880A}" dt="2022-12-16T08:33:53.679" v="22" actId="2890"/>
        <pc:sldMkLst>
          <pc:docMk/>
          <pc:sldMk cId="3671991944" sldId="411"/>
        </pc:sldMkLst>
      </pc:sldChg>
      <pc:sldChg chg="delSp modSp add mod">
        <pc:chgData name="Pontus Wittenmark" userId="f735600e1fbeff6c" providerId="LiveId" clId="{BBEE1292-771B-4131-B15B-48E0248E880A}" dt="2022-12-16T08:56:24.656" v="487" actId="20577"/>
        <pc:sldMkLst>
          <pc:docMk/>
          <pc:sldMk cId="1189139513" sldId="412"/>
        </pc:sldMkLst>
      </pc:sldChg>
      <pc:sldChg chg="addSp delSp modSp add mod">
        <pc:chgData name="Pontus Wittenmark" userId="f735600e1fbeff6c" providerId="LiveId" clId="{BBEE1292-771B-4131-B15B-48E0248E880A}" dt="2022-12-16T10:42:48.210" v="842" actId="20577"/>
        <pc:sldMkLst>
          <pc:docMk/>
          <pc:sldMk cId="2085930035" sldId="413"/>
        </pc:sldMkLst>
      </pc:sldChg>
    </pc:docChg>
  </pc:docChgLst>
  <pc:docChgLst>
    <pc:chgData name="Pontus Wittenmark" userId="f735600e1fbeff6c" providerId="LiveId" clId="{3681411B-5063-4D02-AC43-419CB0C243AC}"/>
    <pc:docChg chg="custSel modSld sldOrd">
      <pc:chgData name="Pontus Wittenmark" userId="f735600e1fbeff6c" providerId="LiveId" clId="{3681411B-5063-4D02-AC43-419CB0C243AC}" dt="2022-12-14T12:02:29.848" v="130" actId="6549"/>
      <pc:docMkLst>
        <pc:docMk/>
      </pc:docMkLst>
      <pc:sldChg chg="modSp mod">
        <pc:chgData name="Pontus Wittenmark" userId="f735600e1fbeff6c" providerId="LiveId" clId="{3681411B-5063-4D02-AC43-419CB0C243AC}" dt="2022-12-14T11:57:59.008" v="40" actId="27636"/>
        <pc:sldMkLst>
          <pc:docMk/>
          <pc:sldMk cId="1538964893" sldId="294"/>
        </pc:sldMkLst>
      </pc:sldChg>
      <pc:sldChg chg="modSp mod">
        <pc:chgData name="Pontus Wittenmark" userId="f735600e1fbeff6c" providerId="LiveId" clId="{3681411B-5063-4D02-AC43-419CB0C243AC}" dt="2022-12-14T12:02:29.848" v="130" actId="6549"/>
        <pc:sldMkLst>
          <pc:docMk/>
          <pc:sldMk cId="1168120925" sldId="304"/>
        </pc:sldMkLst>
      </pc:sldChg>
      <pc:sldChg chg="ord">
        <pc:chgData name="Pontus Wittenmark" userId="f735600e1fbeff6c" providerId="LiveId" clId="{3681411B-5063-4D02-AC43-419CB0C243AC}" dt="2022-12-14T10:21:32.892" v="18"/>
        <pc:sldMkLst>
          <pc:docMk/>
          <pc:sldMk cId="3302314947" sldId="311"/>
        </pc:sldMkLst>
      </pc:sldChg>
      <pc:sldChg chg="modSp mod">
        <pc:chgData name="Pontus Wittenmark" userId="f735600e1fbeff6c" providerId="LiveId" clId="{3681411B-5063-4D02-AC43-419CB0C243AC}" dt="2022-12-14T09:59:57.792" v="11" actId="20577"/>
        <pc:sldMkLst>
          <pc:docMk/>
          <pc:sldMk cId="393454575" sldId="337"/>
        </pc:sldMkLst>
      </pc:sldChg>
      <pc:sldChg chg="modSp mod ord">
        <pc:chgData name="Pontus Wittenmark" userId="f735600e1fbeff6c" providerId="LiveId" clId="{3681411B-5063-4D02-AC43-419CB0C243AC}" dt="2022-12-14T10:41:56.205" v="26" actId="20577"/>
        <pc:sldMkLst>
          <pc:docMk/>
          <pc:sldMk cId="1315404232" sldId="407"/>
        </pc:sldMkLst>
      </pc:sldChg>
      <pc:sldChg chg="modSp mod">
        <pc:chgData name="Pontus Wittenmark" userId="f735600e1fbeff6c" providerId="LiveId" clId="{3681411B-5063-4D02-AC43-419CB0C243AC}" dt="2022-12-14T09:40:42.668" v="3" actId="5793"/>
        <pc:sldMkLst>
          <pc:docMk/>
          <pc:sldMk cId="2347863612" sldId="408"/>
        </pc:sldMkLst>
      </pc:sldChg>
      <pc:sldChg chg="modSp mod">
        <pc:chgData name="Pontus Wittenmark" userId="f735600e1fbeff6c" providerId="LiveId" clId="{3681411B-5063-4D02-AC43-419CB0C243AC}" dt="2022-12-14T09:49:05.790" v="5" actId="20577"/>
        <pc:sldMkLst>
          <pc:docMk/>
          <pc:sldMk cId="1477622852" sldId="409"/>
        </pc:sldMkLst>
      </pc:sldChg>
    </pc:docChg>
  </pc:docChgLst>
  <pc:docChgLst>
    <pc:chgData name="Pontus Wittenmark" userId="f735600e1fbeff6c" providerId="LiveId" clId="{7BE1F6ED-1A03-4D0C-8C8D-78B4EBD733E2}"/>
    <pc:docChg chg="undo custSel modSld">
      <pc:chgData name="Pontus Wittenmark" userId="f735600e1fbeff6c" providerId="LiveId" clId="{7BE1F6ED-1A03-4D0C-8C8D-78B4EBD733E2}" dt="2025-05-09T17:20:40.389" v="201" actId="20577"/>
      <pc:docMkLst>
        <pc:docMk/>
      </pc:docMkLst>
      <pc:sldChg chg="modSp mod">
        <pc:chgData name="Pontus Wittenmark" userId="f735600e1fbeff6c" providerId="LiveId" clId="{7BE1F6ED-1A03-4D0C-8C8D-78B4EBD733E2}" dt="2025-05-09T15:09:32.689" v="3" actId="20577"/>
        <pc:sldMkLst>
          <pc:docMk/>
          <pc:sldMk cId="2423880133" sldId="410"/>
        </pc:sldMkLst>
        <pc:spChg chg="mod">
          <ac:chgData name="Pontus Wittenmark" userId="f735600e1fbeff6c" providerId="LiveId" clId="{7BE1F6ED-1A03-4D0C-8C8D-78B4EBD733E2}" dt="2025-05-09T15:09:32.689" v="3" actId="20577"/>
          <ac:spMkLst>
            <pc:docMk/>
            <pc:sldMk cId="2423880133" sldId="410"/>
            <ac:spMk id="7" creationId="{D8BC5F2B-0FA9-3713-84B8-1D90DC98FCF9}"/>
          </ac:spMkLst>
        </pc:spChg>
      </pc:sldChg>
      <pc:sldChg chg="addSp modSp mod">
        <pc:chgData name="Pontus Wittenmark" userId="f735600e1fbeff6c" providerId="LiveId" clId="{7BE1F6ED-1A03-4D0C-8C8D-78B4EBD733E2}" dt="2025-05-09T17:20:40.389" v="201" actId="20577"/>
        <pc:sldMkLst>
          <pc:docMk/>
          <pc:sldMk cId="1654011926" sldId="415"/>
        </pc:sldMkLst>
        <pc:spChg chg="mod">
          <ac:chgData name="Pontus Wittenmark" userId="f735600e1fbeff6c" providerId="LiveId" clId="{7BE1F6ED-1A03-4D0C-8C8D-78B4EBD733E2}" dt="2025-05-09T15:10:59.750" v="122" actId="20577"/>
          <ac:spMkLst>
            <pc:docMk/>
            <pc:sldMk cId="1654011926" sldId="415"/>
            <ac:spMk id="3" creationId="{00000000-0000-0000-0000-000000000000}"/>
          </ac:spMkLst>
        </pc:spChg>
        <pc:spChg chg="mod">
          <ac:chgData name="Pontus Wittenmark" userId="f735600e1fbeff6c" providerId="LiveId" clId="{7BE1F6ED-1A03-4D0C-8C8D-78B4EBD733E2}" dt="2025-05-09T17:20:40.389" v="201" actId="20577"/>
          <ac:spMkLst>
            <pc:docMk/>
            <pc:sldMk cId="1654011926" sldId="415"/>
            <ac:spMk id="5" creationId="{FAEFFB99-6601-9765-C302-8C5A14A8B676}"/>
          </ac:spMkLst>
        </pc:spChg>
        <pc:spChg chg="add mod">
          <ac:chgData name="Pontus Wittenmark" userId="f735600e1fbeff6c" providerId="LiveId" clId="{7BE1F6ED-1A03-4D0C-8C8D-78B4EBD733E2}" dt="2025-05-09T17:20:18.205" v="195" actId="20577"/>
          <ac:spMkLst>
            <pc:docMk/>
            <pc:sldMk cId="1654011926" sldId="415"/>
            <ac:spMk id="6" creationId="{E7516E6E-6AC6-A6C2-C06C-E25BC44D80B3}"/>
          </ac:spMkLst>
        </pc:spChg>
      </pc:sldChg>
    </pc:docChg>
  </pc:docChgLst>
  <pc:docChgLst>
    <pc:chgData name="Pontus Wittenmark" userId="f735600e1fbeff6c" providerId="LiveId" clId="{17AE3A4E-D736-41CC-9F51-0A4B88A83145}"/>
    <pc:docChg chg="undo custSel addSld modSld sldOrd">
      <pc:chgData name="Pontus Wittenmark" userId="f735600e1fbeff6c" providerId="LiveId" clId="{17AE3A4E-D736-41CC-9F51-0A4B88A83145}" dt="2023-08-30T12:56:50.133" v="726" actId="20577"/>
      <pc:docMkLst>
        <pc:docMk/>
      </pc:docMkLst>
      <pc:sldChg chg="modSp mod">
        <pc:chgData name="Pontus Wittenmark" userId="f735600e1fbeff6c" providerId="LiveId" clId="{17AE3A4E-D736-41CC-9F51-0A4B88A83145}" dt="2023-08-24T13:03:23.268" v="508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17AE3A4E-D736-41CC-9F51-0A4B88A83145}" dt="2023-08-15T15:10:14.325" v="292" actId="20577"/>
        <pc:sldMkLst>
          <pc:docMk/>
          <pc:sldMk cId="2624165222" sldId="343"/>
        </pc:sldMkLst>
      </pc:sldChg>
      <pc:sldChg chg="modSp mod ord">
        <pc:chgData name="Pontus Wittenmark" userId="f735600e1fbeff6c" providerId="LiveId" clId="{17AE3A4E-D736-41CC-9F51-0A4B88A83145}" dt="2023-08-24T13:01:30.484" v="304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17AE3A4E-D736-41CC-9F51-0A4B88A83145}" dt="2023-08-24T08:56:37.129" v="295"/>
        <pc:sldMkLst>
          <pc:docMk/>
          <pc:sldMk cId="352974217" sldId="418"/>
        </pc:sldMkLst>
      </pc:sldChg>
      <pc:sldChg chg="delSp modSp add mod">
        <pc:chgData name="Pontus Wittenmark" userId="f735600e1fbeff6c" providerId="LiveId" clId="{17AE3A4E-D736-41CC-9F51-0A4B88A83145}" dt="2023-08-30T12:56:50.133" v="726" actId="20577"/>
        <pc:sldMkLst>
          <pc:docMk/>
          <pc:sldMk cId="2079280618" sldId="424"/>
        </pc:sldMkLst>
      </pc:sldChg>
    </pc:docChg>
  </pc:docChgLst>
  <pc:docChgLst>
    <pc:chgData name="Pontus Wittenmark" userId="f735600e1fbeff6c" providerId="LiveId" clId="{FB17D959-B8B7-40CF-8FB6-8A421E6D60D7}"/>
    <pc:docChg chg="custSel modSld">
      <pc:chgData name="Pontus Wittenmark" userId="f735600e1fbeff6c" providerId="LiveId" clId="{FB17D959-B8B7-40CF-8FB6-8A421E6D60D7}" dt="2021-03-31T08:23:23.019" v="75" actId="20577"/>
      <pc:docMkLst>
        <pc:docMk/>
      </pc:docMkLst>
      <pc:sldChg chg="modSp">
        <pc:chgData name="Pontus Wittenmark" userId="f735600e1fbeff6c" providerId="LiveId" clId="{FB17D959-B8B7-40CF-8FB6-8A421E6D60D7}" dt="2021-03-31T08:23:23.019" v="75" actId="20577"/>
        <pc:sldMkLst>
          <pc:docMk/>
          <pc:sldMk cId="1151862316" sldId="295"/>
        </pc:sldMkLst>
      </pc:sldChg>
    </pc:docChg>
  </pc:docChgLst>
  <pc:docChgLst>
    <pc:chgData name="Pontus Wittenmark" userId="f735600e1fbeff6c" providerId="LiveId" clId="{846CB2B1-A520-4390-A075-02A684D7ED29}"/>
    <pc:docChg chg="undo custSel addSld modSld sldOrd">
      <pc:chgData name="Pontus Wittenmark" userId="f735600e1fbeff6c" providerId="LiveId" clId="{846CB2B1-A520-4390-A075-02A684D7ED29}" dt="2025-05-31T12:50:34.721" v="2321" actId="6549"/>
      <pc:docMkLst>
        <pc:docMk/>
      </pc:docMkLst>
      <pc:sldChg chg="modSp mod">
        <pc:chgData name="Pontus Wittenmark" userId="f735600e1fbeff6c" providerId="LiveId" clId="{846CB2B1-A520-4390-A075-02A684D7ED29}" dt="2025-05-31T11:07:23.223" v="1616" actId="14100"/>
        <pc:sldMkLst>
          <pc:docMk/>
          <pc:sldMk cId="1168120925" sldId="304"/>
        </pc:sldMkLst>
        <pc:spChg chg="mod">
          <ac:chgData name="Pontus Wittenmark" userId="f735600e1fbeff6c" providerId="LiveId" clId="{846CB2B1-A520-4390-A075-02A684D7ED29}" dt="2025-05-31T11:07:23.223" v="1616" actId="14100"/>
          <ac:spMkLst>
            <pc:docMk/>
            <pc:sldMk cId="1168120925" sldId="304"/>
            <ac:spMk id="3" creationId="{00000000-0000-0000-0000-000000000000}"/>
          </ac:spMkLst>
        </pc:spChg>
        <pc:picChg chg="mod">
          <ac:chgData name="Pontus Wittenmark" userId="f735600e1fbeff6c" providerId="LiveId" clId="{846CB2B1-A520-4390-A075-02A684D7ED29}" dt="2025-05-31T11:05:51.097" v="1563" actId="1076"/>
          <ac:picMkLst>
            <pc:docMk/>
            <pc:sldMk cId="1168120925" sldId="304"/>
            <ac:picMk id="8" creationId="{00000000-0000-0000-0000-000000000000}"/>
          </ac:picMkLst>
        </pc:picChg>
      </pc:sldChg>
      <pc:sldChg chg="modSp mod">
        <pc:chgData name="Pontus Wittenmark" userId="f735600e1fbeff6c" providerId="LiveId" clId="{846CB2B1-A520-4390-A075-02A684D7ED29}" dt="2025-05-31T10:35:46.705" v="560" actId="14100"/>
        <pc:sldMkLst>
          <pc:docMk/>
          <pc:sldMk cId="3302314947" sldId="311"/>
        </pc:sldMkLst>
        <pc:spChg chg="mod">
          <ac:chgData name="Pontus Wittenmark" userId="f735600e1fbeff6c" providerId="LiveId" clId="{846CB2B1-A520-4390-A075-02A684D7ED29}" dt="2025-05-31T10:35:46.705" v="560" actId="14100"/>
          <ac:spMkLst>
            <pc:docMk/>
            <pc:sldMk cId="3302314947" sldId="311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46CB2B1-A520-4390-A075-02A684D7ED29}" dt="2025-05-31T12:50:34.721" v="2321" actId="6549"/>
        <pc:sldMkLst>
          <pc:docMk/>
          <pc:sldMk cId="2624165222" sldId="343"/>
        </pc:sldMkLst>
        <pc:spChg chg="mod">
          <ac:chgData name="Pontus Wittenmark" userId="f735600e1fbeff6c" providerId="LiveId" clId="{846CB2B1-A520-4390-A075-02A684D7ED29}" dt="2025-05-31T12:50:34.721" v="2321" actId="6549"/>
          <ac:spMkLst>
            <pc:docMk/>
            <pc:sldMk cId="2624165222" sldId="343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46CB2B1-A520-4390-A075-02A684D7ED29}" dt="2025-05-31T10:18:37.189" v="120" actId="20577"/>
        <pc:sldMkLst>
          <pc:docMk/>
          <pc:sldMk cId="2186490324" sldId="417"/>
        </pc:sldMkLst>
        <pc:spChg chg="mod">
          <ac:chgData name="Pontus Wittenmark" userId="f735600e1fbeff6c" providerId="LiveId" clId="{846CB2B1-A520-4390-A075-02A684D7ED29}" dt="2025-05-31T10:18:37.189" v="120" actId="20577"/>
          <ac:spMkLst>
            <pc:docMk/>
            <pc:sldMk cId="2186490324" sldId="417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46CB2B1-A520-4390-A075-02A684D7ED29}" dt="2025-05-31T10:59:34.307" v="1294" actId="1076"/>
        <pc:sldMkLst>
          <pc:docMk/>
          <pc:sldMk cId="1328821941" sldId="423"/>
        </pc:sldMkLst>
      </pc:sldChg>
      <pc:sldChg chg="modSp mod ord">
        <pc:chgData name="Pontus Wittenmark" userId="f735600e1fbeff6c" providerId="LiveId" clId="{846CB2B1-A520-4390-A075-02A684D7ED29}" dt="2025-05-31T11:04:28.344" v="1503" actId="20577"/>
        <pc:sldMkLst>
          <pc:docMk/>
          <pc:sldMk cId="2079280618" sldId="424"/>
        </pc:sldMkLst>
        <pc:spChg chg="mod">
          <ac:chgData name="Pontus Wittenmark" userId="f735600e1fbeff6c" providerId="LiveId" clId="{846CB2B1-A520-4390-A075-02A684D7ED29}" dt="2025-05-31T11:04:28.344" v="1503" actId="20577"/>
          <ac:spMkLst>
            <pc:docMk/>
            <pc:sldMk cId="2079280618" sldId="42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46CB2B1-A520-4390-A075-02A684D7ED29}" dt="2025-05-31T10:11:34.830" v="47" actId="114"/>
        <pc:sldMkLst>
          <pc:docMk/>
          <pc:sldMk cId="212752607" sldId="425"/>
        </pc:sldMkLst>
        <pc:spChg chg="mod">
          <ac:chgData name="Pontus Wittenmark" userId="f735600e1fbeff6c" providerId="LiveId" clId="{846CB2B1-A520-4390-A075-02A684D7ED29}" dt="2025-05-31T10:11:34.830" v="47" actId="114"/>
          <ac:spMkLst>
            <pc:docMk/>
            <pc:sldMk cId="212752607" sldId="425"/>
            <ac:spMk id="3" creationId="{112CE8AA-3E4B-533B-BF85-2B4FD33C5117}"/>
          </ac:spMkLst>
        </pc:spChg>
      </pc:sldChg>
      <pc:sldChg chg="modSp mod modShow">
        <pc:chgData name="Pontus Wittenmark" userId="f735600e1fbeff6c" providerId="LiveId" clId="{846CB2B1-A520-4390-A075-02A684D7ED29}" dt="2025-05-28T13:05:33.280" v="35" actId="729"/>
        <pc:sldMkLst>
          <pc:docMk/>
          <pc:sldMk cId="1595311208" sldId="426"/>
        </pc:sldMkLst>
        <pc:spChg chg="mod">
          <ac:chgData name="Pontus Wittenmark" userId="f735600e1fbeff6c" providerId="LiveId" clId="{846CB2B1-A520-4390-A075-02A684D7ED29}" dt="2025-05-28T13:03:08.398" v="13" actId="20577"/>
          <ac:spMkLst>
            <pc:docMk/>
            <pc:sldMk cId="1595311208" sldId="426"/>
            <ac:spMk id="3" creationId="{78B6A269-54EA-A8D4-9FFC-475F2D7F1046}"/>
          </ac:spMkLst>
        </pc:spChg>
      </pc:sldChg>
      <pc:sldChg chg="modSp mod">
        <pc:chgData name="Pontus Wittenmark" userId="f735600e1fbeff6c" providerId="LiveId" clId="{846CB2B1-A520-4390-A075-02A684D7ED29}" dt="2025-05-31T10:34:39.972" v="552" actId="20577"/>
        <pc:sldMkLst>
          <pc:docMk/>
          <pc:sldMk cId="1942299248" sldId="427"/>
        </pc:sldMkLst>
        <pc:spChg chg="mod">
          <ac:chgData name="Pontus Wittenmark" userId="f735600e1fbeff6c" providerId="LiveId" clId="{846CB2B1-A520-4390-A075-02A684D7ED29}" dt="2025-05-31T10:34:39.972" v="552" actId="20577"/>
          <ac:spMkLst>
            <pc:docMk/>
            <pc:sldMk cId="1942299248" sldId="427"/>
            <ac:spMk id="6" creationId="{C04DE03B-F8EA-A581-5F50-4792FB5F6B88}"/>
          </ac:spMkLst>
        </pc:spChg>
      </pc:sldChg>
      <pc:sldChg chg="modSp mod">
        <pc:chgData name="Pontus Wittenmark" userId="f735600e1fbeff6c" providerId="LiveId" clId="{846CB2B1-A520-4390-A075-02A684D7ED29}" dt="2025-05-31T10:18:36.212" v="118" actId="20577"/>
        <pc:sldMkLst>
          <pc:docMk/>
          <pc:sldMk cId="1057753122" sldId="428"/>
        </pc:sldMkLst>
        <pc:spChg chg="mod">
          <ac:chgData name="Pontus Wittenmark" userId="f735600e1fbeff6c" providerId="LiveId" clId="{846CB2B1-A520-4390-A075-02A684D7ED29}" dt="2025-05-31T10:18:36.212" v="118" actId="20577"/>
          <ac:spMkLst>
            <pc:docMk/>
            <pc:sldMk cId="1057753122" sldId="428"/>
            <ac:spMk id="3" creationId="{ACE4EEA2-5689-47F6-862E-731BB03210D6}"/>
          </ac:spMkLst>
        </pc:spChg>
      </pc:sldChg>
      <pc:sldChg chg="add">
        <pc:chgData name="Pontus Wittenmark" userId="f735600e1fbeff6c" providerId="LiveId" clId="{846CB2B1-A520-4390-A075-02A684D7ED29}" dt="2025-05-31T10:48:35.860" v="695" actId="2890"/>
        <pc:sldMkLst>
          <pc:docMk/>
          <pc:sldMk cId="2579391480" sldId="429"/>
        </pc:sldMkLst>
      </pc:sldChg>
      <pc:sldChg chg="modSp add mod">
        <pc:chgData name="Pontus Wittenmark" userId="f735600e1fbeff6c" providerId="LiveId" clId="{846CB2B1-A520-4390-A075-02A684D7ED29}" dt="2025-05-31T11:04:52.997" v="1536" actId="20577"/>
        <pc:sldMkLst>
          <pc:docMk/>
          <pc:sldMk cId="608024873" sldId="430"/>
        </pc:sldMkLst>
        <pc:spChg chg="mod">
          <ac:chgData name="Pontus Wittenmark" userId="f735600e1fbeff6c" providerId="LiveId" clId="{846CB2B1-A520-4390-A075-02A684D7ED29}" dt="2025-05-31T11:04:52.997" v="1536" actId="20577"/>
          <ac:spMkLst>
            <pc:docMk/>
            <pc:sldMk cId="608024873" sldId="430"/>
            <ac:spMk id="3" creationId="{22B934DF-27AB-91D2-B50D-8774FA723F86}"/>
          </ac:spMkLst>
        </pc:spChg>
      </pc:sldChg>
    </pc:docChg>
  </pc:docChgLst>
  <pc:docChgLst>
    <pc:chgData name="Pontus Wittenmark" userId="f735600e1fbeff6c" providerId="LiveId" clId="{A660E337-6AC8-4F1F-B4B9-CD4665AFA761}"/>
    <pc:docChg chg="undo custSel modSld sldOrd">
      <pc:chgData name="Pontus Wittenmark" userId="f735600e1fbeff6c" providerId="LiveId" clId="{A660E337-6AC8-4F1F-B4B9-CD4665AFA761}" dt="2021-04-08T11:58:47.601" v="404" actId="6549"/>
      <pc:docMkLst>
        <pc:docMk/>
      </pc:docMkLst>
      <pc:sldChg chg="modSp mod">
        <pc:chgData name="Pontus Wittenmark" userId="f735600e1fbeff6c" providerId="LiveId" clId="{A660E337-6AC8-4F1F-B4B9-CD4665AFA761}" dt="2021-03-15T09:57:58.893" v="1" actId="20577"/>
        <pc:sldMkLst>
          <pc:docMk/>
          <pc:sldMk cId="2760819910" sldId="293"/>
        </pc:sldMkLst>
      </pc:sldChg>
      <pc:sldChg chg="ord">
        <pc:chgData name="Pontus Wittenmark" userId="f735600e1fbeff6c" providerId="LiveId" clId="{A660E337-6AC8-4F1F-B4B9-CD4665AFA761}" dt="2021-03-15T10:04:36.793" v="3"/>
        <pc:sldMkLst>
          <pc:docMk/>
          <pc:sldMk cId="1151862316" sldId="295"/>
        </pc:sldMkLst>
      </pc:sldChg>
      <pc:sldChg chg="modSp mod">
        <pc:chgData name="Pontus Wittenmark" userId="f735600e1fbeff6c" providerId="LiveId" clId="{A660E337-6AC8-4F1F-B4B9-CD4665AFA761}" dt="2021-03-15T10:09:12.788" v="131" actId="20577"/>
        <pc:sldMkLst>
          <pc:docMk/>
          <pc:sldMk cId="2624165222" sldId="343"/>
        </pc:sldMkLst>
      </pc:sldChg>
      <pc:sldChg chg="addSp delSp modSp mod">
        <pc:chgData name="Pontus Wittenmark" userId="f735600e1fbeff6c" providerId="LiveId" clId="{A660E337-6AC8-4F1F-B4B9-CD4665AFA761}" dt="2021-04-08T11:58:47.601" v="404" actId="6549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AB0F5FDB-5177-4C96-AEE9-5D612B8B2CF5}"/>
    <pc:docChg chg="undo redo custSel delSld modSld">
      <pc:chgData name="Pontus Wittenmark" userId="f735600e1fbeff6c" providerId="LiveId" clId="{AB0F5FDB-5177-4C96-AEE9-5D612B8B2CF5}" dt="2020-04-06T09:44:54.069" v="26" actId="1076"/>
      <pc:docMkLst>
        <pc:docMk/>
      </pc:docMkLst>
      <pc:sldChg chg="del">
        <pc:chgData name="Pontus Wittenmark" userId="f735600e1fbeff6c" providerId="LiveId" clId="{AB0F5FDB-5177-4C96-AEE9-5D612B8B2CF5}" dt="2020-04-06T07:00:32.224" v="0" actId="47"/>
        <pc:sldMkLst>
          <pc:docMk/>
          <pc:sldMk cId="3255575799" sldId="288"/>
        </pc:sldMkLst>
      </pc:sldChg>
      <pc:sldChg chg="addSp delSp modSp">
        <pc:chgData name="Pontus Wittenmark" userId="f735600e1fbeff6c" providerId="LiveId" clId="{AB0F5FDB-5177-4C96-AEE9-5D612B8B2CF5}" dt="2020-04-06T09:44:54.069" v="26" actId="1076"/>
        <pc:sldMkLst>
          <pc:docMk/>
          <pc:sldMk cId="393454575" sldId="337"/>
        </pc:sldMkLst>
      </pc:sldChg>
      <pc:sldMasterChg chg="delSldLayout">
        <pc:chgData name="Pontus Wittenmark" userId="f735600e1fbeff6c" providerId="LiveId" clId="{AB0F5FDB-5177-4C96-AEE9-5D612B8B2CF5}" dt="2020-04-06T07:00:32.224" v="0" actId="47"/>
        <pc:sldMasterMkLst>
          <pc:docMk/>
          <pc:sldMasterMk cId="239589968" sldId="2147483688"/>
        </pc:sldMasterMkLst>
        <pc:sldLayoutChg chg="del">
          <pc:chgData name="Pontus Wittenmark" userId="f735600e1fbeff6c" providerId="LiveId" clId="{AB0F5FDB-5177-4C96-AEE9-5D612B8B2CF5}" dt="2020-04-06T07:00:32.224" v="0" actId="47"/>
          <pc:sldLayoutMkLst>
            <pc:docMk/>
            <pc:sldMasterMk cId="239589968" sldId="2147483688"/>
            <pc:sldLayoutMk cId="3401947039" sldId="2147483700"/>
          </pc:sldLayoutMkLst>
        </pc:sldLayoutChg>
      </pc:sldMasterChg>
    </pc:docChg>
  </pc:docChgLst>
  <pc:docChgLst>
    <pc:chgData name="Pontus Wittenmark" userId="f735600e1fbeff6c" providerId="LiveId" clId="{9906B20B-4E72-4B73-BE05-E9494A4E3ED6}"/>
    <pc:docChg chg="undo redo custSel addSld modSld">
      <pc:chgData name="Pontus Wittenmark" userId="f735600e1fbeff6c" providerId="LiveId" clId="{9906B20B-4E72-4B73-BE05-E9494A4E3ED6}" dt="2023-04-04T09:08:00.364" v="2023" actId="20577"/>
      <pc:docMkLst>
        <pc:docMk/>
      </pc:docMkLst>
      <pc:sldChg chg="modSp mod">
        <pc:chgData name="Pontus Wittenmark" userId="f735600e1fbeff6c" providerId="LiveId" clId="{9906B20B-4E72-4B73-BE05-E9494A4E3ED6}" dt="2023-04-04T09:03:18.828" v="1818" actId="6549"/>
        <pc:sldMkLst>
          <pc:docMk/>
          <pc:sldMk cId="1315404232" sldId="407"/>
        </pc:sldMkLst>
      </pc:sldChg>
      <pc:sldChg chg="addSp modSp mod">
        <pc:chgData name="Pontus Wittenmark" userId="f735600e1fbeff6c" providerId="LiveId" clId="{9906B20B-4E72-4B73-BE05-E9494A4E3ED6}" dt="2023-03-09T15:54:24.781" v="193" actId="14100"/>
        <pc:sldMkLst>
          <pc:docMk/>
          <pc:sldMk cId="2423880133" sldId="410"/>
        </pc:sldMkLst>
      </pc:sldChg>
      <pc:sldChg chg="delSp modSp mod">
        <pc:chgData name="Pontus Wittenmark" userId="f735600e1fbeff6c" providerId="LiveId" clId="{9906B20B-4E72-4B73-BE05-E9494A4E3ED6}" dt="2023-04-04T09:08:00.364" v="2023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9906B20B-4E72-4B73-BE05-E9494A4E3ED6}" dt="2023-03-29T13:56:10.927" v="649"/>
        <pc:sldMkLst>
          <pc:docMk/>
          <pc:sldMk cId="2668158109" sldId="419"/>
        </pc:sldMkLst>
      </pc:sldChg>
      <pc:sldChg chg="modSp mod">
        <pc:chgData name="Pontus Wittenmark" userId="f735600e1fbeff6c" providerId="LiveId" clId="{9906B20B-4E72-4B73-BE05-E9494A4E3ED6}" dt="2023-03-09T15:55:25.779" v="209" actId="114"/>
        <pc:sldMkLst>
          <pc:docMk/>
          <pc:sldMk cId="4103157441" sldId="420"/>
        </pc:sldMkLst>
      </pc:sldChg>
      <pc:sldChg chg="modSp add mod">
        <pc:chgData name="Pontus Wittenmark" userId="f735600e1fbeff6c" providerId="LiveId" clId="{9906B20B-4E72-4B73-BE05-E9494A4E3ED6}" dt="2023-03-09T15:42:20.201" v="37" actId="20577"/>
        <pc:sldMkLst>
          <pc:docMk/>
          <pc:sldMk cId="3239356316" sldId="421"/>
        </pc:sldMkLst>
      </pc:sldChg>
      <pc:sldChg chg="addSp delSp modSp add mod">
        <pc:chgData name="Pontus Wittenmark" userId="f735600e1fbeff6c" providerId="LiveId" clId="{9906B20B-4E72-4B73-BE05-E9494A4E3ED6}" dt="2023-04-04T09:07:29.109" v="2012" actId="20577"/>
        <pc:sldMkLst>
          <pc:docMk/>
          <pc:sldMk cId="1328821941" sldId="423"/>
        </pc:sldMkLst>
      </pc:sldChg>
    </pc:docChg>
  </pc:docChgLst>
  <pc:docChgLst>
    <pc:chgData name="Pontus Wittenmark" userId="f735600e1fbeff6c" providerId="LiveId" clId="{3F321023-3994-4067-9FA2-32C8DC07B270}"/>
    <pc:docChg chg="undo custSel modSld">
      <pc:chgData name="Pontus Wittenmark" userId="f735600e1fbeff6c" providerId="LiveId" clId="{3F321023-3994-4067-9FA2-32C8DC07B270}" dt="2021-09-10T11:27:46.964" v="798" actId="20577"/>
      <pc:docMkLst>
        <pc:docMk/>
      </pc:docMkLst>
      <pc:sldChg chg="modSp mod">
        <pc:chgData name="Pontus Wittenmark" userId="f735600e1fbeff6c" providerId="LiveId" clId="{3F321023-3994-4067-9FA2-32C8DC07B270}" dt="2021-09-09T12:53:54.253" v="24" actId="404"/>
        <pc:sldMkLst>
          <pc:docMk/>
          <pc:sldMk cId="3035958379" sldId="317"/>
        </pc:sldMkLst>
      </pc:sldChg>
      <pc:sldChg chg="modSp mod">
        <pc:chgData name="Pontus Wittenmark" userId="f735600e1fbeff6c" providerId="LiveId" clId="{3F321023-3994-4067-9FA2-32C8DC07B270}" dt="2021-09-09T12:52:59.027" v="19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19F98842-BDCD-41BA-AAFC-91584F0CCDF5}"/>
    <pc:docChg chg="undo redo custSel delSld modSld">
      <pc:chgData name="Pontus Wittenmark" userId="f735600e1fbeff6c" providerId="LiveId" clId="{19F98842-BDCD-41BA-AAFC-91584F0CCDF5}" dt="2023-08-24T13:08:49.202" v="2262" actId="20577"/>
      <pc:docMkLst>
        <pc:docMk/>
      </pc:docMkLst>
      <pc:sldChg chg="modSp mod">
        <pc:chgData name="Pontus Wittenmark" userId="f735600e1fbeff6c" providerId="LiveId" clId="{19F98842-BDCD-41BA-AAFC-91584F0CCDF5}" dt="2023-08-24T13:08:49.202" v="2262" actId="20577"/>
        <pc:sldMkLst>
          <pc:docMk/>
          <pc:sldMk cId="1538964893" sldId="294"/>
        </pc:sldMkLst>
      </pc:sldChg>
      <pc:sldChg chg="modSp mod">
        <pc:chgData name="Pontus Wittenmark" userId="f735600e1fbeff6c" providerId="LiveId" clId="{19F98842-BDCD-41BA-AAFC-91584F0CCDF5}" dt="2023-08-14T14:29:45.563" v="721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19F98842-BDCD-41BA-AAFC-91584F0CCDF5}" dt="2023-08-24T13:07:30.653" v="2246" actId="6549"/>
        <pc:sldMkLst>
          <pc:docMk/>
          <pc:sldMk cId="671297989" sldId="312"/>
        </pc:sldMkLst>
      </pc:sldChg>
      <pc:sldChg chg="modSp del mod">
        <pc:chgData name="Pontus Wittenmark" userId="f735600e1fbeff6c" providerId="LiveId" clId="{19F98842-BDCD-41BA-AAFC-91584F0CCDF5}" dt="2023-08-24T13:08:28.716" v="2258" actId="47"/>
        <pc:sldMkLst>
          <pc:docMk/>
          <pc:sldMk cId="1304216350" sldId="330"/>
        </pc:sldMkLst>
      </pc:sldChg>
      <pc:sldChg chg="addSp modSp mod">
        <pc:chgData name="Pontus Wittenmark" userId="f735600e1fbeff6c" providerId="LiveId" clId="{19F98842-BDCD-41BA-AAFC-91584F0CCDF5}" dt="2023-08-15T07:20:25.465" v="830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19F98842-BDCD-41BA-AAFC-91584F0CCDF5}" dt="2023-08-14T14:20:41.151" v="690" actId="20577"/>
        <pc:sldMkLst>
          <pc:docMk/>
          <pc:sldMk cId="956440930" sldId="341"/>
        </pc:sldMkLst>
      </pc:sldChg>
      <pc:sldChg chg="modSp mod">
        <pc:chgData name="Pontus Wittenmark" userId="f735600e1fbeff6c" providerId="LiveId" clId="{19F98842-BDCD-41BA-AAFC-91584F0CCDF5}" dt="2023-08-15T12:45:23.309" v="2245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19F98842-BDCD-41BA-AAFC-91584F0CCDF5}" dt="2023-08-14T12:32:56.009" v="4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19F98842-BDCD-41BA-AAFC-91584F0CCDF5}" dt="2023-08-24T13:07:52.064" v="2252" actId="6549"/>
        <pc:sldMkLst>
          <pc:docMk/>
          <pc:sldMk cId="2423880133" sldId="410"/>
        </pc:sldMkLst>
      </pc:sldChg>
      <pc:sldChg chg="addSp modSp mod">
        <pc:chgData name="Pontus Wittenmark" userId="f735600e1fbeff6c" providerId="LiveId" clId="{19F98842-BDCD-41BA-AAFC-91584F0CCDF5}" dt="2023-08-14T13:28:37.494" v="537" actId="1076"/>
        <pc:sldMkLst>
          <pc:docMk/>
          <pc:sldMk cId="1654011926" sldId="415"/>
        </pc:sldMkLst>
      </pc:sldChg>
      <pc:sldChg chg="modSp mod">
        <pc:chgData name="Pontus Wittenmark" userId="f735600e1fbeff6c" providerId="LiveId" clId="{19F98842-BDCD-41BA-AAFC-91584F0CCDF5}" dt="2023-08-24T13:07:40.848" v="2251" actId="20577"/>
        <pc:sldMkLst>
          <pc:docMk/>
          <pc:sldMk cId="352974217" sldId="418"/>
        </pc:sldMkLst>
      </pc:sldChg>
      <pc:sldChg chg="modSp mod">
        <pc:chgData name="Pontus Wittenmark" userId="f735600e1fbeff6c" providerId="LiveId" clId="{19F98842-BDCD-41BA-AAFC-91584F0CCDF5}" dt="2023-08-15T08:01:09.899" v="1111" actId="20577"/>
        <pc:sldMkLst>
          <pc:docMk/>
          <pc:sldMk cId="2668158109" sldId="419"/>
        </pc:sldMkLst>
      </pc:sldChg>
      <pc:sldChg chg="modSp mod">
        <pc:chgData name="Pontus Wittenmark" userId="f735600e1fbeff6c" providerId="LiveId" clId="{19F98842-BDCD-41BA-AAFC-91584F0CCDF5}" dt="2023-08-15T11:07:35.817" v="1198" actId="21"/>
        <pc:sldMkLst>
          <pc:docMk/>
          <pc:sldMk cId="2705811236" sldId="421"/>
        </pc:sldMkLst>
      </pc:sldChg>
      <pc:sldChg chg="modSp mod">
        <pc:chgData name="Pontus Wittenmark" userId="f735600e1fbeff6c" providerId="LiveId" clId="{19F98842-BDCD-41BA-AAFC-91584F0CCDF5}" dt="2023-08-15T08:02:57.155" v="1192" actId="115"/>
        <pc:sldMkLst>
          <pc:docMk/>
          <pc:sldMk cId="525050732" sldId="422"/>
        </pc:sldMkLst>
      </pc:sldChg>
      <pc:sldChg chg="addSp modSp mod">
        <pc:chgData name="Pontus Wittenmark" userId="f735600e1fbeff6c" providerId="LiveId" clId="{19F98842-BDCD-41BA-AAFC-91584F0CCDF5}" dt="2023-08-14T14:08:54.231" v="655" actId="20577"/>
        <pc:sldMkLst>
          <pc:docMk/>
          <pc:sldMk cId="1328821941" sldId="423"/>
        </pc:sldMkLst>
      </pc:sldChg>
    </pc:docChg>
  </pc:docChgLst>
  <pc:docChgLst>
    <pc:chgData name="Pontus Wittenmark" userId="f735600e1fbeff6c" providerId="LiveId" clId="{809A077D-433C-4A2A-A112-3A8E8BB81606}"/>
    <pc:docChg chg="undo custSel addSld delSld modSld sldOrd">
      <pc:chgData name="Pontus Wittenmark" userId="f735600e1fbeff6c" providerId="LiveId" clId="{809A077D-433C-4A2A-A112-3A8E8BB81606}" dt="2023-03-21T11:02:45.042" v="422" actId="20577"/>
      <pc:docMkLst>
        <pc:docMk/>
      </pc:docMkLst>
      <pc:sldChg chg="modSp mod">
        <pc:chgData name="Pontus Wittenmark" userId="f735600e1fbeff6c" providerId="LiveId" clId="{809A077D-433C-4A2A-A112-3A8E8BB81606}" dt="2023-03-21T09:11:16.117" v="161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809A077D-433C-4A2A-A112-3A8E8BB81606}" dt="2023-03-21T09:11:11.481" v="159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809A077D-433C-4A2A-A112-3A8E8BB81606}" dt="2023-03-21T11:02:45.042" v="422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809A077D-433C-4A2A-A112-3A8E8BB81606}" dt="2023-03-21T09:11:00.808" v="155" actId="20577"/>
        <pc:sldMkLst>
          <pc:docMk/>
          <pc:sldMk cId="2423880133" sldId="410"/>
        </pc:sldMkLst>
      </pc:sldChg>
      <pc:sldChg chg="modSp mod ord modShow">
        <pc:chgData name="Pontus Wittenmark" userId="f735600e1fbeff6c" providerId="LiveId" clId="{809A077D-433C-4A2A-A112-3A8E8BB81606}" dt="2023-03-21T10:55:44.852" v="409"/>
        <pc:sldMkLst>
          <pc:docMk/>
          <pc:sldMk cId="50324959" sldId="411"/>
        </pc:sldMkLst>
      </pc:sldChg>
      <pc:sldChg chg="del mod modShow">
        <pc:chgData name="Pontus Wittenmark" userId="f735600e1fbeff6c" providerId="LiveId" clId="{809A077D-433C-4A2A-A112-3A8E8BB81606}" dt="2023-03-21T09:12:02.951" v="172" actId="47"/>
        <pc:sldMkLst>
          <pc:docMk/>
          <pc:sldMk cId="1189139513" sldId="412"/>
        </pc:sldMkLst>
      </pc:sldChg>
      <pc:sldChg chg="modSp mod ord modShow">
        <pc:chgData name="Pontus Wittenmark" userId="f735600e1fbeff6c" providerId="LiveId" clId="{809A077D-433C-4A2A-A112-3A8E8BB81606}" dt="2023-03-21T10:55:44.852" v="409"/>
        <pc:sldMkLst>
          <pc:docMk/>
          <pc:sldMk cId="2085930035" sldId="413"/>
        </pc:sldMkLst>
      </pc:sldChg>
      <pc:sldChg chg="modSp mod">
        <pc:chgData name="Pontus Wittenmark" userId="f735600e1fbeff6c" providerId="LiveId" clId="{809A077D-433C-4A2A-A112-3A8E8BB81606}" dt="2023-03-21T09:11:06.264" v="157" actId="20577"/>
        <pc:sldMkLst>
          <pc:docMk/>
          <pc:sldMk cId="3278797115" sldId="414"/>
        </pc:sldMkLst>
      </pc:sldChg>
      <pc:sldChg chg="modSp mod">
        <pc:chgData name="Pontus Wittenmark" userId="f735600e1fbeff6c" providerId="LiveId" clId="{809A077D-433C-4A2A-A112-3A8E8BB81606}" dt="2023-03-21T09:11:23.847" v="163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809A077D-433C-4A2A-A112-3A8E8BB81606}" dt="2023-03-21T09:11:29.034" v="165" actId="20577"/>
        <pc:sldMkLst>
          <pc:docMk/>
          <pc:sldMk cId="2668158109" sldId="419"/>
        </pc:sldMkLst>
      </pc:sldChg>
      <pc:sldChg chg="modSp add mod modShow">
        <pc:chgData name="Pontus Wittenmark" userId="f735600e1fbeff6c" providerId="LiveId" clId="{809A077D-433C-4A2A-A112-3A8E8BB81606}" dt="2023-03-21T11:01:53.349" v="421" actId="403"/>
        <pc:sldMkLst>
          <pc:docMk/>
          <pc:sldMk cId="525050732" sldId="422"/>
        </pc:sldMkLst>
      </pc:sldChg>
    </pc:docChg>
  </pc:docChgLst>
  <pc:docChgLst>
    <pc:chgData name="Pontus Wittenmark" userId="f735600e1fbeff6c" providerId="LiveId" clId="{97041767-F4EB-4846-9231-D353CF7E8461}"/>
    <pc:docChg chg="undo custSel addSld delSld modSld sldOrd">
      <pc:chgData name="Pontus Wittenmark" userId="f735600e1fbeff6c" providerId="LiveId" clId="{97041767-F4EB-4846-9231-D353CF7E8461}" dt="2020-01-14T12:26:04.782" v="286"/>
      <pc:docMkLst>
        <pc:docMk/>
      </pc:docMkLst>
      <pc:sldChg chg="addSp delSp modSp">
        <pc:chgData name="Pontus Wittenmark" userId="f735600e1fbeff6c" providerId="LiveId" clId="{97041767-F4EB-4846-9231-D353CF7E8461}" dt="2019-12-12T10:11:50.308" v="5" actId="1076"/>
        <pc:sldMkLst>
          <pc:docMk/>
          <pc:sldMk cId="2760819910" sldId="293"/>
        </pc:sldMkLst>
      </pc:sldChg>
      <pc:sldChg chg="modSp">
        <pc:chgData name="Pontus Wittenmark" userId="f735600e1fbeff6c" providerId="LiveId" clId="{97041767-F4EB-4846-9231-D353CF7E8461}" dt="2019-12-19T12:13:31.528" v="280" actId="27636"/>
        <pc:sldMkLst>
          <pc:docMk/>
          <pc:sldMk cId="1538964893" sldId="294"/>
        </pc:sldMkLst>
      </pc:sldChg>
      <pc:sldChg chg="add">
        <pc:chgData name="Pontus Wittenmark" userId="f735600e1fbeff6c" providerId="LiveId" clId="{97041767-F4EB-4846-9231-D353CF7E8461}" dt="2020-01-14T12:25:26.103" v="282"/>
        <pc:sldMkLst>
          <pc:docMk/>
          <pc:sldMk cId="1151862316" sldId="295"/>
        </pc:sldMkLst>
      </pc:sldChg>
      <pc:sldChg chg="modSp">
        <pc:chgData name="Pontus Wittenmark" userId="f735600e1fbeff6c" providerId="LiveId" clId="{97041767-F4EB-4846-9231-D353CF7E8461}" dt="2019-12-16T12:51:08.774" v="268" actId="5793"/>
        <pc:sldMkLst>
          <pc:docMk/>
          <pc:sldMk cId="1168120925" sldId="304"/>
        </pc:sldMkLst>
      </pc:sldChg>
      <pc:sldChg chg="del">
        <pc:chgData name="Pontus Wittenmark" userId="f735600e1fbeff6c" providerId="LiveId" clId="{97041767-F4EB-4846-9231-D353CF7E8461}" dt="2019-12-19T12:13:39.907" v="281" actId="47"/>
        <pc:sldMkLst>
          <pc:docMk/>
          <pc:sldMk cId="3334304835" sldId="316"/>
        </pc:sldMkLst>
      </pc:sldChg>
      <pc:sldChg chg="modSp">
        <pc:chgData name="Pontus Wittenmark" userId="f735600e1fbeff6c" providerId="LiveId" clId="{97041767-F4EB-4846-9231-D353CF7E8461}" dt="2019-12-16T09:09:57.951" v="7" actId="20577"/>
        <pc:sldMkLst>
          <pc:docMk/>
          <pc:sldMk cId="2919865422" sldId="327"/>
        </pc:sldMkLst>
      </pc:sldChg>
      <pc:sldChg chg="modSp">
        <pc:chgData name="Pontus Wittenmark" userId="f735600e1fbeff6c" providerId="LiveId" clId="{97041767-F4EB-4846-9231-D353CF7E8461}" dt="2019-12-16T15:10:27.412" v="278" actId="27636"/>
        <pc:sldMkLst>
          <pc:docMk/>
          <pc:sldMk cId="2624165222" sldId="343"/>
        </pc:sldMkLst>
      </pc:sldChg>
      <pc:sldChg chg="ord">
        <pc:chgData name="Pontus Wittenmark" userId="f735600e1fbeff6c" providerId="LiveId" clId="{97041767-F4EB-4846-9231-D353CF7E8461}" dt="2020-01-14T12:25:51.550" v="284"/>
        <pc:sldMkLst>
          <pc:docMk/>
          <pc:sldMk cId="2607175503" sldId="347"/>
        </pc:sldMkLst>
      </pc:sldChg>
      <pc:sldChg chg="modSp add ord">
        <pc:chgData name="Pontus Wittenmark" userId="f735600e1fbeff6c" providerId="LiveId" clId="{97041767-F4EB-4846-9231-D353CF7E8461}" dt="2020-01-14T12:26:04.782" v="286"/>
        <pc:sldMkLst>
          <pc:docMk/>
          <pc:sldMk cId="3901861638" sldId="358"/>
        </pc:sldMkLst>
      </pc:sldChg>
    </pc:docChg>
  </pc:docChgLst>
  <pc:docChgLst>
    <pc:chgData name="Pontus Wittenmark" userId="f735600e1fbeff6c" providerId="LiveId" clId="{B4A2426A-9823-4534-9C03-4F78F5854368}"/>
    <pc:docChg chg="undo redo custSel addSld delSld modSld">
      <pc:chgData name="Pontus Wittenmark" userId="f735600e1fbeff6c" providerId="LiveId" clId="{B4A2426A-9823-4534-9C03-4F78F5854368}" dt="2019-04-30T09:38:34.698" v="870" actId="20577"/>
      <pc:docMkLst>
        <pc:docMk/>
      </pc:docMkLst>
      <pc:sldChg chg="modSp">
        <pc:chgData name="Pontus Wittenmark" userId="f735600e1fbeff6c" providerId="LiveId" clId="{B4A2426A-9823-4534-9C03-4F78F5854368}" dt="2019-04-25T12:58:57.561" v="862" actId="27636"/>
        <pc:sldMkLst>
          <pc:docMk/>
          <pc:sldMk cId="1538964893" sldId="294"/>
        </pc:sldMkLst>
      </pc:sldChg>
      <pc:sldChg chg="modSp">
        <pc:chgData name="Pontus Wittenmark" userId="f735600e1fbeff6c" providerId="LiveId" clId="{B4A2426A-9823-4534-9C03-4F78F5854368}" dt="2019-04-10T12:34:13.906" v="858" actId="20577"/>
        <pc:sldMkLst>
          <pc:docMk/>
          <pc:sldMk cId="2624165222" sldId="343"/>
        </pc:sldMkLst>
      </pc:sldChg>
      <pc:sldChg chg="modSp del">
        <pc:chgData name="Pontus Wittenmark" userId="f735600e1fbeff6c" providerId="LiveId" clId="{B4A2426A-9823-4534-9C03-4F78F5854368}" dt="2019-04-30T09:38:22.194" v="867" actId="2696"/>
        <pc:sldMkLst>
          <pc:docMk/>
          <pc:sldMk cId="3534221174" sldId="344"/>
        </pc:sldMkLst>
      </pc:sldChg>
      <pc:sldChg chg="modSp add">
        <pc:chgData name="Pontus Wittenmark" userId="f735600e1fbeff6c" providerId="LiveId" clId="{B4A2426A-9823-4534-9C03-4F78F5854368}" dt="2019-04-30T09:38:34.698" v="870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99B729A5-DF74-4AE2-B4F0-D25F67A38089}"/>
    <pc:docChg chg="undo redo custSel addSld delSld modSld">
      <pc:chgData name="Pontus Wittenmark" userId="f735600e1fbeff6c" providerId="LiveId" clId="{99B729A5-DF74-4AE2-B4F0-D25F67A38089}" dt="2022-01-21T15:16:21.378" v="447" actId="47"/>
      <pc:docMkLst>
        <pc:docMk/>
      </pc:docMkLst>
      <pc:sldChg chg="modSp mod">
        <pc:chgData name="Pontus Wittenmark" userId="f735600e1fbeff6c" providerId="LiveId" clId="{99B729A5-DF74-4AE2-B4F0-D25F67A38089}" dt="2021-12-20T13:23:13.721" v="1" actId="20577"/>
        <pc:sldMkLst>
          <pc:docMk/>
          <pc:sldMk cId="2760819910" sldId="293"/>
        </pc:sldMkLst>
      </pc:sldChg>
      <pc:sldChg chg="modSp mod">
        <pc:chgData name="Pontus Wittenmark" userId="f735600e1fbeff6c" providerId="LiveId" clId="{99B729A5-DF74-4AE2-B4F0-D25F67A38089}" dt="2021-12-20T13:56:01.296" v="136" actId="27636"/>
        <pc:sldMkLst>
          <pc:docMk/>
          <pc:sldMk cId="1538964893" sldId="294"/>
        </pc:sldMkLst>
      </pc:sldChg>
      <pc:sldChg chg="modSp mod">
        <pc:chgData name="Pontus Wittenmark" userId="f735600e1fbeff6c" providerId="LiveId" clId="{99B729A5-DF74-4AE2-B4F0-D25F67A38089}" dt="2022-01-21T15:16:18.610" v="446" actId="20577"/>
        <pc:sldMkLst>
          <pc:docMk/>
          <pc:sldMk cId="1151862316" sldId="295"/>
        </pc:sldMkLst>
      </pc:sldChg>
      <pc:sldChg chg="addSp delSp modSp mod">
        <pc:chgData name="Pontus Wittenmark" userId="f735600e1fbeff6c" providerId="LiveId" clId="{99B729A5-DF74-4AE2-B4F0-D25F67A38089}" dt="2021-12-20T14:22:59.977" v="304" actId="14100"/>
        <pc:sldMkLst>
          <pc:docMk/>
          <pc:sldMk cId="3302314947" sldId="311"/>
        </pc:sldMkLst>
      </pc:sldChg>
      <pc:sldChg chg="addSp delSp modSp mod">
        <pc:chgData name="Pontus Wittenmark" userId="f735600e1fbeff6c" providerId="LiveId" clId="{99B729A5-DF74-4AE2-B4F0-D25F67A38089}" dt="2021-12-20T14:23:22.445" v="316" actId="20577"/>
        <pc:sldMkLst>
          <pc:docMk/>
          <pc:sldMk cId="3875752741" sldId="313"/>
        </pc:sldMkLst>
      </pc:sldChg>
      <pc:sldChg chg="addSp delSp modSp mod">
        <pc:chgData name="Pontus Wittenmark" userId="f735600e1fbeff6c" providerId="LiveId" clId="{99B729A5-DF74-4AE2-B4F0-D25F67A38089}" dt="2021-12-20T13:56:34.078" v="139" actId="20577"/>
        <pc:sldMkLst>
          <pc:docMk/>
          <pc:sldMk cId="1501259958" sldId="314"/>
        </pc:sldMkLst>
      </pc:sldChg>
      <pc:sldChg chg="addSp delSp modSp mod">
        <pc:chgData name="Pontus Wittenmark" userId="f735600e1fbeff6c" providerId="LiveId" clId="{99B729A5-DF74-4AE2-B4F0-D25F67A38089}" dt="2021-12-20T14:23:17.647" v="312" actId="20577"/>
        <pc:sldMkLst>
          <pc:docMk/>
          <pc:sldMk cId="3035958379" sldId="317"/>
        </pc:sldMkLst>
      </pc:sldChg>
      <pc:sldChg chg="del">
        <pc:chgData name="Pontus Wittenmark" userId="f735600e1fbeff6c" providerId="LiveId" clId="{99B729A5-DF74-4AE2-B4F0-D25F67A38089}" dt="2021-12-20T13:55:56.763" v="134" actId="47"/>
        <pc:sldMkLst>
          <pc:docMk/>
          <pc:sldMk cId="2943542160" sldId="321"/>
        </pc:sldMkLst>
      </pc:sldChg>
      <pc:sldChg chg="addSp delSp modSp mod">
        <pc:chgData name="Pontus Wittenmark" userId="f735600e1fbeff6c" providerId="LiveId" clId="{99B729A5-DF74-4AE2-B4F0-D25F67A38089}" dt="2021-12-20T14:23:11.885" v="308" actId="20577"/>
        <pc:sldMkLst>
          <pc:docMk/>
          <pc:sldMk cId="1304216350" sldId="330"/>
        </pc:sldMkLst>
      </pc:sldChg>
      <pc:sldChg chg="addSp delSp modSp mod">
        <pc:chgData name="Pontus Wittenmark" userId="f735600e1fbeff6c" providerId="LiveId" clId="{99B729A5-DF74-4AE2-B4F0-D25F67A38089}" dt="2021-12-20T16:28:46.688" v="328" actId="6549"/>
        <pc:sldMkLst>
          <pc:docMk/>
          <pc:sldMk cId="393454575" sldId="337"/>
        </pc:sldMkLst>
      </pc:sldChg>
      <pc:sldChg chg="addSp delSp modSp mod">
        <pc:chgData name="Pontus Wittenmark" userId="f735600e1fbeff6c" providerId="LiveId" clId="{99B729A5-DF74-4AE2-B4F0-D25F67A38089}" dt="2021-12-20T13:55:33.813" v="133" actId="20577"/>
        <pc:sldMkLst>
          <pc:docMk/>
          <pc:sldMk cId="607159060" sldId="342"/>
        </pc:sldMkLst>
      </pc:sldChg>
      <pc:sldChg chg="modSp add mod">
        <pc:chgData name="Pontus Wittenmark" userId="f735600e1fbeff6c" providerId="LiveId" clId="{99B729A5-DF74-4AE2-B4F0-D25F67A38089}" dt="2021-12-20T16:32:44.704" v="406" actId="20577"/>
        <pc:sldMkLst>
          <pc:docMk/>
          <pc:sldMk cId="964122859" sldId="396"/>
        </pc:sldMkLst>
      </pc:sldChg>
      <pc:sldChg chg="modSp add del mod">
        <pc:chgData name="Pontus Wittenmark" userId="f735600e1fbeff6c" providerId="LiveId" clId="{99B729A5-DF74-4AE2-B4F0-D25F67A38089}" dt="2022-01-21T15:16:21.378" v="447" actId="47"/>
        <pc:sldMkLst>
          <pc:docMk/>
          <pc:sldMk cId="2607698769" sldId="398"/>
        </pc:sldMkLst>
      </pc:sldChg>
      <pc:sldChg chg="modSp add mod">
        <pc:chgData name="Pontus Wittenmark" userId="f735600e1fbeff6c" providerId="LiveId" clId="{99B729A5-DF74-4AE2-B4F0-D25F67A38089}" dt="2021-12-20T16:32:35.533" v="400" actId="20577"/>
        <pc:sldMkLst>
          <pc:docMk/>
          <pc:sldMk cId="541674819" sldId="405"/>
        </pc:sldMkLst>
      </pc:sldChg>
    </pc:docChg>
  </pc:docChgLst>
  <pc:docChgLst>
    <pc:chgData name="Pontus Wittenmark" userId="f735600e1fbeff6c" providerId="LiveId" clId="{B93A7E58-32F2-41D8-B729-5FF3BD9E7064}"/>
    <pc:docChg chg="undo redo custSel addSld delSld modSld sldOrd">
      <pc:chgData name="Pontus Wittenmark" userId="f735600e1fbeff6c" providerId="LiveId" clId="{B93A7E58-32F2-41D8-B729-5FF3BD9E7064}" dt="2023-03-10T09:52:49.306" v="1095" actId="20577"/>
      <pc:docMkLst>
        <pc:docMk/>
      </pc:docMkLst>
      <pc:sldChg chg="modSp mod">
        <pc:chgData name="Pontus Wittenmark" userId="f735600e1fbeff6c" providerId="LiveId" clId="{B93A7E58-32F2-41D8-B729-5FF3BD9E7064}" dt="2023-03-09T16:41:49.421" v="906"/>
        <pc:sldMkLst>
          <pc:docMk/>
          <pc:sldMk cId="1538964893" sldId="294"/>
        </pc:sldMkLst>
      </pc:sldChg>
      <pc:sldChg chg="modSp mod">
        <pc:chgData name="Pontus Wittenmark" userId="f735600e1fbeff6c" providerId="LiveId" clId="{B93A7E58-32F2-41D8-B729-5FF3BD9E7064}" dt="2023-03-09T14:55:40.577" v="565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B93A7E58-32F2-41D8-B729-5FF3BD9E7064}" dt="2023-03-09T15:07:11.004" v="584" actId="6549"/>
        <pc:sldMkLst>
          <pc:docMk/>
          <pc:sldMk cId="956440930" sldId="341"/>
        </pc:sldMkLst>
      </pc:sldChg>
      <pc:sldChg chg="modSp mod">
        <pc:chgData name="Pontus Wittenmark" userId="f735600e1fbeff6c" providerId="LiveId" clId="{B93A7E58-32F2-41D8-B729-5FF3BD9E7064}" dt="2023-03-09T13:31:24.624" v="4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B93A7E58-32F2-41D8-B729-5FF3BD9E7064}" dt="2023-03-09T15:12:04.320" v="624" actId="15"/>
        <pc:sldMkLst>
          <pc:docMk/>
          <pc:sldMk cId="3504490689" sldId="346"/>
        </pc:sldMkLst>
      </pc:sldChg>
      <pc:sldChg chg="modSp mod ord">
        <pc:chgData name="Pontus Wittenmark" userId="f735600e1fbeff6c" providerId="LiveId" clId="{B93A7E58-32F2-41D8-B729-5FF3BD9E7064}" dt="2023-03-09T14:11:31.385" v="332"/>
        <pc:sldMkLst>
          <pc:docMk/>
          <pc:sldMk cId="1315404232" sldId="407"/>
        </pc:sldMkLst>
      </pc:sldChg>
      <pc:sldChg chg="modSp mod">
        <pc:chgData name="Pontus Wittenmark" userId="f735600e1fbeff6c" providerId="LiveId" clId="{B93A7E58-32F2-41D8-B729-5FF3BD9E7064}" dt="2023-03-10T09:52:49.306" v="1095" actId="20577"/>
        <pc:sldMkLst>
          <pc:docMk/>
          <pc:sldMk cId="1189139513" sldId="412"/>
        </pc:sldMkLst>
      </pc:sldChg>
      <pc:sldChg chg="modSp mod">
        <pc:chgData name="Pontus Wittenmark" userId="f735600e1fbeff6c" providerId="LiveId" clId="{B93A7E58-32F2-41D8-B729-5FF3BD9E7064}" dt="2023-03-09T15:12:38.386" v="641" actId="20577"/>
        <pc:sldMkLst>
          <pc:docMk/>
          <pc:sldMk cId="352974217" sldId="418"/>
        </pc:sldMkLst>
      </pc:sldChg>
      <pc:sldChg chg="addSp delSp modSp mod">
        <pc:chgData name="Pontus Wittenmark" userId="f735600e1fbeff6c" providerId="LiveId" clId="{B93A7E58-32F2-41D8-B729-5FF3BD9E7064}" dt="2023-03-09T16:41:29.657" v="902" actId="22"/>
        <pc:sldMkLst>
          <pc:docMk/>
          <pc:sldMk cId="2668158109" sldId="419"/>
        </pc:sldMkLst>
      </pc:sldChg>
      <pc:sldChg chg="delSp modSp add del mod">
        <pc:chgData name="Pontus Wittenmark" userId="f735600e1fbeff6c" providerId="LiveId" clId="{B93A7E58-32F2-41D8-B729-5FF3BD9E7064}" dt="2023-03-09T16:44:03.960" v="908" actId="47"/>
        <pc:sldMkLst>
          <pc:docMk/>
          <pc:sldMk cId="4103157441" sldId="420"/>
        </pc:sldMkLst>
      </pc:sldChg>
      <pc:sldChg chg="modSp add del mod">
        <pc:chgData name="Pontus Wittenmark" userId="f735600e1fbeff6c" providerId="LiveId" clId="{B93A7E58-32F2-41D8-B729-5FF3BD9E7064}" dt="2023-03-09T15:39:22.262" v="841" actId="47"/>
        <pc:sldMkLst>
          <pc:docMk/>
          <pc:sldMk cId="758204104" sldId="421"/>
        </pc:sldMkLst>
      </pc:sldChg>
      <pc:sldChg chg="add">
        <pc:chgData name="Pontus Wittenmark" userId="f735600e1fbeff6c" providerId="LiveId" clId="{B93A7E58-32F2-41D8-B729-5FF3BD9E7064}" dt="2023-03-09T16:44:02.461" v="907"/>
        <pc:sldMkLst>
          <pc:docMk/>
          <pc:sldMk cId="2705811236" sldId="421"/>
        </pc:sldMkLst>
      </pc:sldChg>
      <pc:sldChg chg="del">
        <pc:chgData name="Pontus Wittenmark" userId="f735600e1fbeff6c" providerId="LiveId" clId="{B93A7E58-32F2-41D8-B729-5FF3BD9E7064}" dt="2023-03-09T15:57:16.298" v="842" actId="47"/>
        <pc:sldMkLst>
          <pc:docMk/>
          <pc:sldMk cId="3239356316" sldId="421"/>
        </pc:sldMkLst>
      </pc:sldChg>
    </pc:docChg>
  </pc:docChgLst>
  <pc:docChgLst>
    <pc:chgData name="Pontus Wittenmark" userId="f735600e1fbeff6c" providerId="LiveId" clId="{2E8EAA39-A6B0-47EA-824B-0BD3FCC80501}"/>
    <pc:docChg chg="undo custSel modSld">
      <pc:chgData name="Pontus Wittenmark" userId="f735600e1fbeff6c" providerId="LiveId" clId="{2E8EAA39-A6B0-47EA-824B-0BD3FCC80501}" dt="2022-12-08T09:44:56.393" v="38" actId="20577"/>
      <pc:docMkLst>
        <pc:docMk/>
      </pc:docMkLst>
    </pc:docChg>
  </pc:docChgLst>
  <pc:docChgLst>
    <pc:chgData name="Pontus Wittenmark" userId="f735600e1fbeff6c" providerId="LiveId" clId="{2C765CC6-85F2-4E8B-BF7B-35F7D74B2498}"/>
    <pc:docChg chg="undo custSel addSld delSld modSld">
      <pc:chgData name="Pontus Wittenmark" userId="f735600e1fbeff6c" providerId="LiveId" clId="{2C765CC6-85F2-4E8B-BF7B-35F7D74B2498}" dt="2024-11-15T11:34:58.717" v="749" actId="1076"/>
      <pc:docMkLst>
        <pc:docMk/>
      </pc:docMkLst>
      <pc:sldChg chg="modSp mod">
        <pc:chgData name="Pontus Wittenmark" userId="f735600e1fbeff6c" providerId="LiveId" clId="{2C765CC6-85F2-4E8B-BF7B-35F7D74B2498}" dt="2024-11-13T10:44:42.412" v="650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2C765CC6-85F2-4E8B-BF7B-35F7D74B2498}" dt="2024-11-13T10:16:21.948" v="169" actId="1076"/>
        <pc:sldMkLst>
          <pc:docMk/>
          <pc:sldMk cId="3302314947" sldId="311"/>
        </pc:sldMkLst>
      </pc:sldChg>
      <pc:sldChg chg="modSp mod">
        <pc:chgData name="Pontus Wittenmark" userId="f735600e1fbeff6c" providerId="LiveId" clId="{2C765CC6-85F2-4E8B-BF7B-35F7D74B2498}" dt="2024-11-13T09:43:43.869" v="146" actId="404"/>
        <pc:sldMkLst>
          <pc:docMk/>
          <pc:sldMk cId="3035958379" sldId="317"/>
        </pc:sldMkLst>
      </pc:sldChg>
      <pc:sldChg chg="modSp mod">
        <pc:chgData name="Pontus Wittenmark" userId="f735600e1fbeff6c" providerId="LiveId" clId="{2C765CC6-85F2-4E8B-BF7B-35F7D74B2498}" dt="2024-11-13T09:46:07.948" v="147" actId="404"/>
        <pc:sldMkLst>
          <pc:docMk/>
          <pc:sldMk cId="956440930" sldId="341"/>
        </pc:sldMkLst>
      </pc:sldChg>
      <pc:sldChg chg="modSp mod">
        <pc:chgData name="Pontus Wittenmark" userId="f735600e1fbeff6c" providerId="LiveId" clId="{2C765CC6-85F2-4E8B-BF7B-35F7D74B2498}" dt="2024-11-15T11:34:58.717" v="749" actId="1076"/>
        <pc:sldMkLst>
          <pc:docMk/>
          <pc:sldMk cId="304167356" sldId="342"/>
        </pc:sldMkLst>
      </pc:sldChg>
      <pc:sldChg chg="modSp mod">
        <pc:chgData name="Pontus Wittenmark" userId="f735600e1fbeff6c" providerId="LiveId" clId="{2C765CC6-85F2-4E8B-BF7B-35F7D74B2498}" dt="2024-11-13T09:10:37.416" v="32" actId="404"/>
        <pc:sldMkLst>
          <pc:docMk/>
          <pc:sldMk cId="2423880133" sldId="410"/>
        </pc:sldMkLst>
      </pc:sldChg>
      <pc:sldChg chg="modSp mod">
        <pc:chgData name="Pontus Wittenmark" userId="f735600e1fbeff6c" providerId="LiveId" clId="{2C765CC6-85F2-4E8B-BF7B-35F7D74B2498}" dt="2024-11-13T09:10:31.472" v="31" actId="1076"/>
        <pc:sldMkLst>
          <pc:docMk/>
          <pc:sldMk cId="3278797115" sldId="414"/>
        </pc:sldMkLst>
      </pc:sldChg>
      <pc:sldChg chg="modSp mod">
        <pc:chgData name="Pontus Wittenmark" userId="f735600e1fbeff6c" providerId="LiveId" clId="{2C765CC6-85F2-4E8B-BF7B-35F7D74B2498}" dt="2024-11-13T10:26:28.460" v="452" actId="404"/>
        <pc:sldMkLst>
          <pc:docMk/>
          <pc:sldMk cId="1654011926" sldId="415"/>
        </pc:sldMkLst>
      </pc:sldChg>
      <pc:sldChg chg="modSp mod">
        <pc:chgData name="Pontus Wittenmark" userId="f735600e1fbeff6c" providerId="LiveId" clId="{2C765CC6-85F2-4E8B-BF7B-35F7D74B2498}" dt="2024-11-13T10:21:00.464" v="213" actId="20577"/>
        <pc:sldMkLst>
          <pc:docMk/>
          <pc:sldMk cId="2668158109" sldId="419"/>
        </pc:sldMkLst>
      </pc:sldChg>
      <pc:sldChg chg="del">
        <pc:chgData name="Pontus Wittenmark" userId="f735600e1fbeff6c" providerId="LiveId" clId="{2C765CC6-85F2-4E8B-BF7B-35F7D74B2498}" dt="2024-11-13T10:21:45.608" v="242" actId="47"/>
        <pc:sldMkLst>
          <pc:docMk/>
          <pc:sldMk cId="2705811236" sldId="421"/>
        </pc:sldMkLst>
      </pc:sldChg>
      <pc:sldChg chg="modSp mod">
        <pc:chgData name="Pontus Wittenmark" userId="f735600e1fbeff6c" providerId="LiveId" clId="{2C765CC6-85F2-4E8B-BF7B-35F7D74B2498}" dt="2024-11-13T10:25:34.360" v="451" actId="404"/>
        <pc:sldMkLst>
          <pc:docMk/>
          <pc:sldMk cId="525050732" sldId="422"/>
        </pc:sldMkLst>
      </pc:sldChg>
      <pc:sldChg chg="modSp mod">
        <pc:chgData name="Pontus Wittenmark" userId="f735600e1fbeff6c" providerId="LiveId" clId="{2C765CC6-85F2-4E8B-BF7B-35F7D74B2498}" dt="2024-11-13T10:28:24.219" v="597" actId="20577"/>
        <pc:sldMkLst>
          <pc:docMk/>
          <pc:sldMk cId="1328821941" sldId="423"/>
        </pc:sldMkLst>
      </pc:sldChg>
      <pc:sldChg chg="delSp modSp add mod">
        <pc:chgData name="Pontus Wittenmark" userId="f735600e1fbeff6c" providerId="LiveId" clId="{2C765CC6-85F2-4E8B-BF7B-35F7D74B2498}" dt="2024-11-13T10:49:44.491" v="743" actId="11"/>
        <pc:sldMkLst>
          <pc:docMk/>
          <pc:sldMk cId="212752607" sldId="425"/>
        </pc:sldMkLst>
      </pc:sldChg>
    </pc:docChg>
  </pc:docChgLst>
  <pc:docChgLst>
    <pc:chgData name="Pontus Wittenmark" userId="f735600e1fbeff6c" providerId="LiveId" clId="{98F7BB52-218B-473A-9B24-BF0C249DED01}"/>
    <pc:docChg chg="modSld">
      <pc:chgData name="Pontus Wittenmark" userId="f735600e1fbeff6c" providerId="LiveId" clId="{98F7BB52-218B-473A-9B24-BF0C249DED01}" dt="2022-09-14T13:09:40.716" v="0" actId="20577"/>
      <pc:docMkLst>
        <pc:docMk/>
      </pc:docMkLst>
      <pc:sldChg chg="modSp mod">
        <pc:chgData name="Pontus Wittenmark" userId="f735600e1fbeff6c" providerId="LiveId" clId="{98F7BB52-218B-473A-9B24-BF0C249DED01}" dt="2022-09-14T13:09:40.716" v="0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1E121612-6192-481C-AEBF-3B93C6DA2066}"/>
    <pc:docChg chg="modSld">
      <pc:chgData name="Pontus Wittenmark" userId="f735600e1fbeff6c" providerId="LiveId" clId="{1E121612-6192-481C-AEBF-3B93C6DA2066}" dt="2025-04-28T11:37:34.934" v="130" actId="20577"/>
      <pc:docMkLst>
        <pc:docMk/>
      </pc:docMkLst>
      <pc:sldChg chg="modSp mod">
        <pc:chgData name="Pontus Wittenmark" userId="f735600e1fbeff6c" providerId="LiveId" clId="{1E121612-6192-481C-AEBF-3B93C6DA2066}" dt="2025-04-28T11:37:34.934" v="130" actId="20577"/>
        <pc:sldMkLst>
          <pc:docMk/>
          <pc:sldMk cId="2668158109" sldId="419"/>
        </pc:sldMkLst>
        <pc:spChg chg="mod">
          <ac:chgData name="Pontus Wittenmark" userId="f735600e1fbeff6c" providerId="LiveId" clId="{1E121612-6192-481C-AEBF-3B93C6DA2066}" dt="2025-04-28T11:37:34.934" v="130" actId="20577"/>
          <ac:spMkLst>
            <pc:docMk/>
            <pc:sldMk cId="2668158109" sldId="419"/>
            <ac:spMk id="6" creationId="{A1D6819C-0A4B-D9C6-D000-E08D36902F81}"/>
          </ac:spMkLst>
        </pc:spChg>
      </pc:sldChg>
    </pc:docChg>
  </pc:docChgLst>
  <pc:docChgLst>
    <pc:chgData name="Håkan Johansson" userId="5643825a9f286b75" providerId="Windows Live" clId="Web-{1060E760-5DF2-6061-27B0-904164515CF5}"/>
    <pc:docChg chg="addSld delSld">
      <pc:chgData name="Håkan Johansson" userId="5643825a9f286b75" providerId="Windows Live" clId="Web-{1060E760-5DF2-6061-27B0-904164515CF5}" dt="2025-06-02T11:56:24.370" v="1"/>
      <pc:docMkLst>
        <pc:docMk/>
      </pc:docMkLst>
      <pc:sldChg chg="new del">
        <pc:chgData name="Håkan Johansson" userId="5643825a9f286b75" providerId="Windows Live" clId="Web-{1060E760-5DF2-6061-27B0-904164515CF5}" dt="2025-06-02T11:56:24.370" v="1"/>
        <pc:sldMkLst>
          <pc:docMk/>
          <pc:sldMk cId="2647933659" sldId="431"/>
        </pc:sldMkLst>
      </pc:sldChg>
    </pc:docChg>
  </pc:docChgLst>
  <pc:docChgLst>
    <pc:chgData name="Pontus Wittenmark" userId="f735600e1fbeff6c" providerId="LiveId" clId="{E3E463DF-E051-45BE-909B-D63CA0D3CECC}"/>
    <pc:docChg chg="undo custSel addSld delSld modSld">
      <pc:chgData name="Pontus Wittenmark" userId="f735600e1fbeff6c" providerId="LiveId" clId="{E3E463DF-E051-45BE-909B-D63CA0D3CECC}" dt="2022-09-15T11:29:46.048" v="307" actId="20577"/>
      <pc:docMkLst>
        <pc:docMk/>
      </pc:docMkLst>
      <pc:sldChg chg="modSp mod">
        <pc:chgData name="Pontus Wittenmark" userId="f735600e1fbeff6c" providerId="LiveId" clId="{E3E463DF-E051-45BE-909B-D63CA0D3CECC}" dt="2022-09-14T14:52:43.542" v="19" actId="20577"/>
        <pc:sldMkLst>
          <pc:docMk/>
          <pc:sldMk cId="956440930" sldId="341"/>
        </pc:sldMkLst>
      </pc:sldChg>
      <pc:sldChg chg="modSp del mod">
        <pc:chgData name="Pontus Wittenmark" userId="f735600e1fbeff6c" providerId="LiveId" clId="{E3E463DF-E051-45BE-909B-D63CA0D3CECC}" dt="2022-09-15T07:25:11.065" v="21" actId="47"/>
        <pc:sldMkLst>
          <pc:docMk/>
          <pc:sldMk cId="2607175503" sldId="347"/>
        </pc:sldMkLst>
      </pc:sldChg>
      <pc:sldChg chg="modSp add mod">
        <pc:chgData name="Pontus Wittenmark" userId="f735600e1fbeff6c" providerId="LiveId" clId="{E3E463DF-E051-45BE-909B-D63CA0D3CECC}" dt="2022-09-15T07:29:10.095" v="282" actId="20577"/>
        <pc:sldMkLst>
          <pc:docMk/>
          <pc:sldMk cId="1477622852" sldId="409"/>
        </pc:sldMkLst>
      </pc:sldChg>
    </pc:docChg>
  </pc:docChgLst>
  <pc:docChgLst>
    <pc:chgData name="Pontus Wittenmark" userId="f735600e1fbeff6c" providerId="LiveId" clId="{86985218-5240-4B36-BE45-274A38DD4861}"/>
    <pc:docChg chg="undo custSel modSld">
      <pc:chgData name="Pontus Wittenmark" userId="f735600e1fbeff6c" providerId="LiveId" clId="{86985218-5240-4B36-BE45-274A38DD4861}" dt="2024-11-05T12:16:21.459" v="2" actId="1076"/>
      <pc:docMkLst>
        <pc:docMk/>
      </pc:docMkLst>
    </pc:docChg>
  </pc:docChgLst>
  <pc:docChgLst>
    <pc:chgData name="Pontus Wittenmark" userId="f735600e1fbeff6c" providerId="LiveId" clId="{2BD5D392-D7DF-4129-A2E4-CA338AB4C198}"/>
    <pc:docChg chg="undo custSel delSld modSld sldOrd">
      <pc:chgData name="Pontus Wittenmark" userId="f735600e1fbeff6c" providerId="LiveId" clId="{2BD5D392-D7DF-4129-A2E4-CA338AB4C198}" dt="2025-06-02T09:50:01.500" v="376" actId="20577"/>
      <pc:docMkLst>
        <pc:docMk/>
      </pc:docMkLst>
      <pc:sldChg chg="modSp mod">
        <pc:chgData name="Pontus Wittenmark" userId="f735600e1fbeff6c" providerId="LiveId" clId="{2BD5D392-D7DF-4129-A2E4-CA338AB4C198}" dt="2025-06-02T09:04:49.526" v="146" actId="20577"/>
        <pc:sldMkLst>
          <pc:docMk/>
          <pc:sldMk cId="1538964893" sldId="294"/>
        </pc:sldMkLst>
        <pc:spChg chg="mod">
          <ac:chgData name="Pontus Wittenmark" userId="f735600e1fbeff6c" providerId="LiveId" clId="{2BD5D392-D7DF-4129-A2E4-CA338AB4C198}" dt="2025-06-02T09:04:49.526" v="146" actId="20577"/>
          <ac:spMkLst>
            <pc:docMk/>
            <pc:sldMk cId="1538964893" sldId="29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9:37:19.796" v="215"/>
        <pc:sldMkLst>
          <pc:docMk/>
          <pc:sldMk cId="1168120925" sldId="304"/>
        </pc:sldMkLst>
        <pc:spChg chg="mod">
          <ac:chgData name="Pontus Wittenmark" userId="f735600e1fbeff6c" providerId="LiveId" clId="{2BD5D392-D7DF-4129-A2E4-CA338AB4C198}" dt="2025-06-02T09:37:19.796" v="215"/>
          <ac:spMkLst>
            <pc:docMk/>
            <pc:sldMk cId="1168120925" sldId="30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8:46:27.076" v="126" actId="20577"/>
        <pc:sldMkLst>
          <pc:docMk/>
          <pc:sldMk cId="3302314947" sldId="311"/>
        </pc:sldMkLst>
        <pc:spChg chg="mod">
          <ac:chgData name="Pontus Wittenmark" userId="f735600e1fbeff6c" providerId="LiveId" clId="{2BD5D392-D7DF-4129-A2E4-CA338AB4C198}" dt="2025-06-02T08:46:27.076" v="126" actId="20577"/>
          <ac:spMkLst>
            <pc:docMk/>
            <pc:sldMk cId="3302314947" sldId="311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9:29:38.773" v="202" actId="20577"/>
        <pc:sldMkLst>
          <pc:docMk/>
          <pc:sldMk cId="671297989" sldId="312"/>
        </pc:sldMkLst>
        <pc:spChg chg="mod">
          <ac:chgData name="Pontus Wittenmark" userId="f735600e1fbeff6c" providerId="LiveId" clId="{2BD5D392-D7DF-4129-A2E4-CA338AB4C198}" dt="2025-06-02T09:29:38.773" v="202" actId="20577"/>
          <ac:spMkLst>
            <pc:docMk/>
            <pc:sldMk cId="671297989" sldId="312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8:06:10.826" v="104" actId="20577"/>
        <pc:sldMkLst>
          <pc:docMk/>
          <pc:sldMk cId="304167356" sldId="342"/>
        </pc:sldMkLst>
        <pc:spChg chg="mod">
          <ac:chgData name="Pontus Wittenmark" userId="f735600e1fbeff6c" providerId="LiveId" clId="{2BD5D392-D7DF-4129-A2E4-CA338AB4C198}" dt="2025-06-02T07:57:02.228" v="47" actId="20577"/>
          <ac:spMkLst>
            <pc:docMk/>
            <pc:sldMk cId="304167356" sldId="342"/>
            <ac:spMk id="3" creationId="{00000000-0000-0000-0000-000000000000}"/>
          </ac:spMkLst>
        </pc:spChg>
        <pc:spChg chg="mod">
          <ac:chgData name="Pontus Wittenmark" userId="f735600e1fbeff6c" providerId="LiveId" clId="{2BD5D392-D7DF-4129-A2E4-CA338AB4C198}" dt="2025-06-02T08:06:10.826" v="104" actId="20577"/>
          <ac:spMkLst>
            <pc:docMk/>
            <pc:sldMk cId="304167356" sldId="342"/>
            <ac:spMk id="6" creationId="{71DB48B4-BA48-485B-9517-5076882768FF}"/>
          </ac:spMkLst>
        </pc:spChg>
      </pc:sldChg>
      <pc:sldChg chg="modSp mod">
        <pc:chgData name="Pontus Wittenmark" userId="f735600e1fbeff6c" providerId="LiveId" clId="{2BD5D392-D7DF-4129-A2E4-CA338AB4C198}" dt="2025-06-02T09:50:01.500" v="376" actId="20577"/>
        <pc:sldMkLst>
          <pc:docMk/>
          <pc:sldMk cId="2624165222" sldId="343"/>
        </pc:sldMkLst>
        <pc:spChg chg="mod">
          <ac:chgData name="Pontus Wittenmark" userId="f735600e1fbeff6c" providerId="LiveId" clId="{2BD5D392-D7DF-4129-A2E4-CA338AB4C198}" dt="2025-06-02T09:50:01.500" v="376" actId="20577"/>
          <ac:spMkLst>
            <pc:docMk/>
            <pc:sldMk cId="2624165222" sldId="343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9:26:13.566" v="167" actId="20577"/>
        <pc:sldMkLst>
          <pc:docMk/>
          <pc:sldMk cId="1315404232" sldId="407"/>
        </pc:sldMkLst>
        <pc:spChg chg="mod">
          <ac:chgData name="Pontus Wittenmark" userId="f735600e1fbeff6c" providerId="LiveId" clId="{2BD5D392-D7DF-4129-A2E4-CA338AB4C198}" dt="2025-06-02T09:26:13.566" v="167" actId="20577"/>
          <ac:spMkLst>
            <pc:docMk/>
            <pc:sldMk cId="1315404232" sldId="407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7:41:43.395" v="20" actId="20577"/>
        <pc:sldMkLst>
          <pc:docMk/>
          <pc:sldMk cId="2423880133" sldId="410"/>
        </pc:sldMkLst>
        <pc:spChg chg="mod">
          <ac:chgData name="Pontus Wittenmark" userId="f735600e1fbeff6c" providerId="LiveId" clId="{2BD5D392-D7DF-4129-A2E4-CA338AB4C198}" dt="2025-06-02T07:41:43.395" v="20" actId="20577"/>
          <ac:spMkLst>
            <pc:docMk/>
            <pc:sldMk cId="2423880133" sldId="410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BD5D392-D7DF-4129-A2E4-CA338AB4C198}" dt="2025-06-02T07:55:12.484" v="38" actId="20577"/>
        <pc:sldMkLst>
          <pc:docMk/>
          <pc:sldMk cId="3278797115" sldId="414"/>
        </pc:sldMkLst>
        <pc:spChg chg="mod">
          <ac:chgData name="Pontus Wittenmark" userId="f735600e1fbeff6c" providerId="LiveId" clId="{2BD5D392-D7DF-4129-A2E4-CA338AB4C198}" dt="2025-06-02T07:48:54.489" v="31" actId="20577"/>
          <ac:spMkLst>
            <pc:docMk/>
            <pc:sldMk cId="3278797115" sldId="414"/>
            <ac:spMk id="2" creationId="{00000000-0000-0000-0000-000000000000}"/>
          </ac:spMkLst>
        </pc:spChg>
        <pc:spChg chg="mod">
          <ac:chgData name="Pontus Wittenmark" userId="f735600e1fbeff6c" providerId="LiveId" clId="{2BD5D392-D7DF-4129-A2E4-CA338AB4C198}" dt="2025-06-02T07:55:12.484" v="38" actId="20577"/>
          <ac:spMkLst>
            <pc:docMk/>
            <pc:sldMk cId="3278797115" sldId="414"/>
            <ac:spMk id="6" creationId="{E7C1259A-CEA6-4592-8BFF-6DB393E774FF}"/>
          </ac:spMkLst>
        </pc:spChg>
      </pc:sldChg>
      <pc:sldChg chg="modSp mod">
        <pc:chgData name="Pontus Wittenmark" userId="f735600e1fbeff6c" providerId="LiveId" clId="{2BD5D392-D7DF-4129-A2E4-CA338AB4C198}" dt="2025-06-02T08:26:51.514" v="119" actId="14100"/>
        <pc:sldMkLst>
          <pc:docMk/>
          <pc:sldMk cId="1654011926" sldId="415"/>
        </pc:sldMkLst>
        <pc:spChg chg="mod">
          <ac:chgData name="Pontus Wittenmark" userId="f735600e1fbeff6c" providerId="LiveId" clId="{2BD5D392-D7DF-4129-A2E4-CA338AB4C198}" dt="2025-06-02T08:25:26.479" v="117" actId="20577"/>
          <ac:spMkLst>
            <pc:docMk/>
            <pc:sldMk cId="1654011926" sldId="415"/>
            <ac:spMk id="5" creationId="{FAEFFB99-6601-9765-C302-8C5A14A8B676}"/>
          </ac:spMkLst>
        </pc:spChg>
        <pc:spChg chg="mod">
          <ac:chgData name="Pontus Wittenmark" userId="f735600e1fbeff6c" providerId="LiveId" clId="{2BD5D392-D7DF-4129-A2E4-CA338AB4C198}" dt="2025-06-02T08:26:51.514" v="119" actId="14100"/>
          <ac:spMkLst>
            <pc:docMk/>
            <pc:sldMk cId="1654011926" sldId="415"/>
            <ac:spMk id="6" creationId="{E7516E6E-6AC6-A6C2-C06C-E25BC44D80B3}"/>
          </ac:spMkLst>
        </pc:spChg>
      </pc:sldChg>
      <pc:sldChg chg="ord">
        <pc:chgData name="Pontus Wittenmark" userId="f735600e1fbeff6c" providerId="LiveId" clId="{2BD5D392-D7DF-4129-A2E4-CA338AB4C198}" dt="2025-06-02T08:52:34.614" v="128"/>
        <pc:sldMkLst>
          <pc:docMk/>
          <pc:sldMk cId="2186490324" sldId="417"/>
        </pc:sldMkLst>
      </pc:sldChg>
      <pc:sldChg chg="modSp mod">
        <pc:chgData name="Pontus Wittenmark" userId="f735600e1fbeff6c" providerId="LiveId" clId="{2BD5D392-D7DF-4129-A2E4-CA338AB4C198}" dt="2025-06-02T08:07:17.296" v="116" actId="20577"/>
        <pc:sldMkLst>
          <pc:docMk/>
          <pc:sldMk cId="2668158109" sldId="419"/>
        </pc:sldMkLst>
        <pc:spChg chg="mod">
          <ac:chgData name="Pontus Wittenmark" userId="f735600e1fbeff6c" providerId="LiveId" clId="{2BD5D392-D7DF-4129-A2E4-CA338AB4C198}" dt="2025-06-02T08:07:17.296" v="116" actId="20577"/>
          <ac:spMkLst>
            <pc:docMk/>
            <pc:sldMk cId="2668158109" sldId="419"/>
            <ac:spMk id="6" creationId="{A1D6819C-0A4B-D9C6-D000-E08D36902F81}"/>
          </ac:spMkLst>
        </pc:spChg>
      </pc:sldChg>
      <pc:sldChg chg="del">
        <pc:chgData name="Pontus Wittenmark" userId="f735600e1fbeff6c" providerId="LiveId" clId="{2BD5D392-D7DF-4129-A2E4-CA338AB4C198}" dt="2025-06-02T09:03:58.961" v="129" actId="47"/>
        <pc:sldMkLst>
          <pc:docMk/>
          <pc:sldMk cId="1328821941" sldId="423"/>
        </pc:sldMkLst>
      </pc:sldChg>
      <pc:sldChg chg="ord">
        <pc:chgData name="Pontus Wittenmark" userId="f735600e1fbeff6c" providerId="LiveId" clId="{2BD5D392-D7DF-4129-A2E4-CA338AB4C198}" dt="2025-06-02T08:52:34.614" v="128"/>
        <pc:sldMkLst>
          <pc:docMk/>
          <pc:sldMk cId="1057753122" sldId="428"/>
        </pc:sldMkLst>
      </pc:sldChg>
    </pc:docChg>
  </pc:docChgLst>
  <pc:docChgLst>
    <pc:chgData name="Pontus Wittenmark" userId="f735600e1fbeff6c" providerId="LiveId" clId="{6AD6C7B2-03A2-4C12-9774-C92DC936CFC9}"/>
    <pc:docChg chg="undo redo custSel addSld delSld modSld">
      <pc:chgData name="Pontus Wittenmark" userId="f735600e1fbeff6c" providerId="LiveId" clId="{6AD6C7B2-03A2-4C12-9774-C92DC936CFC9}" dt="2022-01-11T13:43:54.360" v="1848" actId="14100"/>
      <pc:docMkLst>
        <pc:docMk/>
      </pc:docMkLst>
      <pc:sldChg chg="modSp mod">
        <pc:chgData name="Pontus Wittenmark" userId="f735600e1fbeff6c" providerId="LiveId" clId="{6AD6C7B2-03A2-4C12-9774-C92DC936CFC9}" dt="2022-01-11T13:37:34.403" v="1754" actId="20577"/>
        <pc:sldMkLst>
          <pc:docMk/>
          <pc:sldMk cId="1151862316" sldId="295"/>
        </pc:sldMkLst>
      </pc:sldChg>
      <pc:sldChg chg="modSp mod">
        <pc:chgData name="Pontus Wittenmark" userId="f735600e1fbeff6c" providerId="LiveId" clId="{6AD6C7B2-03A2-4C12-9774-C92DC936CFC9}" dt="2022-01-11T13:42:57.735" v="1835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6AD6C7B2-03A2-4C12-9774-C92DC936CFC9}" dt="2022-01-11T10:02:54.734" v="254" actId="6549"/>
        <pc:sldMkLst>
          <pc:docMk/>
          <pc:sldMk cId="956440930" sldId="341"/>
        </pc:sldMkLst>
      </pc:sldChg>
      <pc:sldChg chg="del">
        <pc:chgData name="Pontus Wittenmark" userId="f735600e1fbeff6c" providerId="LiveId" clId="{6AD6C7B2-03A2-4C12-9774-C92DC936CFC9}" dt="2022-01-11T13:40:01.690" v="1811" actId="47"/>
        <pc:sldMkLst>
          <pc:docMk/>
          <pc:sldMk cId="3216772538" sldId="345"/>
        </pc:sldMkLst>
      </pc:sldChg>
      <pc:sldChg chg="modSp mod">
        <pc:chgData name="Pontus Wittenmark" userId="f735600e1fbeff6c" providerId="LiveId" clId="{6AD6C7B2-03A2-4C12-9774-C92DC936CFC9}" dt="2022-01-11T10:05:55.637" v="326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6AD6C7B2-03A2-4C12-9774-C92DC936CFC9}" dt="2022-01-11T13:43:54.360" v="1848" actId="14100"/>
        <pc:sldMkLst>
          <pc:docMk/>
          <pc:sldMk cId="2607175503" sldId="347"/>
        </pc:sldMkLst>
      </pc:sldChg>
      <pc:sldChg chg="modSp mod">
        <pc:chgData name="Pontus Wittenmark" userId="f735600e1fbeff6c" providerId="LiveId" clId="{6AD6C7B2-03A2-4C12-9774-C92DC936CFC9}" dt="2022-01-11T13:39:35.039" v="1795" actId="20577"/>
        <pc:sldMkLst>
          <pc:docMk/>
          <pc:sldMk cId="3901861638" sldId="358"/>
        </pc:sldMkLst>
      </pc:sldChg>
      <pc:sldChg chg="del">
        <pc:chgData name="Pontus Wittenmark" userId="f735600e1fbeff6c" providerId="LiveId" clId="{6AD6C7B2-03A2-4C12-9774-C92DC936CFC9}" dt="2022-01-11T13:39:21.049" v="1778" actId="47"/>
        <pc:sldMkLst>
          <pc:docMk/>
          <pc:sldMk cId="964122859" sldId="396"/>
        </pc:sldMkLst>
      </pc:sldChg>
      <pc:sldChg chg="modSp mod">
        <pc:chgData name="Pontus Wittenmark" userId="f735600e1fbeff6c" providerId="LiveId" clId="{6AD6C7B2-03A2-4C12-9774-C92DC936CFC9}" dt="2022-01-11T13:39:01.784" v="1777" actId="20577"/>
        <pc:sldMkLst>
          <pc:docMk/>
          <pc:sldMk cId="541674819" sldId="405"/>
        </pc:sldMkLst>
      </pc:sldChg>
      <pc:sldChg chg="modSp add del mod">
        <pc:chgData name="Pontus Wittenmark" userId="f735600e1fbeff6c" providerId="LiveId" clId="{6AD6C7B2-03A2-4C12-9774-C92DC936CFC9}" dt="2022-01-11T11:06:41.082" v="786" actId="47"/>
        <pc:sldMkLst>
          <pc:docMk/>
          <pc:sldMk cId="2493963461" sldId="406"/>
        </pc:sldMkLst>
      </pc:sldChg>
      <pc:sldChg chg="modSp add mod">
        <pc:chgData name="Pontus Wittenmark" userId="f735600e1fbeff6c" providerId="LiveId" clId="{6AD6C7B2-03A2-4C12-9774-C92DC936CFC9}" dt="2022-01-11T12:33:07.953" v="1548" actId="20577"/>
        <pc:sldMkLst>
          <pc:docMk/>
          <pc:sldMk cId="2296799632" sldId="407"/>
        </pc:sldMkLst>
      </pc:sldChg>
    </pc:docChg>
  </pc:docChgLst>
  <pc:docChgLst>
    <pc:chgData name="Pontus Wittenmark" userId="f735600e1fbeff6c" providerId="LiveId" clId="{2E0C6BAE-BC54-474A-B7E4-7B09C1DBA34F}"/>
    <pc:docChg chg="custSel addSld delSld modSld">
      <pc:chgData name="Pontus Wittenmark" userId="f735600e1fbeff6c" providerId="LiveId" clId="{2E0C6BAE-BC54-474A-B7E4-7B09C1DBA34F}" dt="2022-07-13T11:42:01.887" v="154" actId="47"/>
      <pc:docMkLst>
        <pc:docMk/>
      </pc:docMkLst>
      <pc:sldChg chg="del">
        <pc:chgData name="Pontus Wittenmark" userId="f735600e1fbeff6c" providerId="LiveId" clId="{2E0C6BAE-BC54-474A-B7E4-7B09C1DBA34F}" dt="2022-07-13T11:42:01.887" v="154" actId="47"/>
        <pc:sldMkLst>
          <pc:docMk/>
          <pc:sldMk cId="541674819" sldId="405"/>
        </pc:sldMkLst>
      </pc:sldChg>
      <pc:sldChg chg="add">
        <pc:chgData name="Pontus Wittenmark" userId="f735600e1fbeff6c" providerId="LiveId" clId="{2E0C6BAE-BC54-474A-B7E4-7B09C1DBA34F}" dt="2022-07-13T11:41:58.783" v="153"/>
        <pc:sldMkLst>
          <pc:docMk/>
          <pc:sldMk cId="2347863612" sldId="408"/>
        </pc:sldMkLst>
      </pc:sldChg>
    </pc:docChg>
  </pc:docChgLst>
  <pc:docChgLst>
    <pc:chgData name="Pontus Wittenmark" userId="f735600e1fbeff6c" providerId="LiveId" clId="{E5D0A9C5-1614-4FDC-B78E-688422891250}"/>
    <pc:docChg chg="custSel modSld modMainMaster modNotesMaster">
      <pc:chgData name="Pontus Wittenmark" userId="f735600e1fbeff6c" providerId="LiveId" clId="{E5D0A9C5-1614-4FDC-B78E-688422891250}" dt="2022-11-17T09:54:59.612" v="4"/>
      <pc:docMkLst>
        <pc:docMk/>
      </pc:docMkLst>
      <pc:sldChg chg="addSp delSp modSp mod modNotes">
        <pc:chgData name="Pontus Wittenmark" userId="f735600e1fbeff6c" providerId="LiveId" clId="{E5D0A9C5-1614-4FDC-B78E-688422891250}" dt="2022-11-17T09:54:59.612" v="4"/>
        <pc:sldMkLst>
          <pc:docMk/>
          <pc:sldMk cId="2760819910" sldId="293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151862316" sldId="295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302314947" sldId="311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671297989" sldId="312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875752741" sldId="313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501259958" sldId="314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035958379" sldId="31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304216350" sldId="330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93454575" sldId="33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956440930" sldId="341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607159060" sldId="342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504490689" sldId="346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901861638" sldId="358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315404232" sldId="40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2347863612" sldId="408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477622852" sldId="409"/>
        </pc:sldMkLst>
      </pc:sldChg>
      <pc:sldMasterChg chg="modSp modSldLayout">
        <pc:chgData name="Pontus Wittenmark" userId="f735600e1fbeff6c" providerId="LiveId" clId="{E5D0A9C5-1614-4FDC-B78E-688422891250}" dt="2022-11-17T09:18:26.549" v="0"/>
        <pc:sldMasterMkLst>
          <pc:docMk/>
          <pc:sldMasterMk cId="239589968" sldId="2147483688"/>
        </pc:sldMasterMkLst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532335846" sldId="2147483689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322027593" sldId="2147483691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1961614813" sldId="2147483692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3685766686" sldId="2147483693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456136054" sldId="2147483696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453549140" sldId="2147483697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92013468" sldId="2147483699"/>
          </pc:sldLayoutMkLst>
        </pc:sldLayoutChg>
      </pc:sldMasterChg>
    </pc:docChg>
  </pc:docChgLst>
  <pc:docChgLst>
    <pc:chgData name="Pontus Wittenmark" userId="f735600e1fbeff6c" providerId="LiveId" clId="{9E40D66F-37F3-4B2C-94B7-66E7798B475D}"/>
    <pc:docChg chg="undo custSel addSld delSld modSld sldOrd">
      <pc:chgData name="Pontus Wittenmark" userId="f735600e1fbeff6c" providerId="LiveId" clId="{9E40D66F-37F3-4B2C-94B7-66E7798B475D}" dt="2022-07-11T14:48:58.369" v="32" actId="27636"/>
      <pc:docMkLst>
        <pc:docMk/>
      </pc:docMkLst>
      <pc:sldChg chg="ord">
        <pc:chgData name="Pontus Wittenmark" userId="f735600e1fbeff6c" providerId="LiveId" clId="{9E40D66F-37F3-4B2C-94B7-66E7798B475D}" dt="2022-07-11T13:54:23.449" v="10"/>
        <pc:sldMkLst>
          <pc:docMk/>
          <pc:sldMk cId="1151862316" sldId="295"/>
        </pc:sldMkLst>
      </pc:sldChg>
      <pc:sldChg chg="modSp mod">
        <pc:chgData name="Pontus Wittenmark" userId="f735600e1fbeff6c" providerId="LiveId" clId="{9E40D66F-37F3-4B2C-94B7-66E7798B475D}" dt="2022-07-11T13:40:12.961" v="4" actId="20577"/>
        <pc:sldMkLst>
          <pc:docMk/>
          <pc:sldMk cId="671297989" sldId="312"/>
        </pc:sldMkLst>
      </pc:sldChg>
      <pc:sldChg chg="modSp mod">
        <pc:chgData name="Pontus Wittenmark" userId="f735600e1fbeff6c" providerId="LiveId" clId="{9E40D66F-37F3-4B2C-94B7-66E7798B475D}" dt="2022-07-11T13:45:43.715" v="8" actId="20577"/>
        <pc:sldMkLst>
          <pc:docMk/>
          <pc:sldMk cId="1501259958" sldId="314"/>
        </pc:sldMkLst>
      </pc:sldChg>
      <pc:sldChg chg="add">
        <pc:chgData name="Pontus Wittenmark" userId="f735600e1fbeff6c" providerId="LiveId" clId="{9E40D66F-37F3-4B2C-94B7-66E7798B475D}" dt="2022-07-11T14:48:47.462" v="21"/>
        <pc:sldMkLst>
          <pc:docMk/>
          <pc:sldMk cId="1315404232" sldId="407"/>
        </pc:sldMkLst>
      </pc:sldChg>
      <pc:sldChg chg="del">
        <pc:chgData name="Pontus Wittenmark" userId="f735600e1fbeff6c" providerId="LiveId" clId="{9E40D66F-37F3-4B2C-94B7-66E7798B475D}" dt="2022-07-11T14:48:42.231" v="20" actId="2696"/>
        <pc:sldMkLst>
          <pc:docMk/>
          <pc:sldMk cId="2296799632" sldId="407"/>
        </pc:sldMkLst>
      </pc:sldChg>
    </pc:docChg>
  </pc:docChgLst>
  <pc:docChgLst>
    <pc:chgData name="Pontus Wittenmark" userId="f735600e1fbeff6c" providerId="LiveId" clId="{05FEBBB1-B631-47B8-979C-80A19ED0A08E}"/>
    <pc:docChg chg="undo redo custSel addSld delSld modSld sldOrd">
      <pc:chgData name="Pontus Wittenmark" userId="f735600e1fbeff6c" providerId="LiveId" clId="{05FEBBB1-B631-47B8-979C-80A19ED0A08E}" dt="2023-02-14T20:11:48.169" v="3694" actId="6549"/>
      <pc:docMkLst>
        <pc:docMk/>
      </pc:docMkLst>
      <pc:sldChg chg="del">
        <pc:chgData name="Pontus Wittenmark" userId="f735600e1fbeff6c" providerId="LiveId" clId="{05FEBBB1-B631-47B8-979C-80A19ED0A08E}" dt="2023-02-14T10:46:58.393" v="42" actId="47"/>
        <pc:sldMkLst>
          <pc:docMk/>
          <pc:sldMk cId="1151862316" sldId="295"/>
        </pc:sldMkLst>
      </pc:sldChg>
      <pc:sldChg chg="modSp mod">
        <pc:chgData name="Pontus Wittenmark" userId="f735600e1fbeff6c" providerId="LiveId" clId="{05FEBBB1-B631-47B8-979C-80A19ED0A08E}" dt="2023-02-14T11:32:04.259" v="1886" actId="12"/>
        <pc:sldMkLst>
          <pc:docMk/>
          <pc:sldMk cId="1168120925" sldId="304"/>
        </pc:sldMkLst>
      </pc:sldChg>
      <pc:sldChg chg="modSp mod">
        <pc:chgData name="Pontus Wittenmark" userId="f735600e1fbeff6c" providerId="LiveId" clId="{05FEBBB1-B631-47B8-979C-80A19ED0A08E}" dt="2023-02-14T10:44:29.708" v="6" actId="27636"/>
        <pc:sldMkLst>
          <pc:docMk/>
          <pc:sldMk cId="671297989" sldId="312"/>
        </pc:sldMkLst>
      </pc:sldChg>
      <pc:sldChg chg="delSp modSp del mod">
        <pc:chgData name="Pontus Wittenmark" userId="f735600e1fbeff6c" providerId="LiveId" clId="{05FEBBB1-B631-47B8-979C-80A19ED0A08E}" dt="2023-02-14T11:22:40.017" v="1454" actId="47"/>
        <pc:sldMkLst>
          <pc:docMk/>
          <pc:sldMk cId="3875752741" sldId="313"/>
        </pc:sldMkLst>
      </pc:sldChg>
      <pc:sldChg chg="modSp del mod">
        <pc:chgData name="Pontus Wittenmark" userId="f735600e1fbeff6c" providerId="LiveId" clId="{05FEBBB1-B631-47B8-979C-80A19ED0A08E}" dt="2023-02-14T10:56:06.360" v="391" actId="47"/>
        <pc:sldMkLst>
          <pc:docMk/>
          <pc:sldMk cId="1501259958" sldId="314"/>
        </pc:sldMkLst>
      </pc:sldChg>
      <pc:sldChg chg="delSp modSp mod">
        <pc:chgData name="Pontus Wittenmark" userId="f735600e1fbeff6c" providerId="LiveId" clId="{05FEBBB1-B631-47B8-979C-80A19ED0A08E}" dt="2023-02-14T20:07:27.476" v="3510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05FEBBB1-B631-47B8-979C-80A19ED0A08E}" dt="2023-02-14T12:38:13.047" v="2546" actId="20577"/>
        <pc:sldMkLst>
          <pc:docMk/>
          <pc:sldMk cId="956440930" sldId="341"/>
        </pc:sldMkLst>
      </pc:sldChg>
      <pc:sldChg chg="modSp add mod">
        <pc:chgData name="Pontus Wittenmark" userId="f735600e1fbeff6c" providerId="LiveId" clId="{05FEBBB1-B631-47B8-979C-80A19ED0A08E}" dt="2023-02-14T20:10:14.936" v="3638" actId="6549"/>
        <pc:sldMkLst>
          <pc:docMk/>
          <pc:sldMk cId="304167356" sldId="342"/>
        </pc:sldMkLst>
      </pc:sldChg>
      <pc:sldChg chg="modSp del mod">
        <pc:chgData name="Pontus Wittenmark" userId="f735600e1fbeff6c" providerId="LiveId" clId="{05FEBBB1-B631-47B8-979C-80A19ED0A08E}" dt="2023-02-14T10:56:07.983" v="392" actId="2696"/>
        <pc:sldMkLst>
          <pc:docMk/>
          <pc:sldMk cId="607159060" sldId="342"/>
        </pc:sldMkLst>
      </pc:sldChg>
      <pc:sldChg chg="modSp mod ord">
        <pc:chgData name="Pontus Wittenmark" userId="f735600e1fbeff6c" providerId="LiveId" clId="{05FEBBB1-B631-47B8-979C-80A19ED0A08E}" dt="2023-02-14T11:30:37.701" v="1794" actId="20577"/>
        <pc:sldMkLst>
          <pc:docMk/>
          <pc:sldMk cId="1315404232" sldId="407"/>
        </pc:sldMkLst>
      </pc:sldChg>
      <pc:sldChg chg="modSp add del mod modShow">
        <pc:chgData name="Pontus Wittenmark" userId="f735600e1fbeff6c" providerId="LiveId" clId="{05FEBBB1-B631-47B8-979C-80A19ED0A08E}" dt="2023-02-14T20:11:48.169" v="3694" actId="6549"/>
        <pc:sldMkLst>
          <pc:docMk/>
          <pc:sldMk cId="1477622852" sldId="409"/>
        </pc:sldMkLst>
      </pc:sldChg>
      <pc:sldChg chg="modSp mod">
        <pc:chgData name="Pontus Wittenmark" userId="f735600e1fbeff6c" providerId="LiveId" clId="{05FEBBB1-B631-47B8-979C-80A19ED0A08E}" dt="2023-02-14T12:56:28.463" v="2965" actId="20577"/>
        <pc:sldMkLst>
          <pc:docMk/>
          <pc:sldMk cId="2423880133" sldId="410"/>
        </pc:sldMkLst>
      </pc:sldChg>
      <pc:sldChg chg="modSp mod">
        <pc:chgData name="Pontus Wittenmark" userId="f735600e1fbeff6c" providerId="LiveId" clId="{05FEBBB1-B631-47B8-979C-80A19ED0A08E}" dt="2023-02-14T11:34:28.706" v="2010" actId="6549"/>
        <pc:sldMkLst>
          <pc:docMk/>
          <pc:sldMk cId="50324959" sldId="411"/>
        </pc:sldMkLst>
      </pc:sldChg>
      <pc:sldChg chg="modSp mod">
        <pc:chgData name="Pontus Wittenmark" userId="f735600e1fbeff6c" providerId="LiveId" clId="{05FEBBB1-B631-47B8-979C-80A19ED0A08E}" dt="2023-02-14T12:39:52.288" v="2575" actId="20577"/>
        <pc:sldMkLst>
          <pc:docMk/>
          <pc:sldMk cId="1189139513" sldId="412"/>
        </pc:sldMkLst>
      </pc:sldChg>
      <pc:sldChg chg="modSp mod">
        <pc:chgData name="Pontus Wittenmark" userId="f735600e1fbeff6c" providerId="LiveId" clId="{05FEBBB1-B631-47B8-979C-80A19ED0A08E}" dt="2023-02-14T11:36:22.375" v="2107" actId="20577"/>
        <pc:sldMkLst>
          <pc:docMk/>
          <pc:sldMk cId="2085930035" sldId="413"/>
        </pc:sldMkLst>
      </pc:sldChg>
      <pc:sldChg chg="modSp add mod">
        <pc:chgData name="Pontus Wittenmark" userId="f735600e1fbeff6c" providerId="LiveId" clId="{05FEBBB1-B631-47B8-979C-80A19ED0A08E}" dt="2023-02-14T13:30:57.019" v="3410" actId="20577"/>
        <pc:sldMkLst>
          <pc:docMk/>
          <pc:sldMk cId="3278797115" sldId="414"/>
        </pc:sldMkLst>
      </pc:sldChg>
      <pc:sldChg chg="addSp modSp add mod">
        <pc:chgData name="Pontus Wittenmark" userId="f735600e1fbeff6c" providerId="LiveId" clId="{05FEBBB1-B631-47B8-979C-80A19ED0A08E}" dt="2023-02-14T13:29:49.971" v="3374" actId="20577"/>
        <pc:sldMkLst>
          <pc:docMk/>
          <pc:sldMk cId="1654011926" sldId="415"/>
        </pc:sldMkLst>
      </pc:sldChg>
      <pc:sldChg chg="modSp add del mod">
        <pc:chgData name="Pontus Wittenmark" userId="f735600e1fbeff6c" providerId="LiveId" clId="{05FEBBB1-B631-47B8-979C-80A19ED0A08E}" dt="2023-02-14T11:17:57.873" v="1143" actId="47"/>
        <pc:sldMkLst>
          <pc:docMk/>
          <pc:sldMk cId="718682993" sldId="416"/>
        </pc:sldMkLst>
      </pc:sldChg>
      <pc:sldChg chg="add">
        <pc:chgData name="Pontus Wittenmark" userId="f735600e1fbeff6c" providerId="LiveId" clId="{05FEBBB1-B631-47B8-979C-80A19ED0A08E}" dt="2023-02-14T11:17:55.573" v="1142" actId="2890"/>
        <pc:sldMkLst>
          <pc:docMk/>
          <pc:sldMk cId="2186490324" sldId="417"/>
        </pc:sldMkLst>
      </pc:sldChg>
      <pc:sldChg chg="add del">
        <pc:chgData name="Pontus Wittenmark" userId="f735600e1fbeff6c" providerId="LiveId" clId="{05FEBBB1-B631-47B8-979C-80A19ED0A08E}" dt="2023-02-14T11:23:03.808" v="1456" actId="2890"/>
        <pc:sldMkLst>
          <pc:docMk/>
          <pc:sldMk cId="15629419" sldId="418"/>
        </pc:sldMkLst>
      </pc:sldChg>
      <pc:sldChg chg="modSp add mod">
        <pc:chgData name="Pontus Wittenmark" userId="f735600e1fbeff6c" providerId="LiveId" clId="{05FEBBB1-B631-47B8-979C-80A19ED0A08E}" dt="2023-02-14T12:36:57.187" v="2495" actId="20577"/>
        <pc:sldMkLst>
          <pc:docMk/>
          <pc:sldMk cId="352974217" sldId="418"/>
        </pc:sldMkLst>
      </pc:sldChg>
      <pc:sldChg chg="add del">
        <pc:chgData name="Pontus Wittenmark" userId="f735600e1fbeff6c" providerId="LiveId" clId="{05FEBBB1-B631-47B8-979C-80A19ED0A08E}" dt="2023-02-14T13:17:02.024" v="2991" actId="2890"/>
        <pc:sldMkLst>
          <pc:docMk/>
          <pc:sldMk cId="406920971" sldId="419"/>
        </pc:sldMkLst>
      </pc:sldChg>
      <pc:sldChg chg="addSp delSp modSp add mod ord">
        <pc:chgData name="Pontus Wittenmark" userId="f735600e1fbeff6c" providerId="LiveId" clId="{05FEBBB1-B631-47B8-979C-80A19ED0A08E}" dt="2023-02-14T20:08:10.102" v="3515" actId="20577"/>
        <pc:sldMkLst>
          <pc:docMk/>
          <pc:sldMk cId="2668158109" sldId="419"/>
        </pc:sldMkLst>
      </pc:sldChg>
    </pc:docChg>
  </pc:docChgLst>
  <pc:docChgLst>
    <pc:chgData name="Pontus Wittenmark" userId="f735600e1fbeff6c" providerId="LiveId" clId="{7A2DA051-4820-409C-BD8D-2FC6B98BCEEB}"/>
    <pc:docChg chg="undo custSel addSld modSld">
      <pc:chgData name="Pontus Wittenmark" userId="f735600e1fbeff6c" providerId="LiveId" clId="{7A2DA051-4820-409C-BD8D-2FC6B98BCEEB}" dt="2024-12-10T10:06:12.211" v="688" actId="20577"/>
      <pc:docMkLst>
        <pc:docMk/>
      </pc:docMkLst>
      <pc:sldChg chg="modSp mod">
        <pc:chgData name="Pontus Wittenmark" userId="f735600e1fbeff6c" providerId="LiveId" clId="{7A2DA051-4820-409C-BD8D-2FC6B98BCEEB}" dt="2024-11-27T14:31:52.979" v="23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7A2DA051-4820-409C-BD8D-2FC6B98BCEEB}" dt="2024-11-27T14:31:35.725" v="17"/>
        <pc:sldMkLst>
          <pc:docMk/>
          <pc:sldMk cId="3278797115" sldId="414"/>
        </pc:sldMkLst>
      </pc:sldChg>
      <pc:sldChg chg="modSp mod">
        <pc:chgData name="Pontus Wittenmark" userId="f735600e1fbeff6c" providerId="LiveId" clId="{7A2DA051-4820-409C-BD8D-2FC6B98BCEEB}" dt="2024-12-09T11:57:35.977" v="32" actId="20577"/>
        <pc:sldMkLst>
          <pc:docMk/>
          <pc:sldMk cId="352974217" sldId="418"/>
        </pc:sldMkLst>
      </pc:sldChg>
      <pc:sldChg chg="modSp mod">
        <pc:chgData name="Pontus Wittenmark" userId="f735600e1fbeff6c" providerId="LiveId" clId="{7A2DA051-4820-409C-BD8D-2FC6B98BCEEB}" dt="2024-12-10T10:02:09.401" v="259"/>
        <pc:sldMkLst>
          <pc:docMk/>
          <pc:sldMk cId="2668158109" sldId="419"/>
        </pc:sldMkLst>
      </pc:sldChg>
      <pc:sldChg chg="modSp add mod">
        <pc:chgData name="Pontus Wittenmark" userId="f735600e1fbeff6c" providerId="LiveId" clId="{7A2DA051-4820-409C-BD8D-2FC6B98BCEEB}" dt="2024-12-09T12:00:30.710" v="219" actId="20577"/>
        <pc:sldMkLst>
          <pc:docMk/>
          <pc:sldMk cId="1595311208" sldId="426"/>
        </pc:sldMkLst>
      </pc:sldChg>
    </pc:docChg>
  </pc:docChgLst>
  <pc:docChgLst>
    <pc:chgData name="Pontus Wittenmark" userId="f735600e1fbeff6c" providerId="LiveId" clId="{2097BD21-B8B3-4210-BD0C-28952D3BB42C}"/>
    <pc:docChg chg="undo custSel modSld">
      <pc:chgData name="Pontus Wittenmark" userId="f735600e1fbeff6c" providerId="LiveId" clId="{2097BD21-B8B3-4210-BD0C-28952D3BB42C}" dt="2022-12-14T15:22:29.371" v="489" actId="20577"/>
      <pc:docMkLst>
        <pc:docMk/>
      </pc:docMkLst>
      <pc:sldChg chg="modSp mod">
        <pc:chgData name="Pontus Wittenmark" userId="f735600e1fbeff6c" providerId="LiveId" clId="{2097BD21-B8B3-4210-BD0C-28952D3BB42C}" dt="2022-12-14T14:29:36.974" v="413" actId="20577"/>
        <pc:sldMkLst>
          <pc:docMk/>
          <pc:sldMk cId="1168120925" sldId="304"/>
        </pc:sldMkLst>
      </pc:sldChg>
    </pc:docChg>
  </pc:docChgLst>
  <pc:docChgLst>
    <pc:chgData name="Pontus Wittenmark" userId="f735600e1fbeff6c" providerId="LiveId" clId="{C8928FA3-2B88-4B60-9AB6-B318A96CE16C}"/>
    <pc:docChg chg="undo custSel addSld delSld modSld">
      <pc:chgData name="Pontus Wittenmark" userId="f735600e1fbeff6c" providerId="LiveId" clId="{C8928FA3-2B88-4B60-9AB6-B318A96CE16C}" dt="2025-05-09T07:41:01.045" v="2465" actId="20577"/>
      <pc:docMkLst>
        <pc:docMk/>
      </pc:docMkLst>
      <pc:sldChg chg="modSp mod">
        <pc:chgData name="Pontus Wittenmark" userId="f735600e1fbeff6c" providerId="LiveId" clId="{C8928FA3-2B88-4B60-9AB6-B318A96CE16C}" dt="2025-05-08T11:20:29.390" v="1868" actId="20577"/>
        <pc:sldMkLst>
          <pc:docMk/>
          <pc:sldMk cId="2760819910" sldId="293"/>
        </pc:sldMkLst>
        <pc:spChg chg="mod">
          <ac:chgData name="Pontus Wittenmark" userId="f735600e1fbeff6c" providerId="LiveId" clId="{C8928FA3-2B88-4B60-9AB6-B318A96CE16C}" dt="2025-05-08T11:20:29.390" v="1868" actId="20577"/>
          <ac:spMkLst>
            <pc:docMk/>
            <pc:sldMk cId="2760819910" sldId="293"/>
            <ac:spMk id="6" creationId="{00000000-0000-0000-0000-000000000000}"/>
          </ac:spMkLst>
        </pc:spChg>
      </pc:sldChg>
      <pc:sldChg chg="modSp mod">
        <pc:chgData name="Pontus Wittenmark" userId="f735600e1fbeff6c" providerId="LiveId" clId="{C8928FA3-2B88-4B60-9AB6-B318A96CE16C}" dt="2025-05-08T10:15:46.178" v="1790" actId="20577"/>
        <pc:sldMkLst>
          <pc:docMk/>
          <pc:sldMk cId="671297989" sldId="312"/>
        </pc:sldMkLst>
        <pc:spChg chg="mod">
          <ac:chgData name="Pontus Wittenmark" userId="f735600e1fbeff6c" providerId="LiveId" clId="{C8928FA3-2B88-4B60-9AB6-B318A96CE16C}" dt="2025-05-08T10:15:46.178" v="1790" actId="20577"/>
          <ac:spMkLst>
            <pc:docMk/>
            <pc:sldMk cId="671297989" sldId="312"/>
            <ac:spMk id="2" creationId="{00000000-0000-0000-0000-000000000000}"/>
          </ac:spMkLst>
        </pc:spChg>
      </pc:sldChg>
      <pc:sldChg chg="modSp del mod">
        <pc:chgData name="Pontus Wittenmark" userId="f735600e1fbeff6c" providerId="LiveId" clId="{C8928FA3-2B88-4B60-9AB6-B318A96CE16C}" dt="2025-05-08T11:20:18.700" v="1865" actId="47"/>
        <pc:sldMkLst>
          <pc:docMk/>
          <pc:sldMk cId="3035958379" sldId="317"/>
        </pc:sldMkLst>
      </pc:sldChg>
      <pc:sldChg chg="del">
        <pc:chgData name="Pontus Wittenmark" userId="f735600e1fbeff6c" providerId="LiveId" clId="{C8928FA3-2B88-4B60-9AB6-B318A96CE16C}" dt="2025-05-08T11:20:18.700" v="1865" actId="47"/>
        <pc:sldMkLst>
          <pc:docMk/>
          <pc:sldMk cId="956440930" sldId="341"/>
        </pc:sldMkLst>
      </pc:sldChg>
      <pc:sldChg chg="modSp mod">
        <pc:chgData name="Pontus Wittenmark" userId="f735600e1fbeff6c" providerId="LiveId" clId="{C8928FA3-2B88-4B60-9AB6-B318A96CE16C}" dt="2025-05-08T09:26:45.093" v="1583" actId="20577"/>
        <pc:sldMkLst>
          <pc:docMk/>
          <pc:sldMk cId="304167356" sldId="342"/>
        </pc:sldMkLst>
        <pc:spChg chg="mod">
          <ac:chgData name="Pontus Wittenmark" userId="f735600e1fbeff6c" providerId="LiveId" clId="{C8928FA3-2B88-4B60-9AB6-B318A96CE16C}" dt="2025-05-08T09:26:45.093" v="1583" actId="20577"/>
          <ac:spMkLst>
            <pc:docMk/>
            <pc:sldMk cId="304167356" sldId="342"/>
            <ac:spMk id="6" creationId="{71DB48B4-BA48-485B-9517-5076882768FF}"/>
          </ac:spMkLst>
        </pc:spChg>
      </pc:sldChg>
      <pc:sldChg chg="modSp mod">
        <pc:chgData name="Pontus Wittenmark" userId="f735600e1fbeff6c" providerId="LiveId" clId="{C8928FA3-2B88-4B60-9AB6-B318A96CE16C}" dt="2025-05-08T14:45:19.622" v="1911" actId="14100"/>
        <pc:sldMkLst>
          <pc:docMk/>
          <pc:sldMk cId="2423880133" sldId="410"/>
        </pc:sldMkLst>
        <pc:spChg chg="mod">
          <ac:chgData name="Pontus Wittenmark" userId="f735600e1fbeff6c" providerId="LiveId" clId="{C8928FA3-2B88-4B60-9AB6-B318A96CE16C}" dt="2025-05-08T10:05:31.600" v="1772" actId="20577"/>
          <ac:spMkLst>
            <pc:docMk/>
            <pc:sldMk cId="2423880133" sldId="410"/>
            <ac:spMk id="2" creationId="{00000000-0000-0000-0000-000000000000}"/>
          </ac:spMkLst>
        </pc:spChg>
        <pc:spChg chg="mod">
          <ac:chgData name="Pontus Wittenmark" userId="f735600e1fbeff6c" providerId="LiveId" clId="{C8928FA3-2B88-4B60-9AB6-B318A96CE16C}" dt="2025-05-08T14:45:19.622" v="1911" actId="14100"/>
          <ac:spMkLst>
            <pc:docMk/>
            <pc:sldMk cId="2423880133" sldId="410"/>
            <ac:spMk id="3" creationId="{00000000-0000-0000-0000-000000000000}"/>
          </ac:spMkLst>
        </pc:spChg>
        <pc:spChg chg="mod">
          <ac:chgData name="Pontus Wittenmark" userId="f735600e1fbeff6c" providerId="LiveId" clId="{C8928FA3-2B88-4B60-9AB6-B318A96CE16C}" dt="2025-05-08T10:05:24.769" v="1770" actId="20577"/>
          <ac:spMkLst>
            <pc:docMk/>
            <pc:sldMk cId="2423880133" sldId="410"/>
            <ac:spMk id="7" creationId="{D8BC5F2B-0FA9-3713-84B8-1D90DC98FCF9}"/>
          </ac:spMkLst>
        </pc:spChg>
      </pc:sldChg>
      <pc:sldChg chg="modSp mod">
        <pc:chgData name="Pontus Wittenmark" userId="f735600e1fbeff6c" providerId="LiveId" clId="{C8928FA3-2B88-4B60-9AB6-B318A96CE16C}" dt="2025-05-08T09:23:48.925" v="1500" actId="20577"/>
        <pc:sldMkLst>
          <pc:docMk/>
          <pc:sldMk cId="3278797115" sldId="414"/>
        </pc:sldMkLst>
        <pc:spChg chg="mod">
          <ac:chgData name="Pontus Wittenmark" userId="f735600e1fbeff6c" providerId="LiveId" clId="{C8928FA3-2B88-4B60-9AB6-B318A96CE16C}" dt="2025-05-08T09:23:48.925" v="1500" actId="20577"/>
          <ac:spMkLst>
            <pc:docMk/>
            <pc:sldMk cId="3278797115" sldId="414"/>
            <ac:spMk id="6" creationId="{E7C1259A-CEA6-4592-8BFF-6DB393E774FF}"/>
          </ac:spMkLst>
        </pc:spChg>
      </pc:sldChg>
      <pc:sldChg chg="delSp modSp mod">
        <pc:chgData name="Pontus Wittenmark" userId="f735600e1fbeff6c" providerId="LiveId" clId="{C8928FA3-2B88-4B60-9AB6-B318A96CE16C}" dt="2025-05-08T09:07:06.325" v="1294" actId="115"/>
        <pc:sldMkLst>
          <pc:docMk/>
          <pc:sldMk cId="2186490324" sldId="417"/>
        </pc:sldMkLst>
        <pc:spChg chg="mod">
          <ac:chgData name="Pontus Wittenmark" userId="f735600e1fbeff6c" providerId="LiveId" clId="{C8928FA3-2B88-4B60-9AB6-B318A96CE16C}" dt="2025-05-08T08:37:44.598" v="212" actId="20577"/>
          <ac:spMkLst>
            <pc:docMk/>
            <pc:sldMk cId="2186490324" sldId="417"/>
            <ac:spMk id="2" creationId="{00000000-0000-0000-0000-000000000000}"/>
          </ac:spMkLst>
        </pc:spChg>
        <pc:spChg chg="mod">
          <ac:chgData name="Pontus Wittenmark" userId="f735600e1fbeff6c" providerId="LiveId" clId="{C8928FA3-2B88-4B60-9AB6-B318A96CE16C}" dt="2025-05-08T09:07:06.325" v="1294" actId="115"/>
          <ac:spMkLst>
            <pc:docMk/>
            <pc:sldMk cId="2186490324" sldId="417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C8928FA3-2B88-4B60-9AB6-B318A96CE16C}" dt="2025-05-08T10:16:32.954" v="1800" actId="20577"/>
        <pc:sldMkLst>
          <pc:docMk/>
          <pc:sldMk cId="352974217" sldId="418"/>
        </pc:sldMkLst>
        <pc:spChg chg="mod">
          <ac:chgData name="Pontus Wittenmark" userId="f735600e1fbeff6c" providerId="LiveId" clId="{C8928FA3-2B88-4B60-9AB6-B318A96CE16C}" dt="2025-05-08T10:16:32.954" v="1800" actId="20577"/>
          <ac:spMkLst>
            <pc:docMk/>
            <pc:sldMk cId="352974217" sldId="418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C8928FA3-2B88-4B60-9AB6-B318A96CE16C}" dt="2025-05-08T08:36:08.180" v="201" actId="20577"/>
        <pc:sldMkLst>
          <pc:docMk/>
          <pc:sldMk cId="1328821941" sldId="423"/>
        </pc:sldMkLst>
      </pc:sldChg>
      <pc:sldChg chg="modSp mod">
        <pc:chgData name="Pontus Wittenmark" userId="f735600e1fbeff6c" providerId="LiveId" clId="{C8928FA3-2B88-4B60-9AB6-B318A96CE16C}" dt="2025-05-08T09:50:57.036" v="1698" actId="20577"/>
        <pc:sldMkLst>
          <pc:docMk/>
          <pc:sldMk cId="212752607" sldId="425"/>
        </pc:sldMkLst>
        <pc:spChg chg="mod">
          <ac:chgData name="Pontus Wittenmark" userId="f735600e1fbeff6c" providerId="LiveId" clId="{C8928FA3-2B88-4B60-9AB6-B318A96CE16C}" dt="2025-05-08T08:34:49.403" v="109" actId="20577"/>
          <ac:spMkLst>
            <pc:docMk/>
            <pc:sldMk cId="212752607" sldId="425"/>
            <ac:spMk id="2" creationId="{0DFB8BD6-AFA1-2C1F-308F-EC89A608B1CD}"/>
          </ac:spMkLst>
        </pc:spChg>
        <pc:spChg chg="mod">
          <ac:chgData name="Pontus Wittenmark" userId="f735600e1fbeff6c" providerId="LiveId" clId="{C8928FA3-2B88-4B60-9AB6-B318A96CE16C}" dt="2025-05-08T09:50:57.036" v="1698" actId="20577"/>
          <ac:spMkLst>
            <pc:docMk/>
            <pc:sldMk cId="212752607" sldId="425"/>
            <ac:spMk id="3" creationId="{112CE8AA-3E4B-533B-BF85-2B4FD33C5117}"/>
          </ac:spMkLst>
        </pc:spChg>
      </pc:sldChg>
      <pc:sldChg chg="modSp mod">
        <pc:chgData name="Pontus Wittenmark" userId="f735600e1fbeff6c" providerId="LiveId" clId="{C8928FA3-2B88-4B60-9AB6-B318A96CE16C}" dt="2025-05-08T11:19:28.367" v="1861" actId="20577"/>
        <pc:sldMkLst>
          <pc:docMk/>
          <pc:sldMk cId="1595311208" sldId="426"/>
        </pc:sldMkLst>
        <pc:spChg chg="mod">
          <ac:chgData name="Pontus Wittenmark" userId="f735600e1fbeff6c" providerId="LiveId" clId="{C8928FA3-2B88-4B60-9AB6-B318A96CE16C}" dt="2025-05-08T11:19:28.367" v="1861" actId="20577"/>
          <ac:spMkLst>
            <pc:docMk/>
            <pc:sldMk cId="1595311208" sldId="426"/>
            <ac:spMk id="2" creationId="{D6CA2B92-49AC-4AB3-7802-ACC0B856EA7D}"/>
          </ac:spMkLst>
        </pc:spChg>
        <pc:spChg chg="mod">
          <ac:chgData name="Pontus Wittenmark" userId="f735600e1fbeff6c" providerId="LiveId" clId="{C8928FA3-2B88-4B60-9AB6-B318A96CE16C}" dt="2025-05-08T10:16:15.383" v="1794" actId="20577"/>
          <ac:spMkLst>
            <pc:docMk/>
            <pc:sldMk cId="1595311208" sldId="426"/>
            <ac:spMk id="3" creationId="{78B6A269-54EA-A8D4-9FFC-475F2D7F1046}"/>
          </ac:spMkLst>
        </pc:spChg>
      </pc:sldChg>
      <pc:sldChg chg="add">
        <pc:chgData name="Pontus Wittenmark" userId="f735600e1fbeff6c" providerId="LiveId" clId="{C8928FA3-2B88-4B60-9AB6-B318A96CE16C}" dt="2025-05-08T08:37:39.194" v="202" actId="2890"/>
        <pc:sldMkLst>
          <pc:docMk/>
          <pc:sldMk cId="1942299248" sldId="427"/>
        </pc:sldMkLst>
      </pc:sldChg>
      <pc:sldChg chg="addSp modSp add mod">
        <pc:chgData name="Pontus Wittenmark" userId="f735600e1fbeff6c" providerId="LiveId" clId="{C8928FA3-2B88-4B60-9AB6-B318A96CE16C}" dt="2025-05-08T14:47:00.176" v="1913" actId="20577"/>
        <pc:sldMkLst>
          <pc:docMk/>
          <pc:sldMk cId="1057753122" sldId="428"/>
        </pc:sldMkLst>
        <pc:spChg chg="mod">
          <ac:chgData name="Pontus Wittenmark" userId="f735600e1fbeff6c" providerId="LiveId" clId="{C8928FA3-2B88-4B60-9AB6-B318A96CE16C}" dt="2025-05-08T09:08:34.075" v="1383" actId="20577"/>
          <ac:spMkLst>
            <pc:docMk/>
            <pc:sldMk cId="1057753122" sldId="428"/>
            <ac:spMk id="3" creationId="{ACE4EEA2-5689-47F6-862E-731BB03210D6}"/>
          </ac:spMkLst>
        </pc:spChg>
        <pc:spChg chg="add mod">
          <ac:chgData name="Pontus Wittenmark" userId="f735600e1fbeff6c" providerId="LiveId" clId="{C8928FA3-2B88-4B60-9AB6-B318A96CE16C}" dt="2025-05-08T08:59:23.248" v="965" actId="20577"/>
          <ac:spMkLst>
            <pc:docMk/>
            <pc:sldMk cId="1057753122" sldId="428"/>
            <ac:spMk id="5" creationId="{ED943F79-FD17-5C8A-D8B6-14F8240020C0}"/>
          </ac:spMkLst>
        </pc:spChg>
        <pc:spChg chg="add mod">
          <ac:chgData name="Pontus Wittenmark" userId="f735600e1fbeff6c" providerId="LiveId" clId="{C8928FA3-2B88-4B60-9AB6-B318A96CE16C}" dt="2025-05-08T14:47:00.176" v="1913" actId="20577"/>
          <ac:spMkLst>
            <pc:docMk/>
            <pc:sldMk cId="1057753122" sldId="428"/>
            <ac:spMk id="7" creationId="{281564BD-7A4B-AE62-0736-00244CB4233B}"/>
          </ac:spMkLst>
        </pc:spChg>
      </pc:sldChg>
      <pc:sldChg chg="modSp add del mod">
        <pc:chgData name="Pontus Wittenmark" userId="f735600e1fbeff6c" providerId="LiveId" clId="{C8928FA3-2B88-4B60-9AB6-B318A96CE16C}" dt="2025-05-08T08:45:44.038" v="527" actId="47"/>
        <pc:sldMkLst>
          <pc:docMk/>
          <pc:sldMk cId="4171787680" sldId="4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3F3CD-F4DD-494E-A154-1D2DBB296ED7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92F1B-E226-4F00-ADF7-74908E2E7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1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07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702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73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553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659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325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878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594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936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835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429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371-546F-4628-B540-04A7090152AF}" type="datetimeFigureOut">
              <a:rPr lang="sv-SE" smtClean="0"/>
              <a:t>2025-06-02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320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0" y="1564816"/>
            <a:ext cx="9144000" cy="1551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ASP.NET MVC</a:t>
            </a:r>
            <a:br>
              <a:rPr lang="en-US" sz="3600" b="1" dirty="0"/>
            </a:br>
            <a:r>
              <a:rPr lang="en-US" sz="3600" dirty="0"/>
              <a:t>Entity Framework </a:t>
            </a:r>
            <a:r>
              <a:rPr lang="en-US" sz="3600"/>
              <a:t>Core 1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9E913-8663-1C73-FD27-E681A4618B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45" y="5068424"/>
            <a:ext cx="2145571" cy="1636863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F5D7F47-C732-7603-C893-5045A3BA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99" y="6222862"/>
            <a:ext cx="579451" cy="365125"/>
          </a:xfrm>
        </p:spPr>
        <p:txBody>
          <a:bodyPr/>
          <a:lstStyle/>
          <a:p>
            <a:fld id="{AB387B78-6C8D-4FF2-ADB1-68EE4449D616}" type="datetimeyyyy">
              <a:rPr lang="sv-SE" smtClean="0"/>
              <a:t>2025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95C9C-5113-755F-8468-79805A7DA751}"/>
              </a:ext>
            </a:extLst>
          </p:cNvPr>
          <p:cNvSpPr txBox="1"/>
          <p:nvPr/>
        </p:nvSpPr>
        <p:spPr>
          <a:xfrm>
            <a:off x="268374" y="6266926"/>
            <a:ext cx="1565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sv-SE" sz="1200" err="1">
                <a:solidFill>
                  <a:schemeClr val="tx1">
                    <a:tint val="75000"/>
                  </a:schemeClr>
                </a:solidFill>
              </a:rPr>
              <a:t>Warm</a:t>
            </a:r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 Kitten 2016 -</a:t>
            </a:r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591B11F-6013-8BBC-83AC-D55A7441040D}"/>
              </a:ext>
            </a:extLst>
          </p:cNvPr>
          <p:cNvGrpSpPr/>
          <p:nvPr/>
        </p:nvGrpSpPr>
        <p:grpSpPr>
          <a:xfrm>
            <a:off x="322164" y="6036051"/>
            <a:ext cx="1835199" cy="230875"/>
            <a:chOff x="-6754745" y="5669464"/>
            <a:chExt cx="2171677" cy="2732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67227-4EE1-F5CA-5C28-88457E7CC0CC}"/>
                </a:ext>
              </a:extLst>
            </p:cNvPr>
            <p:cNvSpPr txBox="1"/>
            <p:nvPr/>
          </p:nvSpPr>
          <p:spPr>
            <a:xfrm>
              <a:off x="-6425660" y="5687724"/>
              <a:ext cx="1842592" cy="254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>
                  <a:solidFill>
                    <a:srgbClr val="37A1B7"/>
                  </a:solidFill>
                  <a:cs typeface="Segoe UI Light" panose="020B0502040204020203" pitchFamily="34" charset="0"/>
                </a:rPr>
                <a:t>@WarmKittenGames</a:t>
              </a:r>
              <a:endParaRPr lang="en-US" sz="1600">
                <a:solidFill>
                  <a:srgbClr val="37A1B7"/>
                </a:solidFill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D67A5F-AD7B-9177-1F98-BC608A7AD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754745" y="5669464"/>
              <a:ext cx="329085" cy="255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81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Innehåll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886700" cy="4625976"/>
          </a:xfrm>
        </p:spPr>
        <p:txBody>
          <a:bodyPr>
            <a:normAutofit/>
          </a:bodyPr>
          <a:lstStyle/>
          <a:p>
            <a:r>
              <a:rPr lang="en-US" dirty="0"/>
              <a:t>ORM-</a:t>
            </a:r>
            <a:r>
              <a:rPr lang="en-US" dirty="0" err="1"/>
              <a:t>verktyg</a:t>
            </a:r>
            <a:endParaRPr lang="en-US" dirty="0"/>
          </a:p>
          <a:p>
            <a:r>
              <a:rPr lang="en-US" dirty="0"/>
              <a:t>Entity Framework Core</a:t>
            </a:r>
          </a:p>
          <a:p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Entity Framework</a:t>
            </a:r>
          </a:p>
          <a:p>
            <a:r>
              <a:rPr lang="en-US" dirty="0"/>
              <a:t>LINQ To Entities</a:t>
            </a:r>
          </a:p>
          <a:p>
            <a:r>
              <a:rPr lang="en-US" dirty="0" err="1"/>
              <a:t>Persistering</a:t>
            </a:r>
            <a:r>
              <a:rPr lang="en-US" dirty="0"/>
              <a:t> av data</a:t>
            </a:r>
          </a:p>
          <a:p>
            <a:r>
              <a:rPr lang="sv-SE" dirty="0"/>
              <a:t>Relationer</a:t>
            </a:r>
          </a:p>
          <a:p>
            <a:r>
              <a:rPr lang="sv-SE" dirty="0"/>
              <a:t>EF-Kommandon</a:t>
            </a:r>
            <a:endParaRPr lang="en-US" dirty="0"/>
          </a:p>
          <a:p>
            <a:r>
              <a:rPr lang="en-US" dirty="0" err="1"/>
              <a:t>Arbetsflöde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6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ORM-verktyg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 err="1"/>
              <a:t>Står</a:t>
            </a:r>
            <a:r>
              <a:rPr lang="en-US" dirty="0"/>
              <a:t> för </a:t>
            </a:r>
            <a:r>
              <a:rPr lang="en-US" b="1" dirty="0"/>
              <a:t>O</a:t>
            </a:r>
            <a:r>
              <a:rPr lang="en-US" dirty="0"/>
              <a:t>bject</a:t>
            </a:r>
            <a:r>
              <a:rPr lang="en-US" b="1" dirty="0"/>
              <a:t> R</a:t>
            </a:r>
            <a:r>
              <a:rPr lang="en-US" dirty="0"/>
              <a:t>elational</a:t>
            </a:r>
            <a:r>
              <a:rPr lang="en-US" b="1" dirty="0"/>
              <a:t> M</a:t>
            </a:r>
            <a:r>
              <a:rPr lang="en-US" dirty="0"/>
              <a:t>apper</a:t>
            </a:r>
          </a:p>
          <a:p>
            <a:r>
              <a:rPr lang="en-US" dirty="0" err="1"/>
              <a:t>Översätter</a:t>
            </a:r>
            <a:r>
              <a:rPr lang="en-US" dirty="0"/>
              <a:t> </a:t>
            </a:r>
            <a:r>
              <a:rPr lang="en-US" dirty="0" err="1"/>
              <a:t>databasens</a:t>
            </a:r>
            <a:r>
              <a:rPr lang="en-US" dirty="0"/>
              <a:t> </a:t>
            </a:r>
            <a:r>
              <a:rPr lang="en-US" dirty="0" err="1"/>
              <a:t>relationsbaserade</a:t>
            </a:r>
            <a:r>
              <a:rPr lang="en-US" dirty="0"/>
              <a:t> </a:t>
            </a:r>
            <a:r>
              <a:rPr lang="en-US" dirty="0" err="1"/>
              <a:t>modell</a:t>
            </a:r>
            <a:r>
              <a:rPr lang="en-US" dirty="0"/>
              <a:t> till den </a:t>
            </a:r>
            <a:r>
              <a:rPr lang="en-US" dirty="0" err="1"/>
              <a:t>objektorienterade</a:t>
            </a:r>
            <a:r>
              <a:rPr lang="en-US" dirty="0"/>
              <a:t> </a:t>
            </a:r>
            <a:r>
              <a:rPr lang="en-US" dirty="0" err="1"/>
              <a:t>paradigmen</a:t>
            </a:r>
            <a:endParaRPr lang="en-US" dirty="0"/>
          </a:p>
          <a:p>
            <a:pPr lvl="1"/>
            <a:r>
              <a:rPr lang="en-US" dirty="0" err="1"/>
              <a:t>Typiskt</a:t>
            </a:r>
            <a:r>
              <a:rPr lang="en-US" dirty="0"/>
              <a:t>: En </a:t>
            </a:r>
            <a:r>
              <a:rPr lang="en-US" dirty="0" err="1"/>
              <a:t>klass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representera</a:t>
            </a:r>
            <a:r>
              <a:rPr lang="en-US" dirty="0"/>
              <a:t> </a:t>
            </a:r>
            <a:r>
              <a:rPr lang="en-US" dirty="0" err="1"/>
              <a:t>databasen</a:t>
            </a:r>
            <a:endParaRPr lang="en-US" dirty="0"/>
          </a:p>
          <a:p>
            <a:pPr lvl="1"/>
            <a:r>
              <a:rPr lang="en-US" dirty="0" err="1"/>
              <a:t>Typiskt</a:t>
            </a:r>
            <a:r>
              <a:rPr lang="en-US" dirty="0"/>
              <a:t>: En </a:t>
            </a:r>
            <a:r>
              <a:rPr lang="en-US" dirty="0" err="1"/>
              <a:t>klass</a:t>
            </a:r>
            <a:r>
              <a:rPr lang="en-US" dirty="0"/>
              <a:t> för </a:t>
            </a:r>
            <a:r>
              <a:rPr lang="en-US" dirty="0" err="1"/>
              <a:t>varje</a:t>
            </a:r>
            <a:r>
              <a:rPr lang="en-US" dirty="0"/>
              <a:t> </a:t>
            </a:r>
            <a:r>
              <a:rPr lang="en-US" dirty="0" err="1"/>
              <a:t>tabell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databasen</a:t>
            </a:r>
            <a:endParaRPr lang="en-US" dirty="0"/>
          </a:p>
          <a:p>
            <a:pPr lvl="2"/>
            <a:r>
              <a:rPr lang="en-US" dirty="0" err="1"/>
              <a:t>Typisk</a:t>
            </a:r>
            <a:r>
              <a:rPr lang="en-US" dirty="0"/>
              <a:t>: En property för </a:t>
            </a:r>
            <a:r>
              <a:rPr lang="en-US" dirty="0" err="1"/>
              <a:t>varje</a:t>
            </a:r>
            <a:r>
              <a:rPr lang="en-US" dirty="0"/>
              <a:t> </a:t>
            </a:r>
            <a:r>
              <a:rPr lang="en-US" dirty="0" err="1"/>
              <a:t>kolumn</a:t>
            </a:r>
            <a:r>
              <a:rPr lang="en-US" dirty="0"/>
              <a:t>/</a:t>
            </a:r>
            <a:r>
              <a:rPr lang="en-US" dirty="0" err="1"/>
              <a:t>fält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databasen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490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Entity Framework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Kan </a:t>
            </a:r>
            <a:r>
              <a:rPr lang="en-US" dirty="0" err="1"/>
              <a:t>arbeta</a:t>
            </a:r>
            <a:r>
              <a:rPr lang="en-US" dirty="0"/>
              <a:t> mot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mängd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databaser</a:t>
            </a:r>
            <a:r>
              <a:rPr lang="en-US" dirty="0"/>
              <a:t> (</a:t>
            </a:r>
            <a:r>
              <a:rPr lang="en-US" dirty="0" err="1"/>
              <a:t>oftast</a:t>
            </a:r>
            <a:r>
              <a:rPr lang="en-US" dirty="0"/>
              <a:t> SQL Server)</a:t>
            </a:r>
          </a:p>
          <a:p>
            <a:r>
              <a:rPr lang="en-US" dirty="0" err="1"/>
              <a:t>Stödjer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arbetssätt</a:t>
            </a:r>
            <a:endParaRPr lang="en-US" dirty="0"/>
          </a:p>
          <a:p>
            <a:pPr lvl="1"/>
            <a:r>
              <a:rPr lang="en-US" dirty="0" err="1"/>
              <a:t>Generera</a:t>
            </a:r>
            <a:r>
              <a:rPr lang="en-US" dirty="0"/>
              <a:t> </a:t>
            </a:r>
            <a:r>
              <a:rPr lang="en-US" dirty="0" err="1"/>
              <a:t>klasser</a:t>
            </a:r>
            <a:r>
              <a:rPr lang="en-US" dirty="0"/>
              <a:t> </a:t>
            </a:r>
            <a:r>
              <a:rPr lang="en-US" dirty="0" err="1"/>
              <a:t>utifrån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databas</a:t>
            </a:r>
            <a:r>
              <a:rPr lang="en-US" dirty="0"/>
              <a:t> (Database-first)</a:t>
            </a:r>
          </a:p>
          <a:p>
            <a:pPr lvl="1"/>
            <a:r>
              <a:rPr lang="en-US" dirty="0" err="1"/>
              <a:t>Generera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databas</a:t>
            </a:r>
            <a:r>
              <a:rPr lang="en-US" dirty="0"/>
              <a:t> </a:t>
            </a:r>
            <a:r>
              <a:rPr lang="en-US" dirty="0" err="1"/>
              <a:t>utifrån</a:t>
            </a:r>
            <a:r>
              <a:rPr lang="en-US" dirty="0"/>
              <a:t> </a:t>
            </a:r>
            <a:r>
              <a:rPr lang="en-US" dirty="0" err="1"/>
              <a:t>klasser</a:t>
            </a:r>
            <a:r>
              <a:rPr lang="en-US" dirty="0"/>
              <a:t> (Code-first)</a:t>
            </a:r>
          </a:p>
          <a:p>
            <a:r>
              <a:rPr lang="en-US" dirty="0" err="1"/>
              <a:t>Distribueras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NuGet-</a:t>
            </a:r>
            <a:r>
              <a:rPr lang="en-US" dirty="0" err="1"/>
              <a:t>paket</a:t>
            </a:r>
            <a:endParaRPr lang="en-US" dirty="0"/>
          </a:p>
          <a:p>
            <a:r>
              <a:rPr lang="en-US" dirty="0"/>
              <a:t>En context-</a:t>
            </a:r>
            <a:r>
              <a:rPr lang="en-US" dirty="0" err="1"/>
              <a:t>klass</a:t>
            </a:r>
            <a:r>
              <a:rPr lang="en-US" dirty="0"/>
              <a:t> </a:t>
            </a:r>
            <a:r>
              <a:rPr lang="en-US" dirty="0" err="1"/>
              <a:t>representera</a:t>
            </a:r>
            <a:r>
              <a:rPr lang="en-US" dirty="0"/>
              <a:t> </a:t>
            </a:r>
            <a:r>
              <a:rPr lang="en-US" dirty="0" err="1"/>
              <a:t>databasen</a:t>
            </a:r>
            <a:endParaRPr lang="en-US" dirty="0"/>
          </a:p>
          <a:p>
            <a:r>
              <a:rPr lang="en-US" dirty="0"/>
              <a:t>Entity-</a:t>
            </a:r>
            <a:r>
              <a:rPr lang="en-US" dirty="0" err="1"/>
              <a:t>klasser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representera</a:t>
            </a:r>
            <a:r>
              <a:rPr lang="en-US" dirty="0"/>
              <a:t> </a:t>
            </a:r>
            <a:r>
              <a:rPr lang="en-US" dirty="0" err="1"/>
              <a:t>tabellerna</a:t>
            </a:r>
            <a:endParaRPr lang="en-US" dirty="0"/>
          </a:p>
          <a:p>
            <a:r>
              <a:rPr lang="en-US" dirty="0" err="1"/>
              <a:t>Genererar</a:t>
            </a:r>
            <a:r>
              <a:rPr lang="en-US" dirty="0"/>
              <a:t> SQL </a:t>
            </a:r>
            <a:r>
              <a:rPr lang="en-US" dirty="0" err="1"/>
              <a:t>i</a:t>
            </a:r>
            <a:r>
              <a:rPr lang="en-US" dirty="0"/>
              <a:t> runtime </a:t>
            </a:r>
            <a:r>
              <a:rPr lang="en-US" dirty="0" err="1"/>
              <a:t>genom</a:t>
            </a:r>
            <a:r>
              <a:rPr lang="en-US" dirty="0"/>
              <a:t> LINQ To </a:t>
            </a:r>
            <a:r>
              <a:rPr lang="en-US" dirty="0" err="1"/>
              <a:t>Entites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9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85D9-62B7-1DDC-4B5C-1D6CF900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2B92-49AC-4AB3-7802-ACC0B856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EF Core </a:t>
            </a:r>
            <a:r>
              <a:rPr lang="en-US" dirty="0" err="1"/>
              <a:t>tillsammans</a:t>
            </a:r>
            <a:r>
              <a:rPr lang="en-US" dirty="0"/>
              <a:t> med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A269-54EA-A8D4-9FFC-475F2D7F1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Typiskt</a:t>
            </a:r>
            <a:r>
              <a:rPr lang="en-US" dirty="0"/>
              <a:t> </a:t>
            </a:r>
            <a:r>
              <a:rPr lang="en-US" dirty="0" err="1"/>
              <a:t>samlar</a:t>
            </a:r>
            <a:r>
              <a:rPr lang="en-US" dirty="0"/>
              <a:t> man </a:t>
            </a:r>
            <a:r>
              <a:rPr lang="en-US" dirty="0" err="1"/>
              <a:t>alla</a:t>
            </a:r>
            <a:r>
              <a:rPr lang="en-US" dirty="0"/>
              <a:t> EF-</a:t>
            </a:r>
            <a:r>
              <a:rPr lang="en-US" dirty="0" err="1"/>
              <a:t>klasser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mapp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heter</a:t>
            </a:r>
            <a:r>
              <a:rPr lang="en-US" dirty="0"/>
              <a:t> </a:t>
            </a:r>
            <a:r>
              <a:rPr lang="en-US" i="1" dirty="0"/>
              <a:t>Data </a:t>
            </a:r>
            <a:r>
              <a:rPr lang="en-US" dirty="0"/>
              <a:t>(under </a:t>
            </a:r>
            <a:r>
              <a:rPr lang="en-US" dirty="0" err="1"/>
              <a:t>projektets</a:t>
            </a:r>
            <a:r>
              <a:rPr lang="en-US" dirty="0"/>
              <a:t> </a:t>
            </a:r>
            <a:r>
              <a:rPr lang="en-US" dirty="0" err="1"/>
              <a:t>rotmapp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1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Entity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använda</a:t>
            </a:r>
            <a:r>
              <a:rPr lang="en-US" dirty="0"/>
              <a:t> EF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, men </a:t>
            </a:r>
            <a:r>
              <a:rPr lang="en-US" dirty="0" err="1"/>
              <a:t>konfigurationen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vara</a:t>
            </a:r>
            <a:r>
              <a:rPr lang="en-US" dirty="0"/>
              <a:t> lite </a:t>
            </a:r>
            <a:r>
              <a:rPr lang="en-US" dirty="0" err="1"/>
              <a:t>pillig</a:t>
            </a:r>
            <a:r>
              <a:rPr lang="en-US" dirty="0"/>
              <a:t> – let’s go </a:t>
            </a:r>
            <a:r>
              <a:rPr lang="en-US" dirty="0">
                <a:sym typeface="Wingdings" panose="05000000000000000000" pitchFamily="2" charset="2"/>
              </a:rPr>
              <a:t>🚀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7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1. Ange connection-</a:t>
            </a:r>
            <a:r>
              <a:rPr lang="en-US" err="1"/>
              <a:t>strängen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49" y="1835457"/>
            <a:ext cx="830887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Ange </a:t>
            </a:r>
            <a:r>
              <a:rPr lang="en-US" dirty="0" err="1"/>
              <a:t>en</a:t>
            </a:r>
            <a:r>
              <a:rPr lang="en-US" dirty="0"/>
              <a:t> connection-</a:t>
            </a:r>
            <a:r>
              <a:rPr lang="en-US" dirty="0" err="1"/>
              <a:t>sträng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 err="1"/>
              <a:t>AppSettings.json</a:t>
            </a:r>
            <a:r>
              <a:rPr lang="en-US" dirty="0" err="1"/>
              <a:t>-filen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sv-SE" dirty="0"/>
              <a:t>Notera att…</a:t>
            </a:r>
          </a:p>
          <a:p>
            <a:pPr lvl="1"/>
            <a:r>
              <a:rPr lang="sv-SE" sz="2200" dirty="0"/>
              <a:t>Den namngivna databasen (</a:t>
            </a:r>
            <a:r>
              <a:rPr lang="sv-SE" sz="2200" i="1" dirty="0" err="1"/>
              <a:t>AcmeDB</a:t>
            </a:r>
            <a:r>
              <a:rPr lang="sv-SE" sz="2200" dirty="0"/>
              <a:t>) ännu inte existerar på disk</a:t>
            </a:r>
          </a:p>
          <a:p>
            <a:pPr lvl="1"/>
            <a:r>
              <a:rPr lang="sv-SE" sz="2200" dirty="0"/>
              <a:t>Detta är en JSON-fil och måste vara korrekt formaterad</a:t>
            </a:r>
            <a:endParaRPr lang="sv-SE" sz="2200" dirty="0">
              <a:sym typeface="Wingdings" panose="05000000000000000000" pitchFamily="2" charset="2"/>
            </a:endParaRPr>
          </a:p>
          <a:p>
            <a:pPr lvl="1"/>
            <a:r>
              <a:rPr lang="sv-SE" sz="2200" dirty="0"/>
              <a:t>Connection-strängen ska se ut exakt som ovan förutom databas-namnet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CAC9B-C185-3AEB-AF59-4DA044F0B365}"/>
              </a:ext>
            </a:extLst>
          </p:cNvPr>
          <p:cNvSpPr/>
          <p:nvPr/>
        </p:nvSpPr>
        <p:spPr>
          <a:xfrm>
            <a:off x="1181873" y="2714735"/>
            <a:ext cx="1025042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700" dirty="0"/>
              <a:t>{</a:t>
            </a:r>
          </a:p>
          <a:p>
            <a:r>
              <a:rPr lang="sv-SE" sz="1700" dirty="0"/>
              <a:t> 	"</a:t>
            </a:r>
            <a:r>
              <a:rPr lang="sv-SE" sz="1700" dirty="0" err="1"/>
              <a:t>ConnectionStrings</a:t>
            </a:r>
            <a:r>
              <a:rPr lang="sv-SE" sz="1700" dirty="0"/>
              <a:t>": {</a:t>
            </a:r>
          </a:p>
          <a:p>
            <a:r>
              <a:rPr lang="sv-SE" sz="1700" dirty="0"/>
              <a:t>		"</a:t>
            </a:r>
            <a:r>
              <a:rPr lang="sv-SE" sz="1700" dirty="0" err="1"/>
              <a:t>DefaultConnection</a:t>
            </a:r>
            <a:r>
              <a:rPr lang="sv-SE" sz="1700" dirty="0"/>
              <a:t>": "Server=(</a:t>
            </a:r>
            <a:r>
              <a:rPr lang="sv-SE" sz="1700" dirty="0" err="1"/>
              <a:t>localdb</a:t>
            </a:r>
            <a:r>
              <a:rPr lang="sv-SE" sz="1700" dirty="0"/>
              <a:t>)\\</a:t>
            </a:r>
            <a:r>
              <a:rPr lang="sv-SE" sz="1700" dirty="0" err="1"/>
              <a:t>MSSQLLocalDB;Database</a:t>
            </a:r>
            <a:r>
              <a:rPr lang="sv-SE" sz="1700" dirty="0"/>
              <a:t>=</a:t>
            </a:r>
            <a:r>
              <a:rPr lang="sv-SE" sz="1700" b="1" u="sng" dirty="0" err="1"/>
              <a:t>AcmeDB</a:t>
            </a:r>
            <a:r>
              <a:rPr lang="sv-SE" sz="1700" dirty="0" err="1"/>
              <a:t>;Trusted_Connection</a:t>
            </a:r>
            <a:r>
              <a:rPr lang="sv-SE" sz="1700" dirty="0"/>
              <a:t>=</a:t>
            </a:r>
            <a:r>
              <a:rPr lang="sv-SE" sz="1700" dirty="0" err="1"/>
              <a:t>True</a:t>
            </a:r>
            <a:r>
              <a:rPr lang="sv-SE" sz="1700" dirty="0"/>
              <a:t>;"</a:t>
            </a:r>
          </a:p>
          <a:p>
            <a:r>
              <a:rPr lang="sv-SE" sz="1700" dirty="0"/>
              <a:t>	}</a:t>
            </a:r>
          </a:p>
          <a:p>
            <a:r>
              <a:rPr lang="sv-SE" sz="1700" dirty="0"/>
              <a:t>}</a:t>
            </a:r>
          </a:p>
          <a:p>
            <a:pPr algn="ctr"/>
            <a:endParaRPr lang="sv-SE" sz="17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05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Lägg</a:t>
            </a:r>
            <a:r>
              <a:rPr lang="en-US" dirty="0"/>
              <a:t> till NuGet-</a:t>
            </a:r>
            <a:r>
              <a:rPr lang="en-US" dirty="0" err="1"/>
              <a:t>paket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87378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Görs enklast via Visual Studios </a:t>
            </a:r>
            <a:r>
              <a:rPr lang="sv-SE" i="1" dirty="0"/>
              <a:t>Package Manager Console:</a:t>
            </a:r>
            <a:br>
              <a:rPr lang="sv-SE" i="1" dirty="0"/>
            </a:br>
            <a:b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Innehåller typer för att arbeta med EF mot SQL Server</a:t>
            </a:r>
            <a:b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Obs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: Ska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installeras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det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projekt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där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Context-Klassen ska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ligga</a:t>
            </a:r>
            <a:b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chemeClr val="accent1"/>
                </a:solidFill>
                <a:latin typeface="Cascadia Mono" panose="020B0609020000020004" pitchFamily="49" charset="0"/>
              </a:rPr>
              <a:t>Install-Package </a:t>
            </a:r>
            <a:r>
              <a:rPr lang="en-US" sz="1400" dirty="0" err="1">
                <a:solidFill>
                  <a:schemeClr val="accent1"/>
                </a:solidFill>
                <a:latin typeface="Cascadia Mono" panose="020B0609020000020004" pitchFamily="49" charset="0"/>
              </a:rPr>
              <a:t>Microsoft.EntityFrameworkCore.SqlServer</a:t>
            </a:r>
            <a:br>
              <a:rPr lang="sv-SE" sz="2000" i="1" dirty="0"/>
            </a:br>
            <a:endParaRPr lang="sv-S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Innehåller verktyg för att generera databaser och klasser</a:t>
            </a:r>
            <a:b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Obs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: Ska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installeras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startup-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projektet</a:t>
            </a:r>
            <a:b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chemeClr val="accent1"/>
                </a:solidFill>
                <a:latin typeface="Cascadia Mono" panose="020B0609020000020004" pitchFamily="49" charset="0"/>
              </a:rPr>
              <a:t>Install-Package </a:t>
            </a:r>
            <a:r>
              <a:rPr lang="en-US" sz="1400" dirty="0" err="1">
                <a:solidFill>
                  <a:schemeClr val="accent1"/>
                </a:solidFill>
                <a:latin typeface="Cascadia Mono" panose="020B0609020000020004" pitchFamily="49" charset="0"/>
              </a:rPr>
              <a:t>Microsoft.EntityFrameworkCore.Tools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53CF2-C28A-7E63-4249-24E143C2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5293372"/>
            <a:ext cx="7572230" cy="7965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602C6C-D77B-EC64-A5D9-51AB04F40DD6}"/>
              </a:ext>
            </a:extLst>
          </p:cNvPr>
          <p:cNvSpPr/>
          <p:nvPr/>
        </p:nvSpPr>
        <p:spPr>
          <a:xfrm>
            <a:off x="6272784" y="5495544"/>
            <a:ext cx="2880360" cy="338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C5F2B-0FA9-3713-84B8-1D90DC98FCF9}"/>
              </a:ext>
            </a:extLst>
          </p:cNvPr>
          <p:cNvSpPr txBox="1"/>
          <p:nvPr/>
        </p:nvSpPr>
        <p:spPr>
          <a:xfrm>
            <a:off x="6272784" y="4822954"/>
            <a:ext cx="2087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Obs</a:t>
            </a:r>
            <a:r>
              <a:rPr lang="en-US" dirty="0"/>
              <a:t>: </a:t>
            </a:r>
            <a:r>
              <a:rPr lang="en-US" dirty="0" err="1"/>
              <a:t>Välj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här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9B8FE5-338D-9CAB-749A-49629C02FAA8}"/>
              </a:ext>
            </a:extLst>
          </p:cNvPr>
          <p:cNvCxnSpPr>
            <a:cxnSpLocks/>
          </p:cNvCxnSpPr>
          <p:nvPr/>
        </p:nvCxnSpPr>
        <p:spPr>
          <a:xfrm>
            <a:off x="7424928" y="5192286"/>
            <a:ext cx="0" cy="47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88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3. Skapa </a:t>
            </a:r>
            <a:r>
              <a:rPr lang="en-US" dirty="0" err="1"/>
              <a:t>databas-entiteterna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C399B4-6AC5-4A94-836F-08B5868F0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Vi kommer snart generera databas-tabeller baserat på dessa klasser: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1259A-CEA6-4592-8BFF-6DB393E774FF}"/>
              </a:ext>
            </a:extLst>
          </p:cNvPr>
          <p:cNvSpPr txBox="1"/>
          <p:nvPr/>
        </p:nvSpPr>
        <p:spPr>
          <a:xfrm>
            <a:off x="2152650" y="2955141"/>
            <a:ext cx="79193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CompanyName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City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   // 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Navigation property (One-To-Many)</a:t>
            </a:r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Order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Orders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Order</a:t>
            </a:r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CustomerId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PriceTotal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   // 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Navigation </a:t>
            </a:r>
            <a:r>
              <a:rPr lang="sv-S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property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(</a:t>
            </a:r>
            <a:r>
              <a:rPr lang="sv-S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Many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-To-</a:t>
            </a:r>
            <a:r>
              <a:rPr lang="sv-S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One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)</a:t>
            </a:r>
            <a:endParaRPr lang="sv-S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278797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4. Skapa Context-</a:t>
            </a:r>
            <a:r>
              <a:rPr lang="en-US" dirty="0" err="1"/>
              <a:t>klassen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 err="1"/>
              <a:t>Måste</a:t>
            </a:r>
            <a:r>
              <a:rPr lang="en-US" dirty="0"/>
              <a:t> </a:t>
            </a:r>
            <a:r>
              <a:rPr lang="en-US" dirty="0" err="1"/>
              <a:t>ärva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i="1" dirty="0" err="1"/>
              <a:t>DbContext</a:t>
            </a:r>
            <a:endParaRPr lang="en-US" i="1" dirty="0"/>
          </a:p>
          <a:p>
            <a:r>
              <a:rPr lang="en-US" dirty="0"/>
              <a:t>Kallas </a:t>
            </a:r>
            <a:r>
              <a:rPr lang="en-US" dirty="0" err="1"/>
              <a:t>typiskt</a:t>
            </a:r>
            <a:r>
              <a:rPr lang="en-US" dirty="0"/>
              <a:t> för </a:t>
            </a:r>
            <a:r>
              <a:rPr lang="en-US" i="1" dirty="0" err="1"/>
              <a:t>ApplicationContext</a:t>
            </a:r>
            <a:endParaRPr lang="en-US" i="1" dirty="0"/>
          </a:p>
          <a:p>
            <a:r>
              <a:rPr lang="en-US" dirty="0" err="1"/>
              <a:t>Representerar</a:t>
            </a:r>
            <a:r>
              <a:rPr lang="en-US" dirty="0"/>
              <a:t> </a:t>
            </a:r>
            <a:r>
              <a:rPr lang="en-US" dirty="0" err="1"/>
              <a:t>vår</a:t>
            </a:r>
            <a:r>
              <a:rPr lang="en-US" dirty="0"/>
              <a:t> </a:t>
            </a:r>
            <a:r>
              <a:rPr lang="en-US" dirty="0" err="1"/>
              <a:t>databas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ansvarar</a:t>
            </a:r>
            <a:r>
              <a:rPr lang="en-US" dirty="0"/>
              <a:t> för </a:t>
            </a:r>
            <a:r>
              <a:rPr lang="en-US" i="1" dirty="0"/>
              <a:t>Change tracking</a:t>
            </a:r>
            <a:r>
              <a:rPr lang="en-US" dirty="0"/>
              <a:t> av </a:t>
            </a:r>
            <a:r>
              <a:rPr lang="en-US" dirty="0" err="1"/>
              <a:t>våra</a:t>
            </a:r>
            <a:r>
              <a:rPr lang="en-US" dirty="0"/>
              <a:t> </a:t>
            </a:r>
            <a:r>
              <a:rPr lang="en-US" dirty="0" err="1"/>
              <a:t>databas-entiteter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B48B4-BA48-485B-9517-5076882768FF}"/>
              </a:ext>
            </a:extLst>
          </p:cNvPr>
          <p:cNvSpPr txBox="1"/>
          <p:nvPr/>
        </p:nvSpPr>
        <p:spPr>
          <a:xfrm>
            <a:off x="2399538" y="4011126"/>
            <a:ext cx="90628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Denna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konstruktor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krävs för att konfigurationen i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Program.cs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ska fungera</a:t>
            </a:r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ApplicationContext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DbContextOptions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ApplicationContext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options)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: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(options)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   // 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Exponerar våra entiteter via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properties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av typen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DbSet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&lt;T&gt; </a:t>
            </a:r>
            <a:endParaRPr lang="sv-S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Customers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Orders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!;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304167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sv-SE" dirty="0"/>
              <a:t>5. Utöka </a:t>
            </a:r>
            <a:r>
              <a:rPr lang="sv-SE" dirty="0" err="1"/>
              <a:t>Context</a:t>
            </a:r>
            <a:r>
              <a:rPr lang="sv-SE" dirty="0"/>
              <a:t>-klassen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Genom att </a:t>
            </a:r>
            <a:r>
              <a:rPr lang="sv-SE" dirty="0" err="1"/>
              <a:t>overrida</a:t>
            </a:r>
            <a:r>
              <a:rPr lang="sv-SE" dirty="0"/>
              <a:t> </a:t>
            </a:r>
            <a:r>
              <a:rPr lang="sv-SE" i="1" dirty="0" err="1"/>
              <a:t>OnModelCreating</a:t>
            </a:r>
            <a:r>
              <a:rPr lang="sv-SE" i="1" dirty="0"/>
              <a:t>()</a:t>
            </a:r>
            <a:r>
              <a:rPr lang="sv-SE" dirty="0"/>
              <a:t> kan vi</a:t>
            </a:r>
          </a:p>
          <a:p>
            <a:pPr lvl="1"/>
            <a:r>
              <a:rPr lang="sv-SE" dirty="0"/>
              <a:t>Specificera metadata om våra tabeller</a:t>
            </a:r>
          </a:p>
          <a:p>
            <a:pPr lvl="1"/>
            <a:r>
              <a:rPr lang="sv-SE" dirty="0"/>
              <a:t>För-</a:t>
            </a:r>
            <a:r>
              <a:rPr lang="sv-SE" dirty="0" err="1"/>
              <a:t>populera</a:t>
            </a:r>
            <a:r>
              <a:rPr lang="sv-SE" dirty="0"/>
              <a:t> tabellerna med data</a:t>
            </a:r>
            <a:br>
              <a:rPr lang="sv-SE" dirty="0"/>
            </a:br>
            <a:endParaRPr lang="sv-SE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6819C-0A4B-D9C6-D000-E08D36902F81}"/>
              </a:ext>
            </a:extLst>
          </p:cNvPr>
          <p:cNvSpPr txBox="1"/>
          <p:nvPr/>
        </p:nvSpPr>
        <p:spPr>
          <a:xfrm>
            <a:off x="2152650" y="3228118"/>
            <a:ext cx="84086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OnModelCreating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ModelBuilder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.OnModelCreating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sv-SE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// Anropen nedan är exempel på att använda </a:t>
            </a:r>
            <a:r>
              <a:rPr lang="sv-S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Fluent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API (till skillnad från att</a:t>
            </a:r>
            <a:b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// använda attribut direkt på entiteterna)</a:t>
            </a:r>
          </a:p>
          <a:p>
            <a:endParaRPr lang="sv-SE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Specificerar vilken </a:t>
            </a:r>
            <a:r>
              <a:rPr lang="sv-S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datatyp</a:t>
            </a:r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databasen ska använda för en specifik kolumn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&lt;Order&gt;()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.Property(o =&gt;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o.PriceTotal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.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HasColumnType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SqlDbType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.Money.ToString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pPr lvl="1"/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sv-S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Specificerar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data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en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specific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tabell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ska för-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populeras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med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HasData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Id = 1,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CompanyName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"Company 1", City = "Stockholm" },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Id = 2,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CompanyName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"Company 2", City = "Stockholm" },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Id = 3,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CompanyName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"Company 3", City = "Stockholm" });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815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i="1" dirty="0"/>
              <a:t>Program</a:t>
            </a:r>
            <a:r>
              <a:rPr lang="en-US" dirty="0"/>
              <a:t>-</a:t>
            </a:r>
            <a:r>
              <a:rPr lang="en-US" dirty="0" err="1"/>
              <a:t>klassen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6313"/>
            <a:ext cx="87287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Context</a:t>
            </a:r>
            <a:r>
              <a:rPr lang="sv-SE" dirty="0"/>
              <a:t>-klassen måste registreras i </a:t>
            </a:r>
            <a:r>
              <a:rPr lang="sv-SE" i="1" dirty="0"/>
              <a:t>Program </a:t>
            </a:r>
            <a:r>
              <a:rPr lang="sv-SE" dirty="0"/>
              <a:t>(innan anropet till</a:t>
            </a:r>
            <a:r>
              <a:rPr lang="sv-SE" i="1" dirty="0"/>
              <a:t> </a:t>
            </a:r>
            <a:r>
              <a:rPr lang="sv-SE" i="1" dirty="0" err="1"/>
              <a:t>builder.Build</a:t>
            </a:r>
            <a:r>
              <a:rPr lang="sv-SE" i="1" dirty="0"/>
              <a:t>()</a:t>
            </a:r>
            <a:r>
              <a:rPr lang="sv-SE" dirty="0"/>
              <a:t>)</a:t>
            </a:r>
            <a:r>
              <a:rPr lang="sv-SE" i="1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4E02C-5BBD-D90E-E80F-8CFDE2F05C04}"/>
              </a:ext>
            </a:extLst>
          </p:cNvPr>
          <p:cNvSpPr txBox="1"/>
          <p:nvPr/>
        </p:nvSpPr>
        <p:spPr>
          <a:xfrm>
            <a:off x="2152650" y="2986319"/>
            <a:ext cx="62522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Hämta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connection</a:t>
            </a:r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-strängen från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AppSettings.json</a:t>
            </a:r>
            <a:b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GetConnectionString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DefaultConnection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b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Registrera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Context-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klassen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för dependency injection</a:t>
            </a:r>
            <a:b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ApplicationContext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o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o.UseSqlServer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b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var app =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builder.Build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();</a:t>
            </a:r>
            <a:endParaRPr lang="sv-SE" sz="20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7. </a:t>
            </a:r>
            <a:r>
              <a:rPr lang="en-US" dirty="0" err="1"/>
              <a:t>Kör</a:t>
            </a:r>
            <a:r>
              <a:rPr lang="en-US" dirty="0"/>
              <a:t> EF-</a:t>
            </a:r>
            <a:r>
              <a:rPr lang="en-US" dirty="0" err="1"/>
              <a:t>Kommandon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83538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Görs enklast via Visual Studios </a:t>
            </a:r>
            <a:r>
              <a:rPr lang="sv-SE" i="1" dirty="0" err="1"/>
              <a:t>Package</a:t>
            </a:r>
            <a:r>
              <a:rPr lang="sv-SE" i="1" dirty="0"/>
              <a:t> Manager </a:t>
            </a:r>
            <a:r>
              <a:rPr lang="sv-SE" i="1" dirty="0" err="1"/>
              <a:t>Console</a:t>
            </a:r>
            <a:r>
              <a:rPr lang="sv-SE" i="1" dirty="0"/>
              <a:t>:</a:t>
            </a:r>
          </a:p>
          <a:p>
            <a:pPr marL="0" indent="0">
              <a:buNone/>
            </a:pPr>
            <a:br>
              <a:rPr lang="sv-SE" i="1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endParaRPr lang="sv-SE" b="1" i="1" dirty="0"/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endParaRPr lang="sv-SE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FFB99-6601-9765-C302-8C5A14A8B676}"/>
              </a:ext>
            </a:extLst>
          </p:cNvPr>
          <p:cNvSpPr txBox="1"/>
          <p:nvPr/>
        </p:nvSpPr>
        <p:spPr>
          <a:xfrm>
            <a:off x="2152650" y="3182112"/>
            <a:ext cx="89039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Registrera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migreringen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varje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migrering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ska ha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ett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unikt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namn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)</a:t>
            </a:r>
            <a:b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chemeClr val="accent1"/>
                </a:solidFill>
                <a:latin typeface="Cascadia Mono" panose="020B0609020000020004" pitchFamily="49" charset="0"/>
              </a:rPr>
              <a:t>Add-Migration "Initial migration"</a:t>
            </a:r>
          </a:p>
          <a:p>
            <a:pPr marL="0" indent="0">
              <a:buNone/>
            </a:pPr>
            <a:b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Applicera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migreringen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på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databasen</a:t>
            </a:r>
            <a:endParaRPr lang="en-US" sz="14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ascadia Mono" panose="020B0609020000020004" pitchFamily="49" charset="0"/>
              </a:rPr>
              <a:t>Update-Database</a:t>
            </a:r>
            <a:endParaRPr lang="sv-SE" sz="1400" dirty="0">
              <a:solidFill>
                <a:schemeClr val="accent1"/>
              </a:solidFill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16E6E-6AC6-A6C2-C06C-E25BC44D80B3}"/>
              </a:ext>
            </a:extLst>
          </p:cNvPr>
          <p:cNvSpPr txBox="1"/>
          <p:nvPr/>
        </p:nvSpPr>
        <p:spPr>
          <a:xfrm>
            <a:off x="2152650" y="5206305"/>
            <a:ext cx="8164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OBS: Kom ihåg att peka </a:t>
            </a:r>
            <a:r>
              <a:rPr lang="sv-SE" i="1" dirty="0"/>
              <a:t>Default Project </a:t>
            </a:r>
            <a:r>
              <a:rPr lang="sv-SE" dirty="0"/>
              <a:t>i </a:t>
            </a:r>
            <a:r>
              <a:rPr lang="sv-SE" i="1" dirty="0" err="1"/>
              <a:t>Package</a:t>
            </a:r>
            <a:r>
              <a:rPr lang="sv-SE" i="1" dirty="0"/>
              <a:t> Manager </a:t>
            </a:r>
            <a:r>
              <a:rPr lang="sv-SE" i="1" dirty="0" err="1"/>
              <a:t>Console</a:t>
            </a:r>
            <a:r>
              <a:rPr lang="sv-SE" dirty="0"/>
              <a:t> till projektet som innehåller </a:t>
            </a:r>
            <a:r>
              <a:rPr lang="sv-SE" dirty="0" err="1"/>
              <a:t>context</a:t>
            </a:r>
            <a:r>
              <a:rPr lang="sv-SE" dirty="0"/>
              <a:t>-klassen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1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5689-174D-E078-D075-27622526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8BD6-AFA1-2C1F-308F-EC89A608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8. </a:t>
            </a:r>
            <a:r>
              <a:rPr lang="en-US" dirty="0" err="1"/>
              <a:t>Uppdatera</a:t>
            </a:r>
            <a:r>
              <a:rPr lang="en-US" dirty="0"/>
              <a:t> </a:t>
            </a:r>
            <a:r>
              <a:rPr lang="en-US" dirty="0" err="1"/>
              <a:t>beroenden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E8AA-3E4B-533B-BF85-2B4FD33C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8353806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sv-SE" dirty="0"/>
              <a:t>De klasser som behöver arbeta mot context-klassen kan nu injicera den in i sin konstruktor</a:t>
            </a:r>
          </a:p>
          <a:p>
            <a:pPr marL="514350" indent="-514350">
              <a:buFont typeface="+mj-lt"/>
              <a:buAutoNum type="alphaLcParenR"/>
            </a:pPr>
            <a:r>
              <a:rPr lang="sv-SE" dirty="0"/>
              <a:t>Dessa klasser kan sedan registreras (typiskt som </a:t>
            </a:r>
            <a:r>
              <a:rPr lang="sv-SE" i="1" dirty="0" err="1"/>
              <a:t>Scoped</a:t>
            </a:r>
            <a:r>
              <a:rPr lang="sv-SE" dirty="0"/>
              <a:t>)</a:t>
            </a:r>
            <a:r>
              <a:rPr lang="sv-SE" i="1" dirty="0"/>
              <a:t> </a:t>
            </a:r>
            <a:r>
              <a:rPr lang="sv-SE" dirty="0"/>
              <a:t>i</a:t>
            </a:r>
            <a:r>
              <a:rPr lang="sv-SE" i="1" dirty="0"/>
              <a:t> Program</a:t>
            </a:r>
          </a:p>
          <a:p>
            <a:pPr marL="0" indent="0">
              <a:buNone/>
            </a:pPr>
            <a:br>
              <a:rPr lang="sv-SE" i="1" dirty="0">
                <a:solidFill>
                  <a:srgbClr val="008000"/>
                </a:solidFill>
                <a:latin typeface="Cascadia Mono" panose="020B0609020000020004" pitchFamily="49" charset="0"/>
              </a:rPr>
            </a:br>
            <a:endParaRPr lang="sv-SE" b="1" i="1" dirty="0"/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21275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7D11-8845-9FFE-6B7F-F6C773D9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4562-E89D-9C63-C17C-151821F6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LINQ To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A97F-89DA-6DA0-3425-000875359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/>
              <a:t>Samma syntax </a:t>
            </a:r>
            <a:r>
              <a:rPr lang="en-US" err="1"/>
              <a:t>som</a:t>
            </a:r>
            <a:r>
              <a:rPr lang="en-US"/>
              <a:t> LINQ To Objects</a:t>
            </a:r>
          </a:p>
          <a:p>
            <a:r>
              <a:rPr lang="en-US" err="1"/>
              <a:t>Agerar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i="1" err="1"/>
              <a:t>IQueryable</a:t>
            </a:r>
            <a:r>
              <a:rPr lang="en-US"/>
              <a:t> </a:t>
            </a:r>
            <a:r>
              <a:rPr lang="en-US" err="1"/>
              <a:t>istället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i="1" err="1"/>
              <a:t>IEnumerable</a:t>
            </a:r>
            <a:endParaRPr lang="en-US" i="1"/>
          </a:p>
          <a:p>
            <a:r>
              <a:rPr lang="en-US" err="1"/>
              <a:t>Resulterar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SQL </a:t>
            </a:r>
            <a:r>
              <a:rPr lang="en-US" err="1"/>
              <a:t>istället</a:t>
            </a:r>
            <a:r>
              <a:rPr lang="en-US"/>
              <a:t> för IL</a:t>
            </a:r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DE03B-F8EA-A581-5F50-4792FB5F6B88}"/>
              </a:ext>
            </a:extLst>
          </p:cNvPr>
          <p:cNvSpPr txBox="1"/>
          <p:nvPr/>
        </p:nvSpPr>
        <p:spPr>
          <a:xfrm>
            <a:off x="1910080" y="3766957"/>
            <a:ext cx="80203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q = </a:t>
            </a:r>
            <a:r>
              <a:rPr lang="sv-SE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context.Customers</a:t>
            </a:r>
            <a:endParaRPr lang="sv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.Where(o =&gt;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o.City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"Stockholm"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.</a:t>
            </a:r>
            <a:r>
              <a:rPr lang="sv-SE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 =&gt; </a:t>
            </a:r>
            <a:r>
              <a:rPr lang="sv-SE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o.CompanyName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sv-SE" sz="1400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Skriver ut SQL-kommandot som kommer köras mot databasen</a:t>
            </a:r>
          </a:p>
          <a:p>
            <a:r>
              <a:rPr lang="sv-SE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sv-SE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sv-SE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ToQueryString</a:t>
            </a:r>
            <a:r>
              <a:rPr lang="sv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endParaRPr lang="sv-SE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// Kör </a:t>
            </a:r>
            <a:r>
              <a:rPr lang="sv-S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queryn</a:t>
            </a:r>
            <a:r>
              <a:rPr lang="sv-SE" sz="14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mot databasen och lagrar resultaten i en </a:t>
            </a:r>
            <a:r>
              <a:rPr lang="sv-S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array</a:t>
            </a:r>
            <a:endParaRPr lang="sv-SE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stockholmCustomers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q.ToArray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4229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Persistering av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88018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Context-</a:t>
            </a:r>
            <a:r>
              <a:rPr lang="en-US" sz="2400" dirty="0" err="1"/>
              <a:t>klassen</a:t>
            </a:r>
            <a:r>
              <a:rPr lang="en-US" sz="2400" dirty="0"/>
              <a:t> </a:t>
            </a:r>
            <a:r>
              <a:rPr lang="en-US" sz="2400" dirty="0" err="1"/>
              <a:t>ansvarar</a:t>
            </a:r>
            <a:r>
              <a:rPr lang="en-US" sz="2400" dirty="0"/>
              <a:t> för change-tracking </a:t>
            </a:r>
            <a:r>
              <a:rPr lang="en-US" sz="2400" dirty="0" err="1"/>
              <a:t>och</a:t>
            </a:r>
            <a:r>
              <a:rPr lang="en-US" sz="2400" dirty="0"/>
              <a:t> </a:t>
            </a:r>
            <a:r>
              <a:rPr lang="en-US" sz="2400" dirty="0" err="1"/>
              <a:t>persisterar</a:t>
            </a:r>
            <a:r>
              <a:rPr lang="en-US" sz="2400" dirty="0"/>
              <a:t> </a:t>
            </a:r>
            <a:r>
              <a:rPr lang="en-US" sz="2400" dirty="0" err="1"/>
              <a:t>alla</a:t>
            </a:r>
            <a:r>
              <a:rPr lang="en-US" sz="2400" dirty="0"/>
              <a:t> </a:t>
            </a:r>
            <a:r>
              <a:rPr lang="en-US" sz="2400" dirty="0" err="1"/>
              <a:t>förändringar</a:t>
            </a:r>
            <a:r>
              <a:rPr lang="en-US" sz="2400" dirty="0"/>
              <a:t> (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och</a:t>
            </a:r>
            <a:r>
              <a:rPr lang="en-US" sz="2400" dirty="0"/>
              <a:t> </a:t>
            </a:r>
            <a:r>
              <a:rPr lang="en-US" sz="2400" dirty="0" err="1"/>
              <a:t>samma</a:t>
            </a:r>
            <a:r>
              <a:rPr lang="en-US" sz="2400" dirty="0"/>
              <a:t> </a:t>
            </a:r>
            <a:r>
              <a:rPr lang="en-US" sz="2400" dirty="0" err="1"/>
              <a:t>transaktion</a:t>
            </a:r>
            <a:r>
              <a:rPr lang="en-US" sz="2400" dirty="0"/>
              <a:t>) </a:t>
            </a:r>
            <a:r>
              <a:rPr lang="en-US" sz="2400" dirty="0" err="1"/>
              <a:t>då</a:t>
            </a:r>
            <a:r>
              <a:rPr lang="en-US" sz="2400" dirty="0"/>
              <a:t> </a:t>
            </a:r>
            <a:r>
              <a:rPr lang="en-US" sz="2400" i="1" dirty="0" err="1"/>
              <a:t>SaveChanges</a:t>
            </a:r>
            <a:r>
              <a:rPr lang="en-US" sz="2400" dirty="0"/>
              <a:t> </a:t>
            </a:r>
            <a:r>
              <a:rPr lang="en-US" sz="2400" dirty="0" err="1"/>
              <a:t>anropas</a:t>
            </a:r>
            <a:r>
              <a:rPr lang="en-US" sz="2400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83466-F3D5-4D38-9855-CE05E1FDD66E}"/>
              </a:ext>
            </a:extLst>
          </p:cNvPr>
          <p:cNvSpPr txBox="1"/>
          <p:nvPr/>
        </p:nvSpPr>
        <p:spPr>
          <a:xfrm>
            <a:off x="2152650" y="2782298"/>
            <a:ext cx="7244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Insert</a:t>
            </a:r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context.Customers.Add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Customer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CompanyName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sv-SE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Warm</a:t>
            </a:r>
            <a:r>
              <a:rPr lang="sv-S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Kitten"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City = </a:t>
            </a:r>
            <a:r>
              <a:rPr lang="sv-S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"Stockholm"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Update</a:t>
            </a:r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customer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context.Customers.Find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customer.City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"Göteborg"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Delete</a:t>
            </a:r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context.Customers.Remove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customer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Persisterar förändringarna i databasen</a:t>
            </a:r>
            <a:endParaRPr lang="sv-S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3302314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 err="1"/>
              <a:t>Relationer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sv-SE" noProof="0" dirty="0"/>
              <a:t>One-To-Many</a:t>
            </a:r>
          </a:p>
          <a:p>
            <a:pPr lvl="1"/>
            <a:r>
              <a:rPr lang="sv-SE" dirty="0"/>
              <a:t>K</a:t>
            </a:r>
            <a:r>
              <a:rPr lang="sv-SE" noProof="0" dirty="0"/>
              <a:t>räver typiskt inget konfiguration – EF kan klurar ut relationen baserat på namngivningen</a:t>
            </a:r>
          </a:p>
          <a:p>
            <a:r>
              <a:rPr lang="sv-SE" noProof="0" dirty="0"/>
              <a:t>Many-To-Many</a:t>
            </a:r>
          </a:p>
          <a:p>
            <a:pPr lvl="1"/>
            <a:r>
              <a:rPr lang="sv-SE" dirty="0"/>
              <a:t>Om kopplingen inte behöver någon mer data än nycklarna så genererar EF kopplingstabellen automatiskt, annars får vi skapa en egen klass som beskriver kopplingen (med två One-To-Many)</a:t>
            </a:r>
          </a:p>
          <a:p>
            <a:r>
              <a:rPr lang="sv-SE" dirty="0" err="1"/>
              <a:t>One</a:t>
            </a:r>
            <a:r>
              <a:rPr lang="sv-SE" dirty="0"/>
              <a:t>-To-</a:t>
            </a:r>
            <a:r>
              <a:rPr lang="sv-SE" dirty="0" err="1"/>
              <a:t>One</a:t>
            </a:r>
            <a:endParaRPr lang="sv-SE" dirty="0"/>
          </a:p>
          <a:p>
            <a:pPr lvl="1"/>
            <a:r>
              <a:rPr lang="sv-SE" dirty="0"/>
              <a:t>Kräver ingen konfiguration </a:t>
            </a:r>
            <a:r>
              <a:rPr lang="sv-SE" u="sng" dirty="0"/>
              <a:t>om</a:t>
            </a:r>
            <a:r>
              <a:rPr lang="sv-SE" dirty="0"/>
              <a:t> nycklarna har olika namn (t.ex. </a:t>
            </a:r>
            <a:r>
              <a:rPr lang="sv-SE" dirty="0" err="1"/>
              <a:t>Car.Id</a:t>
            </a:r>
            <a:r>
              <a:rPr lang="sv-SE" dirty="0"/>
              <a:t> och </a:t>
            </a:r>
            <a:r>
              <a:rPr lang="sv-SE" dirty="0" err="1"/>
              <a:t>Engine.CarId</a:t>
            </a:r>
            <a:r>
              <a:rPr lang="sv-S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6490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0466-DEF4-87B1-3256-CEDF8716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D648-0A7A-B0D2-2263-EFDC839E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 err="1"/>
              <a:t>Relationer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4EEA2-5689-47F6-862E-731BB0321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10" y="1835457"/>
            <a:ext cx="108318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 dirty="0"/>
              <a:t>One-To-One kräver konfiguration om primärnycklarna har samma namn, då den annars inte förstår relationen mellan nycklarna: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43F79-FD17-5C8A-D8B6-14F8240020C0}"/>
              </a:ext>
            </a:extLst>
          </p:cNvPr>
          <p:cNvSpPr txBox="1"/>
          <p:nvPr/>
        </p:nvSpPr>
        <p:spPr>
          <a:xfrm>
            <a:off x="918210" y="3154263"/>
            <a:ext cx="60944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Engine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Engine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SE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SE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Engine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SE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564BD-7A4B-AE62-0736-00244CB4233B}"/>
              </a:ext>
            </a:extLst>
          </p:cNvPr>
          <p:cNvSpPr txBox="1"/>
          <p:nvPr/>
        </p:nvSpPr>
        <p:spPr>
          <a:xfrm>
            <a:off x="5790438" y="3154263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// I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databasen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kommer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både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Car.Id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och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Engine.Id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bli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PKs,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Engine.Id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blir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också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FK  till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Car.Id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HasOne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c.Engine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WithOne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(e =&gt;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e.Car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HasForeignKey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Engine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&gt;(e =&gt;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1"/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753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EF-</a:t>
            </a:r>
            <a:r>
              <a:rPr lang="en-US" dirty="0" err="1"/>
              <a:t>Kommandon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sv-SE" i="1" dirty="0" err="1"/>
              <a:t>Add</a:t>
            </a:r>
            <a:r>
              <a:rPr lang="sv-SE" i="1" dirty="0"/>
              <a:t>-Migration</a:t>
            </a:r>
          </a:p>
          <a:p>
            <a:pPr lvl="1"/>
            <a:r>
              <a:rPr lang="sv-SE" dirty="0"/>
              <a:t>Skapar en C#-fil (i </a:t>
            </a:r>
            <a:r>
              <a:rPr lang="sv-SE" i="1" dirty="0"/>
              <a:t>Migrations</a:t>
            </a:r>
            <a:r>
              <a:rPr lang="sv-SE" dirty="0"/>
              <a:t>-mappen) som representerar alla förändringar i kontext-klassen och entitets-klasserna</a:t>
            </a:r>
          </a:p>
          <a:p>
            <a:r>
              <a:rPr lang="sv-SE" i="1" dirty="0" err="1"/>
              <a:t>Remove</a:t>
            </a:r>
            <a:r>
              <a:rPr lang="sv-SE" i="1" dirty="0"/>
              <a:t>-Migration</a:t>
            </a:r>
          </a:p>
          <a:p>
            <a:pPr lvl="1"/>
            <a:r>
              <a:rPr lang="sv-SE" dirty="0"/>
              <a:t>Raderar den senaste </a:t>
            </a:r>
            <a:r>
              <a:rPr lang="sv-SE" dirty="0" err="1"/>
              <a:t>migreringen</a:t>
            </a:r>
            <a:endParaRPr lang="sv-SE" dirty="0"/>
          </a:p>
          <a:p>
            <a:r>
              <a:rPr lang="sv-SE" i="1" dirty="0" err="1"/>
              <a:t>Update-Database</a:t>
            </a:r>
            <a:endParaRPr lang="sv-SE" i="1" dirty="0"/>
          </a:p>
          <a:p>
            <a:pPr lvl="1"/>
            <a:r>
              <a:rPr lang="sv-SE" dirty="0"/>
              <a:t>Applicerar migrationerna mot databasen</a:t>
            </a:r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207928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22B7-1F4F-8B25-D96B-1F5994BE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1E3E-0BCD-62F1-36FD-A38477AB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EF-</a:t>
            </a:r>
            <a:r>
              <a:rPr lang="en-US" dirty="0" err="1"/>
              <a:t>Kommandon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34DF-27AB-91D2-B50D-8774FA723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För att rulla tillbaka till en specifik migration:</a:t>
            </a:r>
          </a:p>
          <a:p>
            <a:pPr marL="0" indent="0">
              <a:buNone/>
            </a:pPr>
            <a:endParaRPr lang="sv-SE" i="1" dirty="0"/>
          </a:p>
          <a:p>
            <a:r>
              <a:rPr lang="sv-SE" dirty="0"/>
              <a:t>Om databasen </a:t>
            </a:r>
            <a:r>
              <a:rPr lang="sv-SE" i="1" dirty="0"/>
              <a:t>inte</a:t>
            </a:r>
            <a:r>
              <a:rPr lang="sv-SE" dirty="0"/>
              <a:t> har uppdaterats</a:t>
            </a:r>
          </a:p>
          <a:p>
            <a:pPr lvl="1"/>
            <a:r>
              <a:rPr lang="sv-SE" i="1" dirty="0" err="1"/>
              <a:t>Remove</a:t>
            </a:r>
            <a:r>
              <a:rPr lang="sv-SE" i="1" dirty="0"/>
              <a:t>-Migration</a:t>
            </a:r>
            <a:r>
              <a:rPr lang="sv-SE" dirty="0"/>
              <a:t> (kör så många gånger som du vill radera </a:t>
            </a:r>
            <a:r>
              <a:rPr lang="sv-SE" dirty="0" err="1"/>
              <a:t>migreringar</a:t>
            </a:r>
            <a:r>
              <a:rPr lang="sv-SE" dirty="0"/>
              <a:t>)</a:t>
            </a:r>
          </a:p>
          <a:p>
            <a:r>
              <a:rPr lang="sv-SE" dirty="0"/>
              <a:t>Om databasen </a:t>
            </a:r>
            <a:r>
              <a:rPr lang="sv-SE" i="1" dirty="0"/>
              <a:t>har </a:t>
            </a:r>
            <a:r>
              <a:rPr lang="sv-SE" dirty="0"/>
              <a:t>uppdaterats</a:t>
            </a:r>
          </a:p>
          <a:p>
            <a:pPr lvl="1"/>
            <a:r>
              <a:rPr lang="sv-SE" i="1" dirty="0" err="1"/>
              <a:t>Update-Database</a:t>
            </a:r>
            <a:r>
              <a:rPr lang="sv-SE" i="1" dirty="0"/>
              <a:t> ”</a:t>
            </a:r>
            <a:r>
              <a:rPr lang="sv-SE" i="1" dirty="0" err="1"/>
              <a:t>MigrationName</a:t>
            </a:r>
            <a:r>
              <a:rPr lang="sv-SE" i="1" dirty="0"/>
              <a:t>” </a:t>
            </a:r>
            <a:r>
              <a:rPr lang="sv-SE" dirty="0"/>
              <a:t>(backar databasen till hur den såg ut vid den namngivna </a:t>
            </a:r>
            <a:r>
              <a:rPr lang="sv-SE" dirty="0" err="1"/>
              <a:t>migreringen</a:t>
            </a:r>
            <a:r>
              <a:rPr lang="sv-SE" dirty="0"/>
              <a:t>)</a:t>
            </a:r>
            <a:endParaRPr lang="sv-SE" i="1" dirty="0"/>
          </a:p>
          <a:p>
            <a:pPr lvl="1"/>
            <a:r>
              <a:rPr lang="sv-SE" i="1" dirty="0" err="1"/>
              <a:t>Remove</a:t>
            </a:r>
            <a:r>
              <a:rPr lang="sv-SE" i="1" dirty="0"/>
              <a:t>-Migration</a:t>
            </a:r>
            <a:r>
              <a:rPr lang="sv-SE" dirty="0"/>
              <a:t> (kör så många gånger som du vill radera </a:t>
            </a:r>
            <a:r>
              <a:rPr lang="sv-SE" dirty="0" err="1"/>
              <a:t>migreringar</a:t>
            </a:r>
            <a:r>
              <a:rPr lang="sv-SE" dirty="0"/>
              <a:t> från </a:t>
            </a:r>
            <a:r>
              <a:rPr lang="sv-SE" i="1" dirty="0"/>
              <a:t>Migrations</a:t>
            </a:r>
            <a:r>
              <a:rPr lang="sv-SE" dirty="0"/>
              <a:t>-mappen)</a:t>
            </a:r>
          </a:p>
          <a:p>
            <a:pPr marL="514350" indent="-514350">
              <a:buFont typeface="+mj-lt"/>
              <a:buAutoNum type="arabicPeriod"/>
            </a:pPr>
            <a:endParaRPr lang="sv-SE" b="1" i="1" dirty="0"/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608024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4A69-1863-AECE-178A-632062BD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15EC-9E51-A29F-1F81-A44021EE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EF-</a:t>
            </a:r>
            <a:r>
              <a:rPr lang="en-US" dirty="0" err="1"/>
              <a:t>Kommandon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115B-942A-75B2-D09B-F4DD86D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Om man vill radera all </a:t>
            </a:r>
            <a:r>
              <a:rPr lang="sv-SE"/>
              <a:t>historik och börja </a:t>
            </a:r>
            <a:r>
              <a:rPr lang="sv-SE" dirty="0"/>
              <a:t>om från början </a:t>
            </a:r>
            <a:r>
              <a:rPr lang="sv-SE"/>
              <a:t>med Migrations:</a:t>
            </a:r>
            <a:endParaRPr lang="sv-SE" dirty="0"/>
          </a:p>
          <a:p>
            <a:pPr marL="0" indent="0">
              <a:buNone/>
            </a:pPr>
            <a:endParaRPr lang="sv-SE" i="1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Radera Migrations-mappen (i </a:t>
            </a:r>
            <a:r>
              <a:rPr lang="sv-SE" i="1" dirty="0"/>
              <a:t>Solution Explorer</a:t>
            </a:r>
            <a:r>
              <a:rPr lang="sv-SE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Radera den lokala databasen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Kör </a:t>
            </a:r>
            <a:r>
              <a:rPr lang="sv-SE" dirty="0" err="1"/>
              <a:t>Add</a:t>
            </a:r>
            <a:r>
              <a:rPr lang="sv-SE" dirty="0"/>
              <a:t>-Migration "Initial migration"</a:t>
            </a:r>
            <a:endParaRPr lang="sv-SE" b="1" i="1" dirty="0"/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2579391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EF-</a:t>
            </a:r>
            <a:r>
              <a:rPr lang="en-US" err="1"/>
              <a:t>Kommandon</a:t>
            </a:r>
            <a:r>
              <a:rPr lang="en-US"/>
              <a:t> – </a:t>
            </a:r>
            <a:r>
              <a:rPr lang="en-US" err="1"/>
              <a:t>typiskt</a:t>
            </a:r>
            <a:r>
              <a:rPr lang="en-US"/>
              <a:t> a</a:t>
            </a:r>
            <a:r>
              <a:rPr lang="sv-SE" err="1"/>
              <a:t>rbetsflöde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Varje gång vi vill ändra något relaterat till databasen:</a:t>
            </a:r>
            <a:br>
              <a:rPr lang="sv-SE" dirty="0"/>
            </a:b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Gör förändringarna i EF-klasserna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Kör </a:t>
            </a:r>
            <a:r>
              <a:rPr lang="sv-SE" i="1" dirty="0" err="1"/>
              <a:t>Add</a:t>
            </a:r>
            <a:r>
              <a:rPr lang="sv-SE" i="1" dirty="0"/>
              <a:t>-Migration ”Migration </a:t>
            </a:r>
            <a:r>
              <a:rPr lang="sv-SE" i="1" dirty="0" err="1"/>
              <a:t>name</a:t>
            </a:r>
            <a:r>
              <a:rPr lang="sv-SE" i="1" dirty="0"/>
              <a:t>”</a:t>
            </a:r>
            <a:br>
              <a:rPr lang="sv-SE" dirty="0"/>
            </a:br>
            <a:r>
              <a:rPr lang="sv-SE" sz="2400" dirty="0"/>
              <a:t>Skapar en C#-fil som representerar alla förändringar sen den senaste </a:t>
            </a:r>
            <a:r>
              <a:rPr lang="sv-SE" sz="2400" dirty="0" err="1"/>
              <a:t>migreringen</a:t>
            </a: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Kör </a:t>
            </a:r>
            <a:r>
              <a:rPr lang="sv-SE" i="1" dirty="0" err="1"/>
              <a:t>Update-Database</a:t>
            </a:r>
            <a:br>
              <a:rPr lang="sv-SE" dirty="0"/>
            </a:br>
            <a:r>
              <a:rPr lang="sv-SE" sz="2400" dirty="0"/>
              <a:t>Uppdaterar databasen med alla </a:t>
            </a:r>
            <a:r>
              <a:rPr lang="sv-SE" sz="2400" dirty="0" err="1"/>
              <a:t>migreringar</a:t>
            </a:r>
            <a:r>
              <a:rPr lang="sv-SE" sz="2400" dirty="0"/>
              <a:t> som lagts till sen kommandot senast kördes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15404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Skapa </a:t>
            </a:r>
            <a:r>
              <a:rPr lang="en-US" err="1"/>
              <a:t>databasen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Nya </a:t>
            </a:r>
            <a:r>
              <a:rPr lang="en-US" err="1"/>
              <a:t>databaser</a:t>
            </a:r>
            <a:r>
              <a:rPr lang="en-US"/>
              <a:t>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skapas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i="1"/>
              <a:t>SQL Server Object Explorer</a:t>
            </a:r>
          </a:p>
          <a:p>
            <a:pPr marL="971550" lvl="1" indent="-514350">
              <a:buAutoNum type="arabicPeriod"/>
            </a:pPr>
            <a:endParaRPr lang="en-US"/>
          </a:p>
          <a:p>
            <a:pPr marL="971550" lvl="1" indent="-514350">
              <a:buAutoNum type="arabicPeriod"/>
            </a:pPr>
            <a:endParaRPr lang="en-US"/>
          </a:p>
          <a:p>
            <a:pPr marL="971550" lvl="1" indent="-514350">
              <a:buAutoNum type="arabicPeriod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809F0-FA7C-13C8-FED9-EFEF609E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61" y="2838240"/>
            <a:ext cx="3695727" cy="194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4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Kopiera</a:t>
            </a:r>
            <a:r>
              <a:rPr lang="en-US"/>
              <a:t> connection-</a:t>
            </a:r>
            <a:r>
              <a:rPr lang="en-US" err="1"/>
              <a:t>strängen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För </a:t>
            </a:r>
            <a:r>
              <a:rPr lang="en-US" sz="2400" err="1"/>
              <a:t>att</a:t>
            </a:r>
            <a:r>
              <a:rPr lang="en-US" sz="2400"/>
              <a:t> </a:t>
            </a:r>
            <a:r>
              <a:rPr lang="en-US" sz="2400" err="1"/>
              <a:t>kopiera</a:t>
            </a:r>
            <a:r>
              <a:rPr lang="en-US" sz="2400"/>
              <a:t> </a:t>
            </a:r>
            <a:r>
              <a:rPr lang="en-US" sz="2400" err="1"/>
              <a:t>en</a:t>
            </a:r>
            <a:r>
              <a:rPr lang="en-US" sz="2400"/>
              <a:t> </a:t>
            </a:r>
            <a:r>
              <a:rPr lang="en-US" sz="2400" err="1"/>
              <a:t>databas</a:t>
            </a:r>
            <a:r>
              <a:rPr lang="en-US" sz="2400"/>
              <a:t> connection-</a:t>
            </a:r>
            <a:r>
              <a:rPr lang="en-US" sz="2400" err="1"/>
              <a:t>sträng</a:t>
            </a:r>
            <a:r>
              <a:rPr lang="en-US" sz="2400"/>
              <a:t>: </a:t>
            </a:r>
            <a:r>
              <a:rPr lang="en-US" sz="2400" i="1" err="1"/>
              <a:t>Högerklicka</a:t>
            </a:r>
            <a:r>
              <a:rPr lang="en-US" sz="2400" i="1"/>
              <a:t> på databasen -&gt; Properties -&gt; </a:t>
            </a:r>
            <a:r>
              <a:rPr lang="en-US" sz="2400" i="1" err="1"/>
              <a:t>Kopiera</a:t>
            </a:r>
            <a:r>
              <a:rPr lang="en-US" sz="2400" i="1"/>
              <a:t> Connection string-</a:t>
            </a:r>
            <a:r>
              <a:rPr lang="en-US" sz="2400" i="1" err="1"/>
              <a:t>värdet</a:t>
            </a:r>
            <a:endParaRPr lang="en-US" sz="2400" i="1"/>
          </a:p>
          <a:p>
            <a:pPr marL="0" indent="0">
              <a:buNone/>
            </a:pPr>
            <a:r>
              <a:rPr lang="en-US" sz="2000"/>
              <a:t>Tips: Om inga properties syns: </a:t>
            </a:r>
            <a:r>
              <a:rPr lang="en-US" sz="2000" err="1"/>
              <a:t>Expandera</a:t>
            </a:r>
            <a:r>
              <a:rPr lang="en-US" sz="2000"/>
              <a:t> databasen och </a:t>
            </a:r>
            <a:r>
              <a:rPr lang="en-US" sz="2000" err="1"/>
              <a:t>försök</a:t>
            </a:r>
            <a:r>
              <a:rPr lang="en-US" sz="2000"/>
              <a:t> </a:t>
            </a:r>
            <a:r>
              <a:rPr lang="en-US" sz="2000" err="1"/>
              <a:t>igen</a:t>
            </a:r>
            <a:endParaRPr lang="en-US" sz="2400"/>
          </a:p>
          <a:p>
            <a:pPr marL="971550" lvl="1" indent="-514350">
              <a:buAutoNum type="arabicPeriod"/>
            </a:pPr>
            <a:endParaRPr lang="en-US"/>
          </a:p>
          <a:p>
            <a:pPr marL="971550" lvl="1" indent="-514350">
              <a:buAutoNum type="arabicPeriod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DEE1F-8240-86E4-BCD8-2ECC00633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66" y="3259304"/>
            <a:ext cx="3383395" cy="3134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3186B0-E7F7-13E0-963E-01E1685F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64" y="3254040"/>
            <a:ext cx="3171848" cy="32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30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CE4678-34DD-4CEF-AFBF-A369F8D0A533}"/>
              </a:ext>
            </a:extLst>
          </p:cNvPr>
          <p:cNvSpPr txBox="1">
            <a:spLocks/>
          </p:cNvSpPr>
          <p:nvPr/>
        </p:nvSpPr>
        <p:spPr>
          <a:xfrm>
            <a:off x="2152650" y="1835458"/>
            <a:ext cx="7781500" cy="44255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Görst</a:t>
            </a:r>
            <a:r>
              <a:rPr lang="en-US" dirty="0"/>
              <a:t> </a:t>
            </a:r>
            <a:r>
              <a:rPr lang="en-US" dirty="0" err="1"/>
              <a:t>enklast</a:t>
            </a:r>
            <a:r>
              <a:rPr lang="en-US" dirty="0"/>
              <a:t> via Visual Studios </a:t>
            </a:r>
            <a:r>
              <a:rPr lang="en-US" i="1" dirty="0"/>
              <a:t>Package Manager Console</a:t>
            </a:r>
            <a:r>
              <a:rPr lang="en-US" dirty="0"/>
              <a:t>:</a:t>
            </a:r>
            <a:br>
              <a:rPr lang="en-US" dirty="0"/>
            </a:br>
            <a:endParaRPr lang="en-US" sz="2000" dirty="0"/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Scaffold-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DbContext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 -Connection name=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DefaultConnection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 -Provider 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Microsoft.EntityFrameworkCore.SqlServer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 -Project "Acme" -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OutputDir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 "Models/Entities" -Context "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ApplicationContext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" -</a:t>
            </a:r>
            <a:r>
              <a:rPr lang="en-US" sz="2600" i="1" dirty="0" err="1">
                <a:solidFill>
                  <a:schemeClr val="accent1">
                    <a:lumMod val="75000"/>
                  </a:schemeClr>
                </a:solidFill>
              </a:rPr>
              <a:t>NoOnConfiguring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 -Force</a:t>
            </a:r>
            <a:endParaRPr lang="en-US" sz="29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Connection name</a:t>
            </a:r>
            <a:r>
              <a:rPr lang="en-US" sz="2200" dirty="0"/>
              <a:t>: </a:t>
            </a:r>
            <a:r>
              <a:rPr lang="en-US" sz="2200" dirty="0" err="1"/>
              <a:t>Namnet</a:t>
            </a:r>
            <a:r>
              <a:rPr lang="en-US" sz="2200" dirty="0"/>
              <a:t> </a:t>
            </a:r>
            <a:r>
              <a:rPr lang="en-US" sz="2200" dirty="0" err="1"/>
              <a:t>på</a:t>
            </a:r>
            <a:r>
              <a:rPr lang="en-US" sz="2200" dirty="0"/>
              <a:t> den connection-string </a:t>
            </a:r>
            <a:r>
              <a:rPr lang="en-US" sz="2200" dirty="0" err="1"/>
              <a:t>som</a:t>
            </a:r>
            <a:r>
              <a:rPr lang="en-US" sz="2200" dirty="0"/>
              <a:t> </a:t>
            </a:r>
            <a:r>
              <a:rPr lang="en-US" sz="2200" dirty="0" err="1"/>
              <a:t>registrerats</a:t>
            </a:r>
            <a:r>
              <a:rPr lang="en-US" sz="2200" dirty="0"/>
              <a:t> I </a:t>
            </a:r>
            <a:r>
              <a:rPr lang="en-US" sz="2200" dirty="0" err="1"/>
              <a:t>AppSettings.json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Provider</a:t>
            </a:r>
            <a:r>
              <a:rPr lang="en-US" sz="2200" dirty="0"/>
              <a:t>: </a:t>
            </a:r>
            <a:r>
              <a:rPr lang="en-US" sz="2200" dirty="0" err="1"/>
              <a:t>Vilket</a:t>
            </a:r>
            <a:r>
              <a:rPr lang="en-US" sz="2200" dirty="0"/>
              <a:t> namespace ligger </a:t>
            </a:r>
            <a:r>
              <a:rPr lang="en-US" sz="2200" dirty="0" err="1"/>
              <a:t>klasserna</a:t>
            </a:r>
            <a:r>
              <a:rPr lang="en-US" sz="2200" dirty="0"/>
              <a:t> </a:t>
            </a:r>
            <a:r>
              <a:rPr lang="en-US" sz="2200" dirty="0" err="1"/>
              <a:t>som</a:t>
            </a:r>
            <a:r>
              <a:rPr lang="en-US" sz="2200" dirty="0"/>
              <a:t> EF ska </a:t>
            </a:r>
            <a:r>
              <a:rPr lang="en-US" sz="2200" dirty="0" err="1"/>
              <a:t>använda</a:t>
            </a:r>
            <a:r>
              <a:rPr lang="en-US" sz="2200" dirty="0"/>
              <a:t> sig av (</a:t>
            </a:r>
            <a:r>
              <a:rPr lang="en-US" sz="2200" dirty="0" err="1"/>
              <a:t>typiskt</a:t>
            </a:r>
            <a:r>
              <a:rPr lang="en-US" sz="2200" dirty="0"/>
              <a:t> </a:t>
            </a:r>
            <a:r>
              <a:rPr lang="en-US" sz="2200" dirty="0" err="1"/>
              <a:t>SqlServer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b="1" dirty="0"/>
              <a:t>Project</a:t>
            </a:r>
            <a:r>
              <a:rPr lang="en-US" sz="2200" dirty="0"/>
              <a:t>: </a:t>
            </a:r>
            <a:r>
              <a:rPr lang="en-US" sz="2200" dirty="0" err="1"/>
              <a:t>Namnet</a:t>
            </a:r>
            <a:r>
              <a:rPr lang="en-US" sz="2200" dirty="0"/>
              <a:t> </a:t>
            </a:r>
            <a:r>
              <a:rPr lang="en-US" sz="2200" dirty="0" err="1"/>
              <a:t>på</a:t>
            </a:r>
            <a:r>
              <a:rPr lang="en-US" sz="2200" dirty="0"/>
              <a:t> </a:t>
            </a:r>
            <a:r>
              <a:rPr lang="en-US" sz="2200" dirty="0" err="1"/>
              <a:t>projektet</a:t>
            </a:r>
            <a:r>
              <a:rPr lang="en-US" sz="2200" dirty="0"/>
              <a:t> </a:t>
            </a:r>
            <a:r>
              <a:rPr lang="en-US" sz="2200" dirty="0" err="1"/>
              <a:t>där</a:t>
            </a:r>
            <a:r>
              <a:rPr lang="en-US" sz="2200" dirty="0"/>
              <a:t> </a:t>
            </a:r>
            <a:r>
              <a:rPr lang="en-US" sz="2200" dirty="0" err="1"/>
              <a:t>filerna</a:t>
            </a:r>
            <a:r>
              <a:rPr lang="en-US" sz="2200" dirty="0"/>
              <a:t> ska </a:t>
            </a:r>
            <a:r>
              <a:rPr lang="en-US" sz="2200" dirty="0" err="1"/>
              <a:t>genereras</a:t>
            </a:r>
            <a:r>
              <a:rPr lang="en-US" sz="2200" dirty="0"/>
              <a:t> (vid solutions med </a:t>
            </a:r>
            <a:r>
              <a:rPr lang="en-US" sz="2200" dirty="0" err="1"/>
              <a:t>fler</a:t>
            </a:r>
            <a:r>
              <a:rPr lang="en-US" sz="2200" dirty="0"/>
              <a:t> </a:t>
            </a:r>
            <a:r>
              <a:rPr lang="en-US" sz="2200" dirty="0" err="1"/>
              <a:t>projekt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b="1" dirty="0" err="1"/>
              <a:t>OutputDir</a:t>
            </a:r>
            <a:r>
              <a:rPr lang="en-US" sz="2200" dirty="0"/>
              <a:t>: Var ska de </a:t>
            </a:r>
            <a:r>
              <a:rPr lang="en-US" sz="2200" dirty="0" err="1"/>
              <a:t>genererade</a:t>
            </a:r>
            <a:r>
              <a:rPr lang="en-US" sz="2200" dirty="0"/>
              <a:t> </a:t>
            </a:r>
            <a:r>
              <a:rPr lang="en-US" sz="2200" dirty="0" err="1"/>
              <a:t>klasserna</a:t>
            </a:r>
            <a:r>
              <a:rPr lang="en-US" sz="2200" dirty="0"/>
              <a:t> </a:t>
            </a:r>
            <a:r>
              <a:rPr lang="en-US" sz="2200" dirty="0" err="1"/>
              <a:t>placeras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Context</a:t>
            </a:r>
            <a:r>
              <a:rPr lang="en-US" sz="2200" dirty="0"/>
              <a:t>: </a:t>
            </a:r>
            <a:r>
              <a:rPr lang="en-US" sz="2200" dirty="0" err="1"/>
              <a:t>Namnet</a:t>
            </a:r>
            <a:r>
              <a:rPr lang="en-US" sz="2200" dirty="0"/>
              <a:t> </a:t>
            </a:r>
            <a:r>
              <a:rPr lang="en-US" sz="2200" dirty="0" err="1"/>
              <a:t>på</a:t>
            </a:r>
            <a:r>
              <a:rPr lang="en-US" sz="2200" dirty="0"/>
              <a:t> context-</a:t>
            </a:r>
            <a:r>
              <a:rPr lang="en-US" sz="2200" dirty="0" err="1"/>
              <a:t>klassen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 err="1"/>
              <a:t>NoOnConfiguring</a:t>
            </a:r>
            <a:r>
              <a:rPr lang="en-US" sz="2200" dirty="0"/>
              <a:t>: </a:t>
            </a:r>
            <a:r>
              <a:rPr lang="en-US" sz="2200" dirty="0" err="1"/>
              <a:t>Generera</a:t>
            </a:r>
            <a:r>
              <a:rPr lang="en-US" sz="2200" dirty="0"/>
              <a:t> </a:t>
            </a:r>
            <a:r>
              <a:rPr lang="en-US" sz="2200" dirty="0" err="1"/>
              <a:t>ingen</a:t>
            </a:r>
            <a:r>
              <a:rPr lang="en-US" sz="2200" dirty="0"/>
              <a:t> </a:t>
            </a:r>
            <a:r>
              <a:rPr lang="en-US" sz="2200" i="1" dirty="0" err="1"/>
              <a:t>OnConfiguration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den </a:t>
            </a:r>
            <a:r>
              <a:rPr lang="en-US" sz="2200" dirty="0" err="1"/>
              <a:t>genererade</a:t>
            </a:r>
            <a:r>
              <a:rPr lang="en-US" sz="2200" dirty="0"/>
              <a:t> context-</a:t>
            </a:r>
            <a:r>
              <a:rPr lang="en-US" sz="2200" dirty="0" err="1"/>
              <a:t>klassen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Force</a:t>
            </a:r>
            <a:r>
              <a:rPr lang="en-US" sz="2200" dirty="0"/>
              <a:t>: </a:t>
            </a:r>
            <a:r>
              <a:rPr lang="en-US" sz="2200" dirty="0" err="1"/>
              <a:t>Skriv</a:t>
            </a:r>
            <a:r>
              <a:rPr lang="en-US" sz="2200" dirty="0"/>
              <a:t> </a:t>
            </a:r>
            <a:r>
              <a:rPr lang="en-US" sz="2200" dirty="0" err="1"/>
              <a:t>över</a:t>
            </a:r>
            <a:r>
              <a:rPr lang="en-US" sz="2200" dirty="0"/>
              <a:t> </a:t>
            </a:r>
            <a:r>
              <a:rPr lang="en-US" sz="2200" dirty="0" err="1"/>
              <a:t>eventuella</a:t>
            </a:r>
            <a:r>
              <a:rPr lang="en-US" sz="2200" dirty="0"/>
              <a:t> </a:t>
            </a:r>
            <a:r>
              <a:rPr lang="en-US" sz="2200" dirty="0" err="1"/>
              <a:t>befintliga</a:t>
            </a:r>
            <a:r>
              <a:rPr lang="en-US" sz="2200" dirty="0"/>
              <a:t> </a:t>
            </a:r>
            <a:r>
              <a:rPr lang="en-US" sz="2200" dirty="0" err="1"/>
              <a:t>klasser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Tables</a:t>
            </a:r>
            <a:r>
              <a:rPr lang="en-US" sz="2200" dirty="0"/>
              <a:t>: </a:t>
            </a:r>
            <a:r>
              <a:rPr lang="en-US" sz="2200" dirty="0" err="1"/>
              <a:t>Specificerar</a:t>
            </a:r>
            <a:r>
              <a:rPr lang="en-US" sz="2200" dirty="0"/>
              <a:t> de </a:t>
            </a:r>
            <a:r>
              <a:rPr lang="en-US" sz="2200" dirty="0" err="1"/>
              <a:t>aktuella</a:t>
            </a:r>
            <a:r>
              <a:rPr lang="en-US" sz="2200" dirty="0"/>
              <a:t> </a:t>
            </a:r>
            <a:r>
              <a:rPr lang="en-US" sz="2200" dirty="0" err="1"/>
              <a:t>tabellerna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Schema</a:t>
            </a:r>
            <a:r>
              <a:rPr lang="en-US" sz="2200" dirty="0"/>
              <a:t>: </a:t>
            </a:r>
            <a:r>
              <a:rPr lang="en-US" sz="2200" dirty="0" err="1"/>
              <a:t>Specificerar</a:t>
            </a:r>
            <a:r>
              <a:rPr lang="en-US" sz="2200" dirty="0"/>
              <a:t> </a:t>
            </a:r>
            <a:r>
              <a:rPr lang="en-US" sz="2200" dirty="0" err="1"/>
              <a:t>databas-scemat</a:t>
            </a:r>
            <a:r>
              <a:rPr lang="en-US" sz="2200" dirty="0"/>
              <a:t> </a:t>
            </a:r>
            <a:r>
              <a:rPr lang="en-US" sz="2200" dirty="0" err="1"/>
              <a:t>där</a:t>
            </a:r>
            <a:r>
              <a:rPr lang="en-US" sz="2200" dirty="0"/>
              <a:t> de </a:t>
            </a:r>
            <a:r>
              <a:rPr lang="en-US" sz="2200" dirty="0" err="1"/>
              <a:t>aktuella</a:t>
            </a:r>
            <a:r>
              <a:rPr lang="en-US" sz="2200" dirty="0"/>
              <a:t> </a:t>
            </a:r>
            <a:r>
              <a:rPr lang="en-US" sz="2200" dirty="0" err="1"/>
              <a:t>tabellerna</a:t>
            </a:r>
            <a:r>
              <a:rPr lang="en-US" sz="2200" dirty="0"/>
              <a:t> ligger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generera</a:t>
            </a:r>
            <a:r>
              <a:rPr lang="en-US"/>
              <a:t> EF-</a:t>
            </a:r>
            <a:r>
              <a:rPr lang="en-US" err="1"/>
              <a:t>klasser</a:t>
            </a:r>
            <a:r>
              <a:rPr lang="en-US"/>
              <a:t> </a:t>
            </a:r>
            <a:r>
              <a:rPr lang="en-US" err="1"/>
              <a:t>utifrån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befintlig</a:t>
            </a:r>
            <a:r>
              <a:rPr lang="en-US"/>
              <a:t> </a:t>
            </a:r>
            <a:r>
              <a:rPr lang="en-US" err="1"/>
              <a:t>databas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22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832" y="1835457"/>
            <a:ext cx="997610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Nämn</a:t>
            </a:r>
            <a:r>
              <a:rPr lang="en-US" dirty="0"/>
              <a:t> de </a:t>
            </a:r>
            <a:r>
              <a:rPr lang="en-US" dirty="0" err="1"/>
              <a:t>två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arbetssätt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Entity Framework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arbeta</a:t>
            </a:r>
            <a:r>
              <a:rPr lang="en-US" dirty="0"/>
              <a:t> med </a:t>
            </a:r>
            <a:r>
              <a:rPr lang="en-US" dirty="0" err="1"/>
              <a:t>databaser</a:t>
            </a:r>
            <a:r>
              <a:rPr lang="en-US" dirty="0"/>
              <a:t> </a:t>
            </a:r>
            <a:r>
              <a:rPr lang="en-US" dirty="0" err="1"/>
              <a:t>på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Beskriv</a:t>
            </a:r>
            <a:r>
              <a:rPr lang="en-US" dirty="0"/>
              <a:t> </a:t>
            </a:r>
            <a:r>
              <a:rPr lang="en-US" dirty="0" err="1"/>
              <a:t>vad</a:t>
            </a:r>
            <a:r>
              <a:rPr lang="en-US" dirty="0"/>
              <a:t> dessa </a:t>
            </a:r>
            <a:r>
              <a:rPr lang="en-US" dirty="0" err="1"/>
              <a:t>kommandon</a:t>
            </a:r>
            <a:r>
              <a:rPr lang="en-US" dirty="0"/>
              <a:t> </a:t>
            </a:r>
            <a:r>
              <a:rPr lang="en-US" dirty="0" err="1"/>
              <a:t>gör</a:t>
            </a:r>
            <a:r>
              <a:rPr lang="en-US" dirty="0"/>
              <a:t> (</a:t>
            </a:r>
            <a:r>
              <a:rPr lang="en-US" dirty="0" err="1"/>
              <a:t>givet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de </a:t>
            </a:r>
            <a:r>
              <a:rPr lang="en-US" dirty="0" err="1"/>
              <a:t>körs</a:t>
            </a:r>
            <a:r>
              <a:rPr lang="en-US" dirty="0"/>
              <a:t> var för sig)?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/>
              <a:t>Add-Migration “Migration name”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/>
              <a:t>Remove-Migration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/>
              <a:t>Update-Database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/>
              <a:t>Update-Database “Migration name”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Vad </a:t>
            </a:r>
            <a:r>
              <a:rPr lang="en-US" dirty="0" err="1"/>
              <a:t>händer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runtime </a:t>
            </a:r>
            <a:r>
              <a:rPr lang="en-US" dirty="0" err="1"/>
              <a:t>när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LINQ-</a:t>
            </a:r>
            <a:r>
              <a:rPr lang="en-US" dirty="0" err="1"/>
              <a:t>fråga</a:t>
            </a:r>
            <a:r>
              <a:rPr lang="en-US" dirty="0"/>
              <a:t> </a:t>
            </a:r>
            <a:r>
              <a:rPr lang="en-US" dirty="0" err="1"/>
              <a:t>ställs</a:t>
            </a:r>
            <a:r>
              <a:rPr lang="en-US" dirty="0"/>
              <a:t> mot context-</a:t>
            </a:r>
            <a:r>
              <a:rPr lang="en-US" dirty="0" err="1"/>
              <a:t>klassen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Vad </a:t>
            </a:r>
            <a:r>
              <a:rPr lang="en-US" dirty="0" err="1"/>
              <a:t>händer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runtime </a:t>
            </a:r>
            <a:r>
              <a:rPr lang="en-US" dirty="0" err="1"/>
              <a:t>när</a:t>
            </a:r>
            <a:r>
              <a:rPr lang="en-US" dirty="0"/>
              <a:t> vi </a:t>
            </a:r>
            <a:r>
              <a:rPr lang="en-US" dirty="0" err="1"/>
              <a:t>anropar</a:t>
            </a:r>
            <a:r>
              <a:rPr lang="en-US" dirty="0"/>
              <a:t> </a:t>
            </a:r>
            <a:r>
              <a:rPr lang="en-US" i="1" dirty="0" err="1"/>
              <a:t>SaveChanges</a:t>
            </a:r>
            <a:r>
              <a:rPr lang="en-US" i="1" dirty="0"/>
              <a:t>()</a:t>
            </a:r>
            <a:r>
              <a:rPr lang="en-US" dirty="0"/>
              <a:t>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150" y="5267205"/>
            <a:ext cx="1527850" cy="159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20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832" y="196249"/>
            <a:ext cx="10725911" cy="1325563"/>
          </a:xfrm>
        </p:spPr>
        <p:txBody>
          <a:bodyPr>
            <a:normAutofit/>
          </a:bodyPr>
          <a:lstStyle/>
          <a:p>
            <a:r>
              <a:rPr lang="en-US" sz="4000" dirty="0" err="1"/>
              <a:t>Grupparbete</a:t>
            </a:r>
            <a:r>
              <a:rPr lang="en-US" sz="4000"/>
              <a:t>: Entity Framework Core 1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832" y="1417037"/>
            <a:ext cx="10241280" cy="49014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v-SE" sz="2200" dirty="0"/>
              <a:t>Uppdatera förra grupparbetet till att nu lagra de anställda i en databas istället för i en lista:</a:t>
            </a:r>
            <a:br>
              <a:rPr lang="sv-SE" sz="2200" dirty="0"/>
            </a:br>
            <a:endParaRPr lang="sv-SE" sz="2200" dirty="0"/>
          </a:p>
          <a:p>
            <a:pPr marL="514350" indent="-514350">
              <a:buFont typeface="+mj-lt"/>
              <a:buAutoNum type="arabicPeriod"/>
            </a:pPr>
            <a:r>
              <a:rPr lang="sv-SE" sz="2200" dirty="0"/>
              <a:t>Följ de numrerade stegen i detta slide-deck för att konfigurera Entity Framework (notera att ni ska arbeta vidare med er Employee-klass snarare än de kunder och </a:t>
            </a:r>
            <a:r>
              <a:rPr lang="sv-SE" sz="2200" dirty="0" err="1"/>
              <a:t>ordrar</a:t>
            </a:r>
            <a:r>
              <a:rPr lang="sv-SE" sz="2200" dirty="0"/>
              <a:t> som omnämns i de numrerade stegen)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200" dirty="0"/>
              <a:t>Uppdatera </a:t>
            </a:r>
            <a:r>
              <a:rPr lang="sv-SE" sz="2200" dirty="0" err="1"/>
              <a:t>repository</a:t>
            </a:r>
            <a:r>
              <a:rPr lang="sv-SE" sz="2200" dirty="0"/>
              <a:t>-klassen</a:t>
            </a:r>
            <a:endParaRPr lang="sv-SE" sz="2200" i="1" dirty="0"/>
          </a:p>
          <a:p>
            <a:pPr marL="971550" lvl="3" indent="-514350">
              <a:spcBef>
                <a:spcPts val="1000"/>
              </a:spcBef>
              <a:buFont typeface="+mj-lt"/>
              <a:buAutoNum type="alphaLcParenR"/>
            </a:pPr>
            <a:r>
              <a:rPr lang="sv-SE" sz="2000" dirty="0"/>
              <a:t>Uppdatera metoderna till att arbeta mot den kontext-klass som nu injiceras i konsturktorn istället för mot den gamla listan (k</a:t>
            </a:r>
            <a:r>
              <a:rPr lang="en-US" sz="2000" dirty="0"/>
              <a:t>om </a:t>
            </a:r>
            <a:r>
              <a:rPr lang="en-US" sz="2000" dirty="0" err="1"/>
              <a:t>ihåg</a:t>
            </a:r>
            <a:r>
              <a:rPr lang="en-US" sz="2000" dirty="0"/>
              <a:t> </a:t>
            </a:r>
            <a:r>
              <a:rPr lang="en-US" sz="2000" dirty="0" err="1"/>
              <a:t>att</a:t>
            </a:r>
            <a:r>
              <a:rPr lang="en-US" sz="2000" dirty="0"/>
              <a:t> </a:t>
            </a:r>
            <a:r>
              <a:rPr lang="en-US" sz="2000" dirty="0" err="1"/>
              <a:t>anropa</a:t>
            </a:r>
            <a:r>
              <a:rPr lang="en-US" sz="2000" dirty="0"/>
              <a:t> </a:t>
            </a:r>
            <a:r>
              <a:rPr lang="en-US" sz="2000" i="1" dirty="0" err="1"/>
              <a:t>SaveChanges</a:t>
            </a:r>
            <a:r>
              <a:rPr lang="en-US" sz="2000" i="1" dirty="0"/>
              <a:t>()</a:t>
            </a:r>
            <a:r>
              <a:rPr lang="en-US" sz="2000" dirty="0"/>
              <a:t> för </a:t>
            </a:r>
            <a:r>
              <a:rPr lang="en-US" sz="2000" dirty="0" err="1"/>
              <a:t>att</a:t>
            </a:r>
            <a:r>
              <a:rPr lang="en-US" sz="2000" dirty="0"/>
              <a:t> </a:t>
            </a:r>
            <a:r>
              <a:rPr lang="en-US" sz="2000" dirty="0" err="1"/>
              <a:t>persistera</a:t>
            </a:r>
            <a:r>
              <a:rPr lang="en-US" sz="2000" dirty="0"/>
              <a:t> </a:t>
            </a:r>
            <a:r>
              <a:rPr lang="en-US" sz="2000" dirty="0" err="1"/>
              <a:t>förändringar</a:t>
            </a:r>
            <a:r>
              <a:rPr lang="en-US" sz="2000" dirty="0"/>
              <a:t> till </a:t>
            </a:r>
            <a:r>
              <a:rPr lang="en-US" sz="2000" dirty="0" err="1"/>
              <a:t>databasen</a:t>
            </a:r>
            <a:r>
              <a:rPr lang="en-US" sz="2000" dirty="0"/>
              <a:t>)</a:t>
            </a:r>
            <a:endParaRPr lang="sv-SE" sz="2000" dirty="0"/>
          </a:p>
          <a:p>
            <a:pPr marL="971550" lvl="3" indent="-514350">
              <a:spcBef>
                <a:spcPts val="1000"/>
              </a:spcBef>
              <a:buFont typeface="+mj-lt"/>
              <a:buAutoNum type="alphaLcParenR"/>
            </a:pPr>
            <a:r>
              <a:rPr lang="sv-SE" sz="2000" dirty="0"/>
              <a:t>Den gamla listan kan nu raderas (eller kommenteras ut </a:t>
            </a:r>
            <a:r>
              <a:rPr lang="en-US" sz="2000" dirty="0"/>
              <a:t>🐥)</a:t>
            </a:r>
            <a:endParaRPr lang="sv-SE" sz="2000" dirty="0"/>
          </a:p>
          <a:p>
            <a:pPr marL="971550" lvl="3" indent="-514350">
              <a:spcBef>
                <a:spcPts val="1000"/>
              </a:spcBef>
              <a:buFont typeface="+mj-lt"/>
              <a:buAutoNum type="alphaLcParenR"/>
            </a:pPr>
            <a:r>
              <a:rPr lang="sv-SE" sz="2000" dirty="0"/>
              <a:t>Kör applikationen – allt bör nu fungera som tidigare, förutom att datan nu lagras i er databas istället för i listan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200" noProof="0" dirty="0"/>
              <a:t>Skapa en ny migration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2100" dirty="0"/>
              <a:t>Lägg till en ny (obligatorisk) </a:t>
            </a:r>
            <a:r>
              <a:rPr lang="sv-SE" sz="2100" dirty="0" err="1"/>
              <a:t>propery</a:t>
            </a:r>
            <a:r>
              <a:rPr lang="sv-SE" sz="2100" dirty="0"/>
              <a:t> på </a:t>
            </a:r>
            <a:r>
              <a:rPr lang="sv-SE" sz="2100" dirty="0" err="1"/>
              <a:t>Employee</a:t>
            </a:r>
            <a:r>
              <a:rPr lang="sv-SE" sz="2100" dirty="0"/>
              <a:t>-klassen som heter </a:t>
            </a:r>
            <a:r>
              <a:rPr lang="sv-SE" sz="2100" i="1" dirty="0" err="1"/>
              <a:t>Salary</a:t>
            </a:r>
            <a:r>
              <a:rPr lang="sv-SE" sz="2100" i="1" dirty="0"/>
              <a:t> (decimal – ska sparas med datatypen Money i databasen)</a:t>
            </a:r>
            <a:endParaRPr lang="sv-SE" sz="2100" dirty="0"/>
          </a:p>
          <a:p>
            <a:pPr marL="971550" lvl="1" indent="-514350">
              <a:buFont typeface="+mj-lt"/>
              <a:buAutoNum type="alphaLcParenR"/>
            </a:pPr>
            <a:r>
              <a:rPr lang="sv-SE" sz="2100" dirty="0"/>
              <a:t>Skapa en ny migration och uppdatera databasen så att </a:t>
            </a:r>
            <a:r>
              <a:rPr lang="sv-SE" sz="2100" i="1" dirty="0" err="1"/>
              <a:t>Salary</a:t>
            </a:r>
            <a:r>
              <a:rPr lang="sv-SE" sz="2100" dirty="0"/>
              <a:t> läggs till i tabellen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2100" dirty="0"/>
              <a:t>Användaren måste nu ange en </a:t>
            </a:r>
            <a:r>
              <a:rPr lang="sv-SE" sz="2100" i="1" dirty="0" err="1"/>
              <a:t>Salary</a:t>
            </a:r>
            <a:r>
              <a:rPr lang="sv-SE" sz="2100" dirty="0"/>
              <a:t> i formuläret där en ny anställd skapas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100" b="1" dirty="0"/>
              <a:t>Om ni hinner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100" dirty="0"/>
              <a:t>Låt </a:t>
            </a:r>
            <a:r>
              <a:rPr lang="sv-SE" sz="2100" i="1" dirty="0"/>
              <a:t>ApplicationContext</a:t>
            </a:r>
            <a:r>
              <a:rPr lang="sv-SE" sz="2100" dirty="0"/>
              <a:t> overrida </a:t>
            </a:r>
            <a:r>
              <a:rPr lang="sv-SE" sz="2100" i="1" dirty="0"/>
              <a:t>OnModelCreating()</a:t>
            </a:r>
            <a:r>
              <a:rPr lang="sv-SE" sz="2100" dirty="0"/>
              <a:t> och </a:t>
            </a:r>
            <a:r>
              <a:rPr lang="sv-SE" sz="2100" dirty="0" err="1"/>
              <a:t>förpopulera</a:t>
            </a:r>
            <a:r>
              <a:rPr lang="sv-SE" sz="2100" dirty="0"/>
              <a:t> </a:t>
            </a:r>
            <a:r>
              <a:rPr lang="sv-SE" sz="2100" i="1" dirty="0" err="1"/>
              <a:t>Employee</a:t>
            </a:r>
            <a:r>
              <a:rPr lang="sv-SE" sz="2100" dirty="0"/>
              <a:t>-tabellen med ett par hårdkodade anställda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100" dirty="0"/>
              <a:t>Uppdatera Terminal-applikationen till att även den kunna arbeta </a:t>
            </a:r>
            <a:r>
              <a:rPr lang="sv-SE" sz="2100"/>
              <a:t>mot databasen</a:t>
            </a:r>
            <a:endParaRPr lang="sv-SE" sz="2100" dirty="0"/>
          </a:p>
          <a:p>
            <a:pPr marL="514350" indent="-514350">
              <a:buFont typeface="+mj-lt"/>
              <a:buAutoNum type="arabicPeriod"/>
            </a:pPr>
            <a:endParaRPr lang="sv-SE" sz="1800" dirty="0"/>
          </a:p>
          <a:p>
            <a:pPr marL="514350" indent="-514350">
              <a:buFont typeface="+mj-lt"/>
              <a:buAutoNum type="arabicPeriod"/>
            </a:pP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262416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1217</TotalTime>
  <Words>1903</Words>
  <Application>Microsoft Office PowerPoint</Application>
  <PresentationFormat>Widescreen</PresentationFormat>
  <Paragraphs>255</Paragraphs>
  <Slides>27</Slides>
  <Notes>2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ASP.NET MVC Entity Framework Core 1</vt:lpstr>
      <vt:lpstr>Innehåll</vt:lpstr>
      <vt:lpstr>ORM-verktyg</vt:lpstr>
      <vt:lpstr>Entity Framework Core</vt:lpstr>
      <vt:lpstr>EF Core tillsammans med MVC</vt:lpstr>
      <vt:lpstr>Att konfigurera Entity Framework</vt:lpstr>
      <vt:lpstr>1. Ange connection-strängen</vt:lpstr>
      <vt:lpstr>2. Lägg till NuGet-paket</vt:lpstr>
      <vt:lpstr>3. Skapa databas-entiteterna</vt:lpstr>
      <vt:lpstr>4. Skapa Context-klassen</vt:lpstr>
      <vt:lpstr>5. Utöka Context-klassen</vt:lpstr>
      <vt:lpstr>6. Konfigurera Program-klassen</vt:lpstr>
      <vt:lpstr>7. Kör EF-Kommandon</vt:lpstr>
      <vt:lpstr>8. Uppdatera beroenden</vt:lpstr>
      <vt:lpstr>LINQ To Entities</vt:lpstr>
      <vt:lpstr>Persistering av data</vt:lpstr>
      <vt:lpstr>Relationer</vt:lpstr>
      <vt:lpstr>Relationer</vt:lpstr>
      <vt:lpstr>EF-Kommandon</vt:lpstr>
      <vt:lpstr>EF-Kommandon</vt:lpstr>
      <vt:lpstr>EF-Kommandon</vt:lpstr>
      <vt:lpstr>EF-Kommandon – typiskt arbetsflöde</vt:lpstr>
      <vt:lpstr>Skapa databasen</vt:lpstr>
      <vt:lpstr>Kopiera connection-strängen</vt:lpstr>
      <vt:lpstr>Att generera EF-klasser utifrån en befintlig databas</vt:lpstr>
      <vt:lpstr>Diskussion</vt:lpstr>
      <vt:lpstr>Grupparbete: Entity Framework Core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Pontus Wittenmark</dc:creator>
  <cp:lastModifiedBy>Pontus Wittenmark</cp:lastModifiedBy>
  <cp:revision>4</cp:revision>
  <cp:lastPrinted>2025-05-31T12:25:30Z</cp:lastPrinted>
  <dcterms:created xsi:type="dcterms:W3CDTF">2013-06-05T07:16:43Z</dcterms:created>
  <dcterms:modified xsi:type="dcterms:W3CDTF">2025-06-02T11:56:31Z</dcterms:modified>
</cp:coreProperties>
</file>